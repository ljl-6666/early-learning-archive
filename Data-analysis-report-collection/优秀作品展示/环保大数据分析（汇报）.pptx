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tags/tag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4.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80" r:id="rId3"/>
    <p:sldMasterId id="2147483696" r:id="rId4"/>
    <p:sldMasterId id="2147483712" r:id="rId5"/>
    <p:sldMasterId id="2147483728" r:id="rId6"/>
  </p:sldMasterIdLst>
  <p:notesMasterIdLst>
    <p:notesMasterId r:id="rId41"/>
  </p:notesMasterIdLst>
  <p:sldIdLst>
    <p:sldId id="256" r:id="rId7"/>
    <p:sldId id="257" r:id="rId8"/>
    <p:sldId id="259" r:id="rId9"/>
    <p:sldId id="267" r:id="rId10"/>
    <p:sldId id="264" r:id="rId11"/>
    <p:sldId id="296" r:id="rId12"/>
    <p:sldId id="297" r:id="rId13"/>
    <p:sldId id="298" r:id="rId14"/>
    <p:sldId id="299" r:id="rId15"/>
    <p:sldId id="260" r:id="rId16"/>
    <p:sldId id="265" r:id="rId17"/>
    <p:sldId id="268" r:id="rId18"/>
    <p:sldId id="261" r:id="rId19"/>
    <p:sldId id="266" r:id="rId20"/>
    <p:sldId id="288" r:id="rId21"/>
    <p:sldId id="289" r:id="rId22"/>
    <p:sldId id="269" r:id="rId23"/>
    <p:sldId id="290" r:id="rId24"/>
    <p:sldId id="295" r:id="rId25"/>
    <p:sldId id="262" r:id="rId26"/>
    <p:sldId id="271" r:id="rId27"/>
    <p:sldId id="272" r:id="rId28"/>
    <p:sldId id="273" r:id="rId29"/>
    <p:sldId id="274" r:id="rId30"/>
    <p:sldId id="275" r:id="rId31"/>
    <p:sldId id="276" r:id="rId32"/>
    <p:sldId id="277" r:id="rId33"/>
    <p:sldId id="278" r:id="rId34"/>
    <p:sldId id="279" r:id="rId35"/>
    <p:sldId id="291" r:id="rId36"/>
    <p:sldId id="283" r:id="rId37"/>
    <p:sldId id="292" r:id="rId38"/>
    <p:sldId id="293" r:id="rId39"/>
    <p:sldId id="284" r:id="rId40"/>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863B"/>
    <a:srgbClr val="0F863F"/>
    <a:srgbClr val="EFF0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01" autoAdjust="0"/>
  </p:normalViewPr>
  <p:slideViewPr>
    <p:cSldViewPr snapToGrid="0" showGuides="1">
      <p:cViewPr varScale="1">
        <p:scale>
          <a:sx n="68" d="100"/>
          <a:sy n="68" d="100"/>
        </p:scale>
        <p:origin x="792" y="66"/>
      </p:cViewPr>
      <p:guideLst>
        <p:guide orient="horz" pos="218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gs" Target="tags/tag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F95C80-5F1A-435E-B2B3-6796B22704FE}" type="datetimeFigureOut">
              <a:rPr lang="zh-CN" altLang="en-US" smtClean="0"/>
              <a:t>2020/12/30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C0388-FC73-47D4-A732-836B92D112A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4</a:t>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5</a:t>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6</a:t>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7</a:t>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8</a:t>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9</a:t>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11</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12</a:t>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14</a:t>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15</a:t>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16</a:t>
            </a:fld>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17</a:t>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18</a:t>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19</a:t>
            </a:fld>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21</a:t>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22</a:t>
            </a:fld>
            <a:endParaRPr lang="zh-CN" alt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23</a:t>
            </a:fld>
            <a:endParaRPr lang="zh-CN" alt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24</a:t>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25</a:t>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26</a:t>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27</a:t>
            </a:fld>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28</a:t>
            </a:fld>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29</a:t>
            </a:fld>
            <a:endParaRPr lang="zh-CN" alt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30</a:t>
            </a:fld>
            <a:endParaRPr lang="zh-CN"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31</a:t>
            </a:fld>
            <a:endParaRPr lang="zh-CN" alt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32</a:t>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33</a:t>
            </a:fld>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C0388-FC73-47D4-A732-836B92D112A7}" type="slidenum">
              <a:rPr lang="zh-CN" altLang="en-US" smtClean="0"/>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01 </a:t>
            </a:r>
            <a:r>
              <a:rPr lang="zh-CN" altLang="en-US" sz="3200" dirty="0">
                <a:ln>
                  <a:solidFill>
                    <a:srgbClr val="0F863B"/>
                  </a:solidFill>
                </a:ln>
              </a:rPr>
              <a:t>关于我们</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02 </a:t>
            </a:r>
            <a:r>
              <a:rPr lang="zh-CN" altLang="en-US" sz="3200" dirty="0">
                <a:ln>
                  <a:solidFill>
                    <a:srgbClr val="0F863B"/>
                  </a:solidFill>
                </a:ln>
              </a:rPr>
              <a:t>研究综述</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03 </a:t>
            </a:r>
            <a:r>
              <a:rPr lang="zh-CN" altLang="en-US" sz="3200" dirty="0">
                <a:ln>
                  <a:solidFill>
                    <a:srgbClr val="0F863B"/>
                  </a:solidFill>
                </a:ln>
              </a:rPr>
              <a:t>研究过程</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04 </a:t>
            </a:r>
            <a:r>
              <a:rPr lang="zh-CN" altLang="en-US" sz="3200" dirty="0">
                <a:ln>
                  <a:solidFill>
                    <a:srgbClr val="0F863B"/>
                  </a:solidFill>
                </a:ln>
              </a:rPr>
              <a:t>研究结论</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flipV="1">
            <a:off x="930253" y="-20914"/>
            <a:ext cx="935059" cy="1330158"/>
            <a:chOff x="8412163" y="1649413"/>
            <a:chExt cx="1909762" cy="2865439"/>
          </a:xfrm>
          <a:solidFill>
            <a:schemeClr val="tx1">
              <a:lumMod val="75000"/>
              <a:lumOff val="25000"/>
            </a:schemeClr>
          </a:solidFill>
        </p:grpSpPr>
        <p:sp>
          <p:nvSpPr>
            <p:cNvPr id="21"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57E2FAA-7943-468F-91DC-5C4431723F24}"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458ED26-F0F3-4DF3-9B41-1A9EDBF2D3FA}" type="slidenum">
              <a:rPr lang="zh-CN" altLang="en-US" smtClean="0"/>
              <a:t>‹#›</a:t>
            </a:fld>
            <a:endParaRPr lang="zh-CN" altLang="en-US"/>
          </a:p>
        </p:txBody>
      </p:sp>
      <p:grpSp>
        <p:nvGrpSpPr>
          <p:cNvPr id="7" name="组合 6"/>
          <p:cNvGrpSpPr/>
          <p:nvPr userDrawn="1"/>
        </p:nvGrpSpPr>
        <p:grpSpPr>
          <a:xfrm flipV="1">
            <a:off x="370670" y="0"/>
            <a:ext cx="935059" cy="1330158"/>
            <a:chOff x="8412163" y="1649413"/>
            <a:chExt cx="1909762" cy="2865439"/>
          </a:xfrm>
          <a:solidFill>
            <a:schemeClr val="tx1">
              <a:lumMod val="75000"/>
              <a:lumOff val="25000"/>
            </a:schemeClr>
          </a:solidFill>
        </p:grpSpPr>
        <p:sp>
          <p:nvSpPr>
            <p:cNvPr id="8"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01 </a:t>
            </a:r>
            <a:r>
              <a:rPr lang="zh-CN" altLang="en-US" sz="3200" dirty="0">
                <a:ln>
                  <a:solidFill>
                    <a:srgbClr val="0F863B"/>
                  </a:solidFill>
                </a:ln>
              </a:rPr>
              <a:t>关于我们</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02 </a:t>
            </a:r>
            <a:r>
              <a:rPr lang="zh-CN" altLang="en-US" sz="3200" dirty="0">
                <a:ln>
                  <a:solidFill>
                    <a:srgbClr val="0F863B"/>
                  </a:solidFill>
                </a:ln>
              </a:rPr>
              <a:t>研究综述</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03 </a:t>
            </a:r>
            <a:r>
              <a:rPr lang="zh-CN" altLang="en-US" sz="3200" dirty="0">
                <a:ln>
                  <a:solidFill>
                    <a:srgbClr val="0F863B"/>
                  </a:solidFill>
                </a:ln>
              </a:rPr>
              <a:t>研究过程</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04 </a:t>
            </a:r>
            <a:r>
              <a:rPr lang="zh-CN" altLang="en-US" sz="3200" dirty="0">
                <a:ln>
                  <a:solidFill>
                    <a:srgbClr val="0F863B"/>
                  </a:solidFill>
                </a:ln>
              </a:rPr>
              <a:t>研究结论</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flipV="1">
            <a:off x="930253" y="-20914"/>
            <a:ext cx="935059" cy="1330158"/>
            <a:chOff x="8412163" y="1649413"/>
            <a:chExt cx="1909762" cy="2865439"/>
          </a:xfrm>
          <a:solidFill>
            <a:schemeClr val="tx1">
              <a:lumMod val="75000"/>
              <a:lumOff val="25000"/>
            </a:schemeClr>
          </a:solidFill>
        </p:grpSpPr>
        <p:sp>
          <p:nvSpPr>
            <p:cNvPr id="21"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57E2FAA-7943-468F-91DC-5C4431723F24}"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458ED26-F0F3-4DF3-9B41-1A9EDBF2D3FA}" type="slidenum">
              <a:rPr lang="zh-CN" altLang="en-US" smtClean="0"/>
              <a:t>‹#›</a:t>
            </a:fld>
            <a:endParaRPr lang="zh-CN" altLang="en-US"/>
          </a:p>
        </p:txBody>
      </p:sp>
      <p:grpSp>
        <p:nvGrpSpPr>
          <p:cNvPr id="7" name="组合 6"/>
          <p:cNvGrpSpPr/>
          <p:nvPr userDrawn="1"/>
        </p:nvGrpSpPr>
        <p:grpSpPr>
          <a:xfrm flipV="1">
            <a:off x="370670" y="0"/>
            <a:ext cx="935059" cy="1330158"/>
            <a:chOff x="8412163" y="1649413"/>
            <a:chExt cx="1909762" cy="2865439"/>
          </a:xfrm>
          <a:solidFill>
            <a:schemeClr val="tx1">
              <a:lumMod val="75000"/>
              <a:lumOff val="25000"/>
            </a:schemeClr>
          </a:solidFill>
        </p:grpSpPr>
        <p:sp>
          <p:nvSpPr>
            <p:cNvPr id="8"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01 </a:t>
            </a:r>
            <a:r>
              <a:rPr lang="zh-CN" altLang="en-US" sz="3200" dirty="0">
                <a:ln>
                  <a:solidFill>
                    <a:srgbClr val="0F863B"/>
                  </a:solidFill>
                </a:ln>
              </a:rPr>
              <a:t>关于我们</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02 </a:t>
            </a:r>
            <a:r>
              <a:rPr lang="zh-CN" altLang="en-US" sz="3200" dirty="0">
                <a:ln>
                  <a:solidFill>
                    <a:srgbClr val="0F863B"/>
                  </a:solidFill>
                </a:ln>
              </a:rPr>
              <a:t>研究综述</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03 </a:t>
            </a:r>
            <a:r>
              <a:rPr lang="zh-CN" altLang="en-US" sz="3200" dirty="0">
                <a:ln>
                  <a:solidFill>
                    <a:srgbClr val="0F863B"/>
                  </a:solidFill>
                </a:ln>
              </a:rPr>
              <a:t>研究过程</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04 </a:t>
            </a:r>
            <a:r>
              <a:rPr lang="zh-CN" altLang="en-US" sz="3200" dirty="0">
                <a:ln>
                  <a:solidFill>
                    <a:srgbClr val="0F863B"/>
                  </a:solidFill>
                </a:ln>
              </a:rPr>
              <a:t>研究结论</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flipV="1">
            <a:off x="930253" y="-20914"/>
            <a:ext cx="935059" cy="1330158"/>
            <a:chOff x="8412163" y="1649413"/>
            <a:chExt cx="1909762" cy="2865439"/>
          </a:xfrm>
          <a:solidFill>
            <a:schemeClr val="tx1">
              <a:lumMod val="75000"/>
              <a:lumOff val="25000"/>
            </a:schemeClr>
          </a:solidFill>
        </p:grpSpPr>
        <p:sp>
          <p:nvSpPr>
            <p:cNvPr id="21"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57E2FAA-7943-468F-91DC-5C4431723F24}"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458ED26-F0F3-4DF3-9B41-1A9EDBF2D3FA}" type="slidenum">
              <a:rPr lang="zh-CN" altLang="en-US" smtClean="0"/>
              <a:t>‹#›</a:t>
            </a:fld>
            <a:endParaRPr lang="zh-CN" altLang="en-US"/>
          </a:p>
        </p:txBody>
      </p:sp>
      <p:grpSp>
        <p:nvGrpSpPr>
          <p:cNvPr id="7" name="组合 6"/>
          <p:cNvGrpSpPr/>
          <p:nvPr userDrawn="1"/>
        </p:nvGrpSpPr>
        <p:grpSpPr>
          <a:xfrm flipV="1">
            <a:off x="370670" y="0"/>
            <a:ext cx="935059" cy="1330158"/>
            <a:chOff x="8412163" y="1649413"/>
            <a:chExt cx="1909762" cy="2865439"/>
          </a:xfrm>
          <a:solidFill>
            <a:schemeClr val="tx1">
              <a:lumMod val="75000"/>
              <a:lumOff val="25000"/>
            </a:schemeClr>
          </a:solidFill>
        </p:grpSpPr>
        <p:sp>
          <p:nvSpPr>
            <p:cNvPr id="8"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01 </a:t>
            </a:r>
            <a:r>
              <a:rPr lang="zh-CN" altLang="en-US" sz="3200" dirty="0">
                <a:ln>
                  <a:solidFill>
                    <a:srgbClr val="0F863B"/>
                  </a:solidFill>
                </a:ln>
              </a:rPr>
              <a:t>关于我们</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02 </a:t>
            </a:r>
            <a:r>
              <a:rPr lang="zh-CN" altLang="en-US" sz="3200" dirty="0">
                <a:ln>
                  <a:solidFill>
                    <a:srgbClr val="0F863B"/>
                  </a:solidFill>
                </a:ln>
              </a:rPr>
              <a:t>研究综述</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03 </a:t>
            </a:r>
            <a:r>
              <a:rPr lang="zh-CN" altLang="en-US" sz="3200" dirty="0">
                <a:ln>
                  <a:solidFill>
                    <a:srgbClr val="0F863B"/>
                  </a:solidFill>
                </a:ln>
              </a:rPr>
              <a:t>研究过程</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04 </a:t>
            </a:r>
            <a:r>
              <a:rPr lang="zh-CN" altLang="en-US" sz="3200" dirty="0">
                <a:ln>
                  <a:solidFill>
                    <a:srgbClr val="0F863B"/>
                  </a:solidFill>
                </a:ln>
              </a:rPr>
              <a:t>研究结论</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flipV="1">
            <a:off x="930253" y="-20914"/>
            <a:ext cx="935059" cy="1330158"/>
            <a:chOff x="8412163" y="1649413"/>
            <a:chExt cx="1909762" cy="2865439"/>
          </a:xfrm>
          <a:solidFill>
            <a:schemeClr val="tx1">
              <a:lumMod val="75000"/>
              <a:lumOff val="25000"/>
            </a:schemeClr>
          </a:solidFill>
        </p:grpSpPr>
        <p:sp>
          <p:nvSpPr>
            <p:cNvPr id="21"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57E2FAA-7943-468F-91DC-5C4431723F24}"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458ED26-F0F3-4DF3-9B41-1A9EDBF2D3FA}" type="slidenum">
              <a:rPr lang="zh-CN" altLang="en-US" smtClean="0"/>
              <a:t>‹#›</a:t>
            </a:fld>
            <a:endParaRPr lang="zh-CN" altLang="en-US"/>
          </a:p>
        </p:txBody>
      </p:sp>
      <p:grpSp>
        <p:nvGrpSpPr>
          <p:cNvPr id="7" name="组合 6"/>
          <p:cNvGrpSpPr/>
          <p:nvPr userDrawn="1"/>
        </p:nvGrpSpPr>
        <p:grpSpPr>
          <a:xfrm flipV="1">
            <a:off x="370670" y="0"/>
            <a:ext cx="935059" cy="1330158"/>
            <a:chOff x="8412163" y="1649413"/>
            <a:chExt cx="1909762" cy="2865439"/>
          </a:xfrm>
          <a:solidFill>
            <a:schemeClr val="tx1">
              <a:lumMod val="75000"/>
              <a:lumOff val="25000"/>
            </a:schemeClr>
          </a:solidFill>
        </p:grpSpPr>
        <p:sp>
          <p:nvSpPr>
            <p:cNvPr id="8"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01 </a:t>
            </a:r>
            <a:r>
              <a:rPr lang="zh-CN" altLang="en-US" sz="3200" dirty="0">
                <a:ln>
                  <a:solidFill>
                    <a:srgbClr val="0F863B"/>
                  </a:solidFill>
                </a:ln>
              </a:rPr>
              <a:t>关于我们</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02 </a:t>
            </a:r>
            <a:r>
              <a:rPr lang="zh-CN" altLang="en-US" sz="3200" dirty="0">
                <a:ln>
                  <a:solidFill>
                    <a:srgbClr val="0F863B"/>
                  </a:solidFill>
                </a:ln>
              </a:rPr>
              <a:t>研究综述</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03 </a:t>
            </a:r>
            <a:r>
              <a:rPr lang="zh-CN" altLang="en-US" sz="3200" dirty="0">
                <a:ln>
                  <a:solidFill>
                    <a:srgbClr val="0F863B"/>
                  </a:solidFill>
                </a:ln>
              </a:rPr>
              <a:t>研究过程</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04 </a:t>
            </a:r>
            <a:r>
              <a:rPr lang="zh-CN" altLang="en-US" sz="3200" dirty="0">
                <a:ln>
                  <a:solidFill>
                    <a:srgbClr val="0F863B"/>
                  </a:solidFill>
                </a:ln>
              </a:rPr>
              <a:t>研究结论</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flipV="1">
            <a:off x="930253" y="-20914"/>
            <a:ext cx="935059" cy="1330158"/>
            <a:chOff x="8412163" y="1649413"/>
            <a:chExt cx="1909762" cy="2865439"/>
          </a:xfrm>
          <a:solidFill>
            <a:schemeClr val="tx1">
              <a:lumMod val="75000"/>
              <a:lumOff val="25000"/>
            </a:schemeClr>
          </a:solidFill>
        </p:grpSpPr>
        <p:sp>
          <p:nvSpPr>
            <p:cNvPr id="21"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57E2FAA-7943-468F-91DC-5C4431723F24}"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458ED26-F0F3-4DF3-9B41-1A9EDBF2D3FA}" type="slidenum">
              <a:rPr lang="zh-CN" altLang="en-US" smtClean="0"/>
              <a:t>‹#›</a:t>
            </a:fld>
            <a:endParaRPr lang="zh-CN" altLang="en-US"/>
          </a:p>
        </p:txBody>
      </p:sp>
      <p:grpSp>
        <p:nvGrpSpPr>
          <p:cNvPr id="7" name="组合 6"/>
          <p:cNvGrpSpPr/>
          <p:nvPr userDrawn="1"/>
        </p:nvGrpSpPr>
        <p:grpSpPr>
          <a:xfrm flipV="1">
            <a:off x="370670" y="0"/>
            <a:ext cx="935059" cy="1330158"/>
            <a:chOff x="8412163" y="1649413"/>
            <a:chExt cx="1909762" cy="2865439"/>
          </a:xfrm>
          <a:solidFill>
            <a:schemeClr val="tx1">
              <a:lumMod val="75000"/>
              <a:lumOff val="25000"/>
            </a:schemeClr>
          </a:solidFill>
        </p:grpSpPr>
        <p:sp>
          <p:nvSpPr>
            <p:cNvPr id="8"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01 </a:t>
            </a:r>
            <a:r>
              <a:rPr lang="zh-CN" altLang="en-US" sz="3200" dirty="0">
                <a:ln>
                  <a:solidFill>
                    <a:srgbClr val="0F863B"/>
                  </a:solidFill>
                </a:ln>
              </a:rPr>
              <a:t>关于我们</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9" name="文本框 8"/>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02 </a:t>
            </a:r>
            <a:r>
              <a:rPr lang="zh-CN" altLang="en-US" sz="3200" dirty="0">
                <a:ln>
                  <a:solidFill>
                    <a:srgbClr val="0F863B"/>
                  </a:solidFill>
                </a:ln>
              </a:rPr>
              <a:t>研究综述</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03 </a:t>
            </a:r>
            <a:r>
              <a:rPr lang="zh-CN" altLang="en-US" sz="3200" dirty="0">
                <a:ln>
                  <a:solidFill>
                    <a:srgbClr val="0F863B"/>
                  </a:solidFill>
                </a:ln>
              </a:rPr>
              <a:t>研究过程</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3DEDD8-47E5-40CD-8AC1-B7EC532D1F43}" type="slidenum">
              <a:rPr lang="zh-CN" altLang="en-US" smtClean="0"/>
              <a:t>‹#›</a:t>
            </a:fld>
            <a:endParaRPr lang="zh-CN" altLang="en-US"/>
          </a:p>
        </p:txBody>
      </p:sp>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1150" y="165100"/>
            <a:ext cx="647700" cy="825500"/>
          </a:xfrm>
          <a:prstGeom prst="rect">
            <a:avLst/>
          </a:prstGeom>
        </p:spPr>
      </p:pic>
      <p:sp>
        <p:nvSpPr>
          <p:cNvPr id="11" name="文本框 10"/>
          <p:cNvSpPr txBox="1"/>
          <p:nvPr userDrawn="1"/>
        </p:nvSpPr>
        <p:spPr>
          <a:xfrm>
            <a:off x="1123950" y="285462"/>
            <a:ext cx="2395207" cy="584775"/>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en-US" altLang="zh-CN" sz="3200" dirty="0">
                <a:ln>
                  <a:solidFill>
                    <a:srgbClr val="0F863B"/>
                  </a:solidFill>
                </a:ln>
              </a:rPr>
              <a:t>04 </a:t>
            </a:r>
            <a:r>
              <a:rPr lang="zh-CN" altLang="en-US" sz="3200" dirty="0">
                <a:ln>
                  <a:solidFill>
                    <a:srgbClr val="0F863B"/>
                  </a:solidFill>
                </a:ln>
              </a:rPr>
              <a:t>研究结论</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3DEDD8-47E5-40CD-8AC1-B7EC532D1F43}" type="slidenum">
              <a:rPr lang="zh-CN" altLang="en-US" smtClean="0"/>
              <a:t>‹#›</a:t>
            </a:fld>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userDrawn="1"/>
        </p:nvGrpSpPr>
        <p:grpSpPr>
          <a:xfrm flipV="1">
            <a:off x="930253" y="-20914"/>
            <a:ext cx="935059" cy="1330158"/>
            <a:chOff x="8412163" y="1649413"/>
            <a:chExt cx="1909762" cy="2865439"/>
          </a:xfrm>
          <a:solidFill>
            <a:schemeClr val="tx1">
              <a:lumMod val="75000"/>
              <a:lumOff val="25000"/>
            </a:schemeClr>
          </a:solidFill>
        </p:grpSpPr>
        <p:sp>
          <p:nvSpPr>
            <p:cNvPr id="21"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57E2FAA-7943-468F-91DC-5C4431723F24}" type="datetimeFigureOut">
              <a:rPr lang="zh-CN" altLang="en-US" smtClean="0"/>
              <a:t>2020/12/30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458ED26-F0F3-4DF3-9B41-1A9EDBF2D3FA}" type="slidenum">
              <a:rPr lang="zh-CN" altLang="en-US" smtClean="0"/>
              <a:t>‹#›</a:t>
            </a:fld>
            <a:endParaRPr lang="zh-CN" altLang="en-US"/>
          </a:p>
        </p:txBody>
      </p:sp>
      <p:grpSp>
        <p:nvGrpSpPr>
          <p:cNvPr id="7" name="组合 6"/>
          <p:cNvGrpSpPr/>
          <p:nvPr userDrawn="1"/>
        </p:nvGrpSpPr>
        <p:grpSpPr>
          <a:xfrm flipV="1">
            <a:off x="370670" y="0"/>
            <a:ext cx="935059" cy="1330158"/>
            <a:chOff x="8412163" y="1649413"/>
            <a:chExt cx="1909762" cy="2865439"/>
          </a:xfrm>
          <a:solidFill>
            <a:schemeClr val="tx1">
              <a:lumMod val="75000"/>
              <a:lumOff val="25000"/>
            </a:schemeClr>
          </a:solidFill>
        </p:grpSpPr>
        <p:sp>
          <p:nvSpPr>
            <p:cNvPr id="8" name="Freeform 5"/>
            <p:cNvSpPr/>
            <p:nvPr/>
          </p:nvSpPr>
          <p:spPr bwMode="auto">
            <a:xfrm>
              <a:off x="9121775" y="3165476"/>
              <a:ext cx="7937" cy="15875"/>
            </a:xfrm>
            <a:custGeom>
              <a:avLst/>
              <a:gdLst>
                <a:gd name="T0" fmla="*/ 1 w 2"/>
                <a:gd name="T1" fmla="*/ 1 h 4"/>
                <a:gd name="T2" fmla="*/ 1 w 2"/>
                <a:gd name="T3" fmla="*/ 3 h 4"/>
                <a:gd name="T4" fmla="*/ 1 w 2"/>
                <a:gd name="T5" fmla="*/ 1 h 4"/>
              </a:gdLst>
              <a:ahLst/>
              <a:cxnLst>
                <a:cxn ang="0">
                  <a:pos x="T0" y="T1"/>
                </a:cxn>
                <a:cxn ang="0">
                  <a:pos x="T2" y="T3"/>
                </a:cxn>
                <a:cxn ang="0">
                  <a:pos x="T4" y="T5"/>
                </a:cxn>
              </a:cxnLst>
              <a:rect l="0" t="0" r="r" b="b"/>
              <a:pathLst>
                <a:path w="2" h="4">
                  <a:moveTo>
                    <a:pt x="1" y="1"/>
                  </a:moveTo>
                  <a:cubicBezTo>
                    <a:pt x="1" y="4"/>
                    <a:pt x="2" y="0"/>
                    <a:pt x="1" y="3"/>
                  </a:cubicBezTo>
                  <a:cubicBezTo>
                    <a:pt x="1" y="3"/>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p:nvPr/>
          </p:nvSpPr>
          <p:spPr bwMode="auto">
            <a:xfrm>
              <a:off x="8896350" y="2154238"/>
              <a:ext cx="922337" cy="1030288"/>
            </a:xfrm>
            <a:custGeom>
              <a:avLst/>
              <a:gdLst>
                <a:gd name="T0" fmla="*/ 183 w 245"/>
                <a:gd name="T1" fmla="*/ 210 h 274"/>
                <a:gd name="T2" fmla="*/ 197 w 245"/>
                <a:gd name="T3" fmla="*/ 195 h 274"/>
                <a:gd name="T4" fmla="*/ 217 w 245"/>
                <a:gd name="T5" fmla="*/ 160 h 274"/>
                <a:gd name="T6" fmla="*/ 222 w 245"/>
                <a:gd name="T7" fmla="*/ 147 h 274"/>
                <a:gd name="T8" fmla="*/ 227 w 245"/>
                <a:gd name="T9" fmla="*/ 104 h 274"/>
                <a:gd name="T10" fmla="*/ 224 w 245"/>
                <a:gd name="T11" fmla="*/ 91 h 274"/>
                <a:gd name="T12" fmla="*/ 214 w 245"/>
                <a:gd name="T13" fmla="*/ 69 h 274"/>
                <a:gd name="T14" fmla="*/ 204 w 245"/>
                <a:gd name="T15" fmla="*/ 51 h 274"/>
                <a:gd name="T16" fmla="*/ 197 w 245"/>
                <a:gd name="T17" fmla="*/ 42 h 274"/>
                <a:gd name="T18" fmla="*/ 188 w 245"/>
                <a:gd name="T19" fmla="*/ 37 h 274"/>
                <a:gd name="T20" fmla="*/ 168 w 245"/>
                <a:gd name="T21" fmla="*/ 26 h 274"/>
                <a:gd name="T22" fmla="*/ 156 w 245"/>
                <a:gd name="T23" fmla="*/ 22 h 274"/>
                <a:gd name="T24" fmla="*/ 142 w 245"/>
                <a:gd name="T25" fmla="*/ 20 h 274"/>
                <a:gd name="T26" fmla="*/ 125 w 245"/>
                <a:gd name="T27" fmla="*/ 16 h 274"/>
                <a:gd name="T28" fmla="*/ 106 w 245"/>
                <a:gd name="T29" fmla="*/ 17 h 274"/>
                <a:gd name="T30" fmla="*/ 83 w 245"/>
                <a:gd name="T31" fmla="*/ 21 h 274"/>
                <a:gd name="T32" fmla="*/ 75 w 245"/>
                <a:gd name="T33" fmla="*/ 26 h 274"/>
                <a:gd name="T34" fmla="*/ 66 w 245"/>
                <a:gd name="T35" fmla="*/ 29 h 274"/>
                <a:gd name="T36" fmla="*/ 60 w 245"/>
                <a:gd name="T37" fmla="*/ 35 h 274"/>
                <a:gd name="T38" fmla="*/ 57 w 245"/>
                <a:gd name="T39" fmla="*/ 38 h 274"/>
                <a:gd name="T40" fmla="*/ 50 w 245"/>
                <a:gd name="T41" fmla="*/ 46 h 274"/>
                <a:gd name="T42" fmla="*/ 31 w 245"/>
                <a:gd name="T43" fmla="*/ 72 h 274"/>
                <a:gd name="T44" fmla="*/ 26 w 245"/>
                <a:gd name="T45" fmla="*/ 84 h 274"/>
                <a:gd name="T46" fmla="*/ 22 w 245"/>
                <a:gd name="T47" fmla="*/ 94 h 274"/>
                <a:gd name="T48" fmla="*/ 18 w 245"/>
                <a:gd name="T49" fmla="*/ 120 h 274"/>
                <a:gd name="T50" fmla="*/ 14 w 245"/>
                <a:gd name="T51" fmla="*/ 126 h 274"/>
                <a:gd name="T52" fmla="*/ 19 w 245"/>
                <a:gd name="T53" fmla="*/ 135 h 274"/>
                <a:gd name="T54" fmla="*/ 25 w 245"/>
                <a:gd name="T55" fmla="*/ 142 h 274"/>
                <a:gd name="T56" fmla="*/ 27 w 245"/>
                <a:gd name="T57" fmla="*/ 153 h 274"/>
                <a:gd name="T58" fmla="*/ 31 w 245"/>
                <a:gd name="T59" fmla="*/ 156 h 274"/>
                <a:gd name="T60" fmla="*/ 31 w 245"/>
                <a:gd name="T61" fmla="*/ 162 h 274"/>
                <a:gd name="T62" fmla="*/ 32 w 245"/>
                <a:gd name="T63" fmla="*/ 173 h 274"/>
                <a:gd name="T64" fmla="*/ 40 w 245"/>
                <a:gd name="T65" fmla="*/ 180 h 274"/>
                <a:gd name="T66" fmla="*/ 41 w 245"/>
                <a:gd name="T67" fmla="*/ 186 h 274"/>
                <a:gd name="T68" fmla="*/ 48 w 245"/>
                <a:gd name="T69" fmla="*/ 193 h 274"/>
                <a:gd name="T70" fmla="*/ 53 w 245"/>
                <a:gd name="T71" fmla="*/ 202 h 274"/>
                <a:gd name="T72" fmla="*/ 46 w 245"/>
                <a:gd name="T73" fmla="*/ 200 h 274"/>
                <a:gd name="T74" fmla="*/ 57 w 245"/>
                <a:gd name="T75" fmla="*/ 214 h 274"/>
                <a:gd name="T76" fmla="*/ 61 w 245"/>
                <a:gd name="T77" fmla="*/ 241 h 274"/>
                <a:gd name="T78" fmla="*/ 62 w 245"/>
                <a:gd name="T79" fmla="*/ 248 h 274"/>
                <a:gd name="T80" fmla="*/ 64 w 245"/>
                <a:gd name="T81" fmla="*/ 265 h 274"/>
                <a:gd name="T82" fmla="*/ 61 w 245"/>
                <a:gd name="T83" fmla="*/ 259 h 274"/>
                <a:gd name="T84" fmla="*/ 60 w 245"/>
                <a:gd name="T85" fmla="*/ 243 h 274"/>
                <a:gd name="T86" fmla="*/ 44 w 245"/>
                <a:gd name="T87" fmla="*/ 219 h 274"/>
                <a:gd name="T88" fmla="*/ 19 w 245"/>
                <a:gd name="T89" fmla="*/ 177 h 274"/>
                <a:gd name="T90" fmla="*/ 2 w 245"/>
                <a:gd name="T91" fmla="*/ 123 h 274"/>
                <a:gd name="T92" fmla="*/ 10 w 245"/>
                <a:gd name="T93" fmla="*/ 78 h 274"/>
                <a:gd name="T94" fmla="*/ 25 w 245"/>
                <a:gd name="T95" fmla="*/ 48 h 274"/>
                <a:gd name="T96" fmla="*/ 82 w 245"/>
                <a:gd name="T97" fmla="*/ 6 h 274"/>
                <a:gd name="T98" fmla="*/ 120 w 245"/>
                <a:gd name="T99" fmla="*/ 2 h 274"/>
                <a:gd name="T100" fmla="*/ 166 w 245"/>
                <a:gd name="T101" fmla="*/ 13 h 274"/>
                <a:gd name="T102" fmla="*/ 239 w 245"/>
                <a:gd name="T103" fmla="*/ 141 h 274"/>
                <a:gd name="T104" fmla="*/ 221 w 245"/>
                <a:gd name="T105" fmla="*/ 181 h 274"/>
                <a:gd name="T106" fmla="*/ 148 w 245"/>
                <a:gd name="T107" fmla="*/ 266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5" h="274">
                  <a:moveTo>
                    <a:pt x="148" y="266"/>
                  </a:moveTo>
                  <a:cubicBezTo>
                    <a:pt x="144" y="256"/>
                    <a:pt x="154" y="248"/>
                    <a:pt x="155" y="239"/>
                  </a:cubicBezTo>
                  <a:cubicBezTo>
                    <a:pt x="156" y="238"/>
                    <a:pt x="157" y="241"/>
                    <a:pt x="158" y="239"/>
                  </a:cubicBezTo>
                  <a:cubicBezTo>
                    <a:pt x="160" y="229"/>
                    <a:pt x="170" y="220"/>
                    <a:pt x="180" y="214"/>
                  </a:cubicBezTo>
                  <a:cubicBezTo>
                    <a:pt x="180" y="215"/>
                    <a:pt x="180" y="215"/>
                    <a:pt x="180" y="215"/>
                  </a:cubicBezTo>
                  <a:cubicBezTo>
                    <a:pt x="182" y="214"/>
                    <a:pt x="182" y="211"/>
                    <a:pt x="183" y="210"/>
                  </a:cubicBezTo>
                  <a:cubicBezTo>
                    <a:pt x="184" y="210"/>
                    <a:pt x="183" y="211"/>
                    <a:pt x="184" y="211"/>
                  </a:cubicBezTo>
                  <a:cubicBezTo>
                    <a:pt x="183" y="209"/>
                    <a:pt x="186" y="207"/>
                    <a:pt x="186" y="206"/>
                  </a:cubicBezTo>
                  <a:cubicBezTo>
                    <a:pt x="187" y="206"/>
                    <a:pt x="188" y="207"/>
                    <a:pt x="189" y="206"/>
                  </a:cubicBezTo>
                  <a:cubicBezTo>
                    <a:pt x="189" y="204"/>
                    <a:pt x="189" y="204"/>
                    <a:pt x="189" y="204"/>
                  </a:cubicBezTo>
                  <a:cubicBezTo>
                    <a:pt x="188" y="199"/>
                    <a:pt x="195" y="199"/>
                    <a:pt x="196" y="194"/>
                  </a:cubicBezTo>
                  <a:cubicBezTo>
                    <a:pt x="197" y="194"/>
                    <a:pt x="196" y="195"/>
                    <a:pt x="197" y="195"/>
                  </a:cubicBezTo>
                  <a:cubicBezTo>
                    <a:pt x="200" y="188"/>
                    <a:pt x="207" y="181"/>
                    <a:pt x="210" y="174"/>
                  </a:cubicBezTo>
                  <a:cubicBezTo>
                    <a:pt x="211" y="174"/>
                    <a:pt x="211" y="175"/>
                    <a:pt x="212" y="175"/>
                  </a:cubicBezTo>
                  <a:cubicBezTo>
                    <a:pt x="211" y="174"/>
                    <a:pt x="212" y="171"/>
                    <a:pt x="213" y="169"/>
                  </a:cubicBezTo>
                  <a:cubicBezTo>
                    <a:pt x="215" y="169"/>
                    <a:pt x="214" y="165"/>
                    <a:pt x="216" y="164"/>
                  </a:cubicBezTo>
                  <a:cubicBezTo>
                    <a:pt x="216" y="164"/>
                    <a:pt x="216" y="164"/>
                    <a:pt x="216" y="164"/>
                  </a:cubicBezTo>
                  <a:cubicBezTo>
                    <a:pt x="215" y="162"/>
                    <a:pt x="219" y="162"/>
                    <a:pt x="217" y="160"/>
                  </a:cubicBezTo>
                  <a:cubicBezTo>
                    <a:pt x="219" y="159"/>
                    <a:pt x="219" y="159"/>
                    <a:pt x="219" y="159"/>
                  </a:cubicBezTo>
                  <a:cubicBezTo>
                    <a:pt x="217" y="158"/>
                    <a:pt x="221" y="157"/>
                    <a:pt x="221" y="155"/>
                  </a:cubicBezTo>
                  <a:cubicBezTo>
                    <a:pt x="220" y="155"/>
                    <a:pt x="220" y="155"/>
                    <a:pt x="220" y="155"/>
                  </a:cubicBezTo>
                  <a:cubicBezTo>
                    <a:pt x="220" y="154"/>
                    <a:pt x="222" y="153"/>
                    <a:pt x="222" y="152"/>
                  </a:cubicBezTo>
                  <a:cubicBezTo>
                    <a:pt x="222" y="152"/>
                    <a:pt x="222" y="152"/>
                    <a:pt x="222" y="152"/>
                  </a:cubicBezTo>
                  <a:cubicBezTo>
                    <a:pt x="223" y="149"/>
                    <a:pt x="224" y="147"/>
                    <a:pt x="222" y="147"/>
                  </a:cubicBezTo>
                  <a:cubicBezTo>
                    <a:pt x="224" y="146"/>
                    <a:pt x="222" y="150"/>
                    <a:pt x="225" y="149"/>
                  </a:cubicBezTo>
                  <a:cubicBezTo>
                    <a:pt x="226" y="138"/>
                    <a:pt x="228" y="128"/>
                    <a:pt x="228" y="117"/>
                  </a:cubicBezTo>
                  <a:cubicBezTo>
                    <a:pt x="229" y="116"/>
                    <a:pt x="229" y="115"/>
                    <a:pt x="230" y="115"/>
                  </a:cubicBezTo>
                  <a:cubicBezTo>
                    <a:pt x="229" y="114"/>
                    <a:pt x="229" y="111"/>
                    <a:pt x="228" y="110"/>
                  </a:cubicBezTo>
                  <a:cubicBezTo>
                    <a:pt x="228" y="110"/>
                    <a:pt x="229" y="109"/>
                    <a:pt x="229" y="109"/>
                  </a:cubicBezTo>
                  <a:cubicBezTo>
                    <a:pt x="229" y="106"/>
                    <a:pt x="226" y="107"/>
                    <a:pt x="227" y="104"/>
                  </a:cubicBezTo>
                  <a:cubicBezTo>
                    <a:pt x="228" y="105"/>
                    <a:pt x="228" y="105"/>
                    <a:pt x="229" y="105"/>
                  </a:cubicBezTo>
                  <a:cubicBezTo>
                    <a:pt x="227" y="103"/>
                    <a:pt x="227" y="101"/>
                    <a:pt x="226" y="99"/>
                  </a:cubicBezTo>
                  <a:cubicBezTo>
                    <a:pt x="226" y="99"/>
                    <a:pt x="227" y="100"/>
                    <a:pt x="227" y="100"/>
                  </a:cubicBezTo>
                  <a:cubicBezTo>
                    <a:pt x="225" y="98"/>
                    <a:pt x="227" y="95"/>
                    <a:pt x="225" y="93"/>
                  </a:cubicBezTo>
                  <a:cubicBezTo>
                    <a:pt x="227" y="94"/>
                    <a:pt x="227" y="94"/>
                    <a:pt x="227" y="94"/>
                  </a:cubicBezTo>
                  <a:cubicBezTo>
                    <a:pt x="227" y="90"/>
                    <a:pt x="224" y="93"/>
                    <a:pt x="224" y="91"/>
                  </a:cubicBezTo>
                  <a:cubicBezTo>
                    <a:pt x="225" y="91"/>
                    <a:pt x="225" y="91"/>
                    <a:pt x="226" y="91"/>
                  </a:cubicBezTo>
                  <a:cubicBezTo>
                    <a:pt x="223" y="89"/>
                    <a:pt x="222" y="84"/>
                    <a:pt x="221" y="82"/>
                  </a:cubicBezTo>
                  <a:cubicBezTo>
                    <a:pt x="221" y="82"/>
                    <a:pt x="221" y="82"/>
                    <a:pt x="221" y="82"/>
                  </a:cubicBezTo>
                  <a:cubicBezTo>
                    <a:pt x="220" y="79"/>
                    <a:pt x="220" y="76"/>
                    <a:pt x="218" y="74"/>
                  </a:cubicBezTo>
                  <a:cubicBezTo>
                    <a:pt x="218" y="72"/>
                    <a:pt x="220" y="73"/>
                    <a:pt x="219" y="70"/>
                  </a:cubicBezTo>
                  <a:cubicBezTo>
                    <a:pt x="217" y="71"/>
                    <a:pt x="215" y="66"/>
                    <a:pt x="214" y="69"/>
                  </a:cubicBezTo>
                  <a:cubicBezTo>
                    <a:pt x="213" y="66"/>
                    <a:pt x="212" y="62"/>
                    <a:pt x="210" y="61"/>
                  </a:cubicBezTo>
                  <a:cubicBezTo>
                    <a:pt x="212" y="62"/>
                    <a:pt x="212" y="59"/>
                    <a:pt x="213" y="60"/>
                  </a:cubicBezTo>
                  <a:cubicBezTo>
                    <a:pt x="214" y="58"/>
                    <a:pt x="214" y="58"/>
                    <a:pt x="214" y="58"/>
                  </a:cubicBezTo>
                  <a:cubicBezTo>
                    <a:pt x="215" y="58"/>
                    <a:pt x="214" y="60"/>
                    <a:pt x="215" y="59"/>
                  </a:cubicBezTo>
                  <a:cubicBezTo>
                    <a:pt x="214" y="58"/>
                    <a:pt x="212" y="55"/>
                    <a:pt x="212" y="55"/>
                  </a:cubicBezTo>
                  <a:cubicBezTo>
                    <a:pt x="209" y="54"/>
                    <a:pt x="206" y="54"/>
                    <a:pt x="204" y="51"/>
                  </a:cubicBezTo>
                  <a:cubicBezTo>
                    <a:pt x="205" y="52"/>
                    <a:pt x="205" y="49"/>
                    <a:pt x="206" y="50"/>
                  </a:cubicBezTo>
                  <a:cubicBezTo>
                    <a:pt x="200" y="49"/>
                    <a:pt x="200" y="49"/>
                    <a:pt x="200" y="49"/>
                  </a:cubicBezTo>
                  <a:cubicBezTo>
                    <a:pt x="199" y="48"/>
                    <a:pt x="201" y="47"/>
                    <a:pt x="200" y="47"/>
                  </a:cubicBezTo>
                  <a:cubicBezTo>
                    <a:pt x="199" y="47"/>
                    <a:pt x="199" y="47"/>
                    <a:pt x="198" y="47"/>
                  </a:cubicBezTo>
                  <a:cubicBezTo>
                    <a:pt x="198" y="46"/>
                    <a:pt x="195" y="44"/>
                    <a:pt x="196" y="42"/>
                  </a:cubicBezTo>
                  <a:cubicBezTo>
                    <a:pt x="196" y="41"/>
                    <a:pt x="197" y="43"/>
                    <a:pt x="197" y="42"/>
                  </a:cubicBezTo>
                  <a:cubicBezTo>
                    <a:pt x="196" y="40"/>
                    <a:pt x="195" y="41"/>
                    <a:pt x="194" y="39"/>
                  </a:cubicBezTo>
                  <a:cubicBezTo>
                    <a:pt x="194" y="39"/>
                    <a:pt x="194" y="39"/>
                    <a:pt x="194" y="39"/>
                  </a:cubicBezTo>
                  <a:cubicBezTo>
                    <a:pt x="193" y="38"/>
                    <a:pt x="190" y="37"/>
                    <a:pt x="190" y="39"/>
                  </a:cubicBezTo>
                  <a:cubicBezTo>
                    <a:pt x="191" y="40"/>
                    <a:pt x="191" y="38"/>
                    <a:pt x="192" y="39"/>
                  </a:cubicBezTo>
                  <a:cubicBezTo>
                    <a:pt x="190" y="40"/>
                    <a:pt x="188" y="38"/>
                    <a:pt x="187" y="37"/>
                  </a:cubicBezTo>
                  <a:cubicBezTo>
                    <a:pt x="188" y="37"/>
                    <a:pt x="188" y="37"/>
                    <a:pt x="188" y="37"/>
                  </a:cubicBezTo>
                  <a:cubicBezTo>
                    <a:pt x="186" y="36"/>
                    <a:pt x="183" y="35"/>
                    <a:pt x="180" y="34"/>
                  </a:cubicBezTo>
                  <a:cubicBezTo>
                    <a:pt x="179" y="35"/>
                    <a:pt x="182" y="33"/>
                    <a:pt x="182" y="34"/>
                  </a:cubicBezTo>
                  <a:cubicBezTo>
                    <a:pt x="180" y="31"/>
                    <a:pt x="175" y="31"/>
                    <a:pt x="173" y="28"/>
                  </a:cubicBezTo>
                  <a:cubicBezTo>
                    <a:pt x="173" y="28"/>
                    <a:pt x="172" y="30"/>
                    <a:pt x="173" y="29"/>
                  </a:cubicBezTo>
                  <a:cubicBezTo>
                    <a:pt x="171" y="28"/>
                    <a:pt x="172" y="27"/>
                    <a:pt x="170" y="27"/>
                  </a:cubicBezTo>
                  <a:cubicBezTo>
                    <a:pt x="171" y="26"/>
                    <a:pt x="169" y="27"/>
                    <a:pt x="168" y="26"/>
                  </a:cubicBezTo>
                  <a:cubicBezTo>
                    <a:pt x="167" y="27"/>
                    <a:pt x="168" y="26"/>
                    <a:pt x="169" y="26"/>
                  </a:cubicBezTo>
                  <a:cubicBezTo>
                    <a:pt x="167" y="26"/>
                    <a:pt x="160" y="24"/>
                    <a:pt x="157" y="22"/>
                  </a:cubicBezTo>
                  <a:cubicBezTo>
                    <a:pt x="157" y="23"/>
                    <a:pt x="154" y="24"/>
                    <a:pt x="153" y="23"/>
                  </a:cubicBezTo>
                  <a:cubicBezTo>
                    <a:pt x="154" y="22"/>
                    <a:pt x="154" y="22"/>
                    <a:pt x="154" y="22"/>
                  </a:cubicBezTo>
                  <a:cubicBezTo>
                    <a:pt x="153" y="21"/>
                    <a:pt x="151" y="22"/>
                    <a:pt x="151" y="20"/>
                  </a:cubicBezTo>
                  <a:cubicBezTo>
                    <a:pt x="149" y="21"/>
                    <a:pt x="159" y="21"/>
                    <a:pt x="156" y="22"/>
                  </a:cubicBezTo>
                  <a:cubicBezTo>
                    <a:pt x="156" y="20"/>
                    <a:pt x="152" y="23"/>
                    <a:pt x="153" y="21"/>
                  </a:cubicBezTo>
                  <a:cubicBezTo>
                    <a:pt x="151" y="21"/>
                    <a:pt x="149" y="22"/>
                    <a:pt x="148" y="20"/>
                  </a:cubicBezTo>
                  <a:cubicBezTo>
                    <a:pt x="148" y="20"/>
                    <a:pt x="150" y="18"/>
                    <a:pt x="148" y="18"/>
                  </a:cubicBezTo>
                  <a:cubicBezTo>
                    <a:pt x="146" y="18"/>
                    <a:pt x="147" y="18"/>
                    <a:pt x="145" y="18"/>
                  </a:cubicBezTo>
                  <a:cubicBezTo>
                    <a:pt x="144" y="19"/>
                    <a:pt x="144" y="19"/>
                    <a:pt x="144" y="19"/>
                  </a:cubicBezTo>
                  <a:cubicBezTo>
                    <a:pt x="143" y="20"/>
                    <a:pt x="142" y="18"/>
                    <a:pt x="142" y="20"/>
                  </a:cubicBezTo>
                  <a:cubicBezTo>
                    <a:pt x="142" y="19"/>
                    <a:pt x="138" y="20"/>
                    <a:pt x="139" y="18"/>
                  </a:cubicBezTo>
                  <a:cubicBezTo>
                    <a:pt x="140" y="16"/>
                    <a:pt x="140" y="16"/>
                    <a:pt x="140" y="16"/>
                  </a:cubicBezTo>
                  <a:cubicBezTo>
                    <a:pt x="139" y="16"/>
                    <a:pt x="138" y="18"/>
                    <a:pt x="137" y="18"/>
                  </a:cubicBezTo>
                  <a:cubicBezTo>
                    <a:pt x="136" y="17"/>
                    <a:pt x="136" y="17"/>
                    <a:pt x="136" y="17"/>
                  </a:cubicBezTo>
                  <a:cubicBezTo>
                    <a:pt x="136" y="20"/>
                    <a:pt x="134" y="17"/>
                    <a:pt x="132" y="18"/>
                  </a:cubicBezTo>
                  <a:cubicBezTo>
                    <a:pt x="130" y="17"/>
                    <a:pt x="126" y="18"/>
                    <a:pt x="125" y="16"/>
                  </a:cubicBezTo>
                  <a:cubicBezTo>
                    <a:pt x="124" y="17"/>
                    <a:pt x="122" y="18"/>
                    <a:pt x="120" y="17"/>
                  </a:cubicBezTo>
                  <a:cubicBezTo>
                    <a:pt x="120" y="17"/>
                    <a:pt x="121" y="17"/>
                    <a:pt x="121" y="16"/>
                  </a:cubicBezTo>
                  <a:cubicBezTo>
                    <a:pt x="120" y="15"/>
                    <a:pt x="119" y="16"/>
                    <a:pt x="118" y="16"/>
                  </a:cubicBezTo>
                  <a:cubicBezTo>
                    <a:pt x="119" y="16"/>
                    <a:pt x="116" y="15"/>
                    <a:pt x="114" y="14"/>
                  </a:cubicBezTo>
                  <a:cubicBezTo>
                    <a:pt x="113" y="15"/>
                    <a:pt x="113" y="16"/>
                    <a:pt x="113" y="17"/>
                  </a:cubicBezTo>
                  <a:cubicBezTo>
                    <a:pt x="111" y="15"/>
                    <a:pt x="108" y="19"/>
                    <a:pt x="106" y="17"/>
                  </a:cubicBezTo>
                  <a:cubicBezTo>
                    <a:pt x="107" y="16"/>
                    <a:pt x="109" y="15"/>
                    <a:pt x="107" y="15"/>
                  </a:cubicBezTo>
                  <a:cubicBezTo>
                    <a:pt x="105" y="12"/>
                    <a:pt x="104" y="17"/>
                    <a:pt x="101" y="16"/>
                  </a:cubicBezTo>
                  <a:cubicBezTo>
                    <a:pt x="102" y="18"/>
                    <a:pt x="102" y="18"/>
                    <a:pt x="102" y="18"/>
                  </a:cubicBezTo>
                  <a:cubicBezTo>
                    <a:pt x="101" y="17"/>
                    <a:pt x="99" y="20"/>
                    <a:pt x="99" y="18"/>
                  </a:cubicBezTo>
                  <a:cubicBezTo>
                    <a:pt x="98" y="19"/>
                    <a:pt x="96" y="18"/>
                    <a:pt x="96" y="20"/>
                  </a:cubicBezTo>
                  <a:cubicBezTo>
                    <a:pt x="92" y="19"/>
                    <a:pt x="87" y="24"/>
                    <a:pt x="83" y="21"/>
                  </a:cubicBezTo>
                  <a:cubicBezTo>
                    <a:pt x="83" y="21"/>
                    <a:pt x="81" y="22"/>
                    <a:pt x="82" y="22"/>
                  </a:cubicBezTo>
                  <a:cubicBezTo>
                    <a:pt x="84" y="23"/>
                    <a:pt x="83" y="21"/>
                    <a:pt x="84" y="22"/>
                  </a:cubicBezTo>
                  <a:cubicBezTo>
                    <a:pt x="83" y="22"/>
                    <a:pt x="83" y="23"/>
                    <a:pt x="83" y="23"/>
                  </a:cubicBezTo>
                  <a:cubicBezTo>
                    <a:pt x="82" y="23"/>
                    <a:pt x="81" y="23"/>
                    <a:pt x="82" y="21"/>
                  </a:cubicBezTo>
                  <a:cubicBezTo>
                    <a:pt x="78" y="21"/>
                    <a:pt x="80" y="26"/>
                    <a:pt x="77" y="27"/>
                  </a:cubicBezTo>
                  <a:cubicBezTo>
                    <a:pt x="76" y="26"/>
                    <a:pt x="76" y="26"/>
                    <a:pt x="75" y="26"/>
                  </a:cubicBezTo>
                  <a:cubicBezTo>
                    <a:pt x="74" y="28"/>
                    <a:pt x="74" y="28"/>
                    <a:pt x="74" y="28"/>
                  </a:cubicBezTo>
                  <a:cubicBezTo>
                    <a:pt x="72" y="29"/>
                    <a:pt x="72" y="27"/>
                    <a:pt x="71" y="26"/>
                  </a:cubicBezTo>
                  <a:cubicBezTo>
                    <a:pt x="70" y="27"/>
                    <a:pt x="69" y="27"/>
                    <a:pt x="69" y="29"/>
                  </a:cubicBezTo>
                  <a:cubicBezTo>
                    <a:pt x="66" y="28"/>
                    <a:pt x="66" y="28"/>
                    <a:pt x="66" y="28"/>
                  </a:cubicBezTo>
                  <a:cubicBezTo>
                    <a:pt x="68" y="29"/>
                    <a:pt x="66" y="29"/>
                    <a:pt x="66" y="30"/>
                  </a:cubicBezTo>
                  <a:cubicBezTo>
                    <a:pt x="66" y="29"/>
                    <a:pt x="66" y="29"/>
                    <a:pt x="66" y="29"/>
                  </a:cubicBezTo>
                  <a:cubicBezTo>
                    <a:pt x="65" y="29"/>
                    <a:pt x="64" y="30"/>
                    <a:pt x="64" y="31"/>
                  </a:cubicBezTo>
                  <a:cubicBezTo>
                    <a:pt x="65" y="31"/>
                    <a:pt x="66" y="31"/>
                    <a:pt x="67" y="31"/>
                  </a:cubicBezTo>
                  <a:cubicBezTo>
                    <a:pt x="67" y="32"/>
                    <a:pt x="66" y="32"/>
                    <a:pt x="65" y="33"/>
                  </a:cubicBezTo>
                  <a:cubicBezTo>
                    <a:pt x="65" y="32"/>
                    <a:pt x="63" y="33"/>
                    <a:pt x="62" y="34"/>
                  </a:cubicBezTo>
                  <a:cubicBezTo>
                    <a:pt x="61" y="34"/>
                    <a:pt x="62" y="36"/>
                    <a:pt x="62" y="36"/>
                  </a:cubicBezTo>
                  <a:cubicBezTo>
                    <a:pt x="61" y="35"/>
                    <a:pt x="60" y="37"/>
                    <a:pt x="60" y="35"/>
                  </a:cubicBezTo>
                  <a:cubicBezTo>
                    <a:pt x="60" y="35"/>
                    <a:pt x="61" y="36"/>
                    <a:pt x="61" y="35"/>
                  </a:cubicBezTo>
                  <a:cubicBezTo>
                    <a:pt x="60" y="35"/>
                    <a:pt x="60" y="33"/>
                    <a:pt x="59" y="35"/>
                  </a:cubicBezTo>
                  <a:cubicBezTo>
                    <a:pt x="58" y="37"/>
                    <a:pt x="61" y="37"/>
                    <a:pt x="59" y="38"/>
                  </a:cubicBezTo>
                  <a:cubicBezTo>
                    <a:pt x="59" y="37"/>
                    <a:pt x="59" y="37"/>
                    <a:pt x="59" y="36"/>
                  </a:cubicBezTo>
                  <a:cubicBezTo>
                    <a:pt x="57" y="37"/>
                    <a:pt x="57" y="37"/>
                    <a:pt x="57" y="37"/>
                  </a:cubicBezTo>
                  <a:cubicBezTo>
                    <a:pt x="57" y="38"/>
                    <a:pt x="57" y="38"/>
                    <a:pt x="57" y="38"/>
                  </a:cubicBezTo>
                  <a:cubicBezTo>
                    <a:pt x="57" y="38"/>
                    <a:pt x="57" y="38"/>
                    <a:pt x="57" y="38"/>
                  </a:cubicBezTo>
                  <a:cubicBezTo>
                    <a:pt x="57" y="39"/>
                    <a:pt x="55" y="40"/>
                    <a:pt x="55" y="42"/>
                  </a:cubicBezTo>
                  <a:cubicBezTo>
                    <a:pt x="55" y="43"/>
                    <a:pt x="53" y="43"/>
                    <a:pt x="52" y="43"/>
                  </a:cubicBezTo>
                  <a:cubicBezTo>
                    <a:pt x="52" y="43"/>
                    <a:pt x="52" y="43"/>
                    <a:pt x="52" y="43"/>
                  </a:cubicBezTo>
                  <a:cubicBezTo>
                    <a:pt x="51" y="43"/>
                    <a:pt x="50" y="45"/>
                    <a:pt x="50" y="46"/>
                  </a:cubicBezTo>
                  <a:cubicBezTo>
                    <a:pt x="50" y="46"/>
                    <a:pt x="50" y="46"/>
                    <a:pt x="50" y="46"/>
                  </a:cubicBezTo>
                  <a:cubicBezTo>
                    <a:pt x="49" y="46"/>
                    <a:pt x="48" y="48"/>
                    <a:pt x="48" y="49"/>
                  </a:cubicBezTo>
                  <a:cubicBezTo>
                    <a:pt x="46" y="50"/>
                    <a:pt x="44" y="46"/>
                    <a:pt x="44" y="49"/>
                  </a:cubicBezTo>
                  <a:cubicBezTo>
                    <a:pt x="43" y="50"/>
                    <a:pt x="44" y="52"/>
                    <a:pt x="45" y="52"/>
                  </a:cubicBezTo>
                  <a:cubicBezTo>
                    <a:pt x="42" y="54"/>
                    <a:pt x="42" y="58"/>
                    <a:pt x="39" y="59"/>
                  </a:cubicBezTo>
                  <a:cubicBezTo>
                    <a:pt x="39" y="60"/>
                    <a:pt x="39" y="60"/>
                    <a:pt x="39" y="61"/>
                  </a:cubicBezTo>
                  <a:cubicBezTo>
                    <a:pt x="35" y="64"/>
                    <a:pt x="35" y="70"/>
                    <a:pt x="31" y="72"/>
                  </a:cubicBezTo>
                  <a:cubicBezTo>
                    <a:pt x="31" y="71"/>
                    <a:pt x="30" y="71"/>
                    <a:pt x="29" y="71"/>
                  </a:cubicBezTo>
                  <a:cubicBezTo>
                    <a:pt x="30" y="73"/>
                    <a:pt x="27" y="72"/>
                    <a:pt x="29" y="73"/>
                  </a:cubicBezTo>
                  <a:cubicBezTo>
                    <a:pt x="30" y="73"/>
                    <a:pt x="31" y="74"/>
                    <a:pt x="32" y="73"/>
                  </a:cubicBezTo>
                  <a:cubicBezTo>
                    <a:pt x="31" y="75"/>
                    <a:pt x="29" y="79"/>
                    <a:pt x="28" y="80"/>
                  </a:cubicBezTo>
                  <a:cubicBezTo>
                    <a:pt x="28" y="80"/>
                    <a:pt x="29" y="81"/>
                    <a:pt x="29" y="81"/>
                  </a:cubicBezTo>
                  <a:cubicBezTo>
                    <a:pt x="27" y="80"/>
                    <a:pt x="26" y="82"/>
                    <a:pt x="26" y="84"/>
                  </a:cubicBezTo>
                  <a:cubicBezTo>
                    <a:pt x="27" y="84"/>
                    <a:pt x="27" y="84"/>
                    <a:pt x="27" y="84"/>
                  </a:cubicBezTo>
                  <a:cubicBezTo>
                    <a:pt x="25" y="85"/>
                    <a:pt x="25" y="85"/>
                    <a:pt x="25" y="85"/>
                  </a:cubicBezTo>
                  <a:cubicBezTo>
                    <a:pt x="25" y="86"/>
                    <a:pt x="27" y="86"/>
                    <a:pt x="26" y="87"/>
                  </a:cubicBezTo>
                  <a:cubicBezTo>
                    <a:pt x="25" y="87"/>
                    <a:pt x="25" y="87"/>
                    <a:pt x="25" y="87"/>
                  </a:cubicBezTo>
                  <a:cubicBezTo>
                    <a:pt x="25" y="89"/>
                    <a:pt x="26" y="92"/>
                    <a:pt x="24" y="93"/>
                  </a:cubicBezTo>
                  <a:cubicBezTo>
                    <a:pt x="22" y="94"/>
                    <a:pt x="22" y="94"/>
                    <a:pt x="22" y="94"/>
                  </a:cubicBezTo>
                  <a:cubicBezTo>
                    <a:pt x="22" y="95"/>
                    <a:pt x="23" y="96"/>
                    <a:pt x="24" y="95"/>
                  </a:cubicBezTo>
                  <a:cubicBezTo>
                    <a:pt x="22" y="98"/>
                    <a:pt x="22" y="100"/>
                    <a:pt x="20" y="100"/>
                  </a:cubicBezTo>
                  <a:cubicBezTo>
                    <a:pt x="22" y="106"/>
                    <a:pt x="21" y="113"/>
                    <a:pt x="21" y="119"/>
                  </a:cubicBezTo>
                  <a:cubicBezTo>
                    <a:pt x="20" y="118"/>
                    <a:pt x="20" y="118"/>
                    <a:pt x="20" y="118"/>
                  </a:cubicBezTo>
                  <a:cubicBezTo>
                    <a:pt x="19" y="120"/>
                    <a:pt x="21" y="119"/>
                    <a:pt x="21" y="120"/>
                  </a:cubicBezTo>
                  <a:cubicBezTo>
                    <a:pt x="20" y="120"/>
                    <a:pt x="19" y="121"/>
                    <a:pt x="18" y="120"/>
                  </a:cubicBezTo>
                  <a:cubicBezTo>
                    <a:pt x="17" y="122"/>
                    <a:pt x="20" y="123"/>
                    <a:pt x="20" y="124"/>
                  </a:cubicBezTo>
                  <a:cubicBezTo>
                    <a:pt x="21" y="125"/>
                    <a:pt x="19" y="123"/>
                    <a:pt x="21" y="124"/>
                  </a:cubicBezTo>
                  <a:cubicBezTo>
                    <a:pt x="21" y="124"/>
                    <a:pt x="20" y="127"/>
                    <a:pt x="22" y="127"/>
                  </a:cubicBezTo>
                  <a:cubicBezTo>
                    <a:pt x="21" y="127"/>
                    <a:pt x="20" y="127"/>
                    <a:pt x="19" y="127"/>
                  </a:cubicBezTo>
                  <a:cubicBezTo>
                    <a:pt x="20" y="128"/>
                    <a:pt x="20" y="128"/>
                    <a:pt x="20" y="128"/>
                  </a:cubicBezTo>
                  <a:cubicBezTo>
                    <a:pt x="18" y="130"/>
                    <a:pt x="16" y="125"/>
                    <a:pt x="14" y="126"/>
                  </a:cubicBezTo>
                  <a:cubicBezTo>
                    <a:pt x="14" y="128"/>
                    <a:pt x="14" y="128"/>
                    <a:pt x="14" y="128"/>
                  </a:cubicBezTo>
                  <a:cubicBezTo>
                    <a:pt x="12" y="129"/>
                    <a:pt x="12" y="124"/>
                    <a:pt x="11" y="128"/>
                  </a:cubicBezTo>
                  <a:cubicBezTo>
                    <a:pt x="12" y="129"/>
                    <a:pt x="15" y="130"/>
                    <a:pt x="16" y="129"/>
                  </a:cubicBezTo>
                  <a:cubicBezTo>
                    <a:pt x="16" y="132"/>
                    <a:pt x="20" y="130"/>
                    <a:pt x="20" y="133"/>
                  </a:cubicBezTo>
                  <a:cubicBezTo>
                    <a:pt x="19" y="134"/>
                    <a:pt x="19" y="131"/>
                    <a:pt x="18" y="131"/>
                  </a:cubicBezTo>
                  <a:cubicBezTo>
                    <a:pt x="17" y="133"/>
                    <a:pt x="19" y="134"/>
                    <a:pt x="19" y="135"/>
                  </a:cubicBezTo>
                  <a:cubicBezTo>
                    <a:pt x="19" y="134"/>
                    <a:pt x="21" y="135"/>
                    <a:pt x="22" y="136"/>
                  </a:cubicBezTo>
                  <a:cubicBezTo>
                    <a:pt x="21" y="137"/>
                    <a:pt x="20" y="135"/>
                    <a:pt x="20" y="137"/>
                  </a:cubicBezTo>
                  <a:cubicBezTo>
                    <a:pt x="21" y="137"/>
                    <a:pt x="22" y="139"/>
                    <a:pt x="23" y="137"/>
                  </a:cubicBezTo>
                  <a:cubicBezTo>
                    <a:pt x="25" y="138"/>
                    <a:pt x="23" y="140"/>
                    <a:pt x="24" y="140"/>
                  </a:cubicBezTo>
                  <a:cubicBezTo>
                    <a:pt x="23" y="141"/>
                    <a:pt x="20" y="139"/>
                    <a:pt x="20" y="141"/>
                  </a:cubicBezTo>
                  <a:cubicBezTo>
                    <a:pt x="21" y="141"/>
                    <a:pt x="23" y="144"/>
                    <a:pt x="25" y="142"/>
                  </a:cubicBezTo>
                  <a:cubicBezTo>
                    <a:pt x="25" y="143"/>
                    <a:pt x="23" y="143"/>
                    <a:pt x="22" y="143"/>
                  </a:cubicBezTo>
                  <a:cubicBezTo>
                    <a:pt x="22" y="145"/>
                    <a:pt x="26" y="145"/>
                    <a:pt x="23" y="146"/>
                  </a:cubicBezTo>
                  <a:cubicBezTo>
                    <a:pt x="25" y="146"/>
                    <a:pt x="25" y="146"/>
                    <a:pt x="25" y="146"/>
                  </a:cubicBezTo>
                  <a:cubicBezTo>
                    <a:pt x="25" y="147"/>
                    <a:pt x="24" y="148"/>
                    <a:pt x="24" y="149"/>
                  </a:cubicBezTo>
                  <a:cubicBezTo>
                    <a:pt x="24" y="150"/>
                    <a:pt x="27" y="151"/>
                    <a:pt x="25" y="152"/>
                  </a:cubicBezTo>
                  <a:cubicBezTo>
                    <a:pt x="25" y="152"/>
                    <a:pt x="26" y="155"/>
                    <a:pt x="27" y="153"/>
                  </a:cubicBezTo>
                  <a:cubicBezTo>
                    <a:pt x="27" y="151"/>
                    <a:pt x="25" y="152"/>
                    <a:pt x="27" y="150"/>
                  </a:cubicBezTo>
                  <a:cubicBezTo>
                    <a:pt x="26" y="152"/>
                    <a:pt x="28" y="153"/>
                    <a:pt x="29" y="153"/>
                  </a:cubicBezTo>
                  <a:cubicBezTo>
                    <a:pt x="28" y="154"/>
                    <a:pt x="28" y="154"/>
                    <a:pt x="28" y="154"/>
                  </a:cubicBezTo>
                  <a:cubicBezTo>
                    <a:pt x="29" y="154"/>
                    <a:pt x="29" y="156"/>
                    <a:pt x="30" y="156"/>
                  </a:cubicBezTo>
                  <a:cubicBezTo>
                    <a:pt x="30" y="155"/>
                    <a:pt x="29" y="156"/>
                    <a:pt x="29" y="156"/>
                  </a:cubicBezTo>
                  <a:cubicBezTo>
                    <a:pt x="31" y="156"/>
                    <a:pt x="31" y="156"/>
                    <a:pt x="31" y="156"/>
                  </a:cubicBezTo>
                  <a:cubicBezTo>
                    <a:pt x="32" y="158"/>
                    <a:pt x="29" y="158"/>
                    <a:pt x="30" y="160"/>
                  </a:cubicBezTo>
                  <a:cubicBezTo>
                    <a:pt x="28" y="159"/>
                    <a:pt x="28" y="159"/>
                    <a:pt x="28" y="159"/>
                  </a:cubicBezTo>
                  <a:cubicBezTo>
                    <a:pt x="29" y="159"/>
                    <a:pt x="28" y="160"/>
                    <a:pt x="29" y="161"/>
                  </a:cubicBezTo>
                  <a:cubicBezTo>
                    <a:pt x="30" y="161"/>
                    <a:pt x="32" y="161"/>
                    <a:pt x="33" y="161"/>
                  </a:cubicBezTo>
                  <a:cubicBezTo>
                    <a:pt x="34" y="162"/>
                    <a:pt x="32" y="162"/>
                    <a:pt x="34" y="163"/>
                  </a:cubicBezTo>
                  <a:cubicBezTo>
                    <a:pt x="31" y="162"/>
                    <a:pt x="31" y="162"/>
                    <a:pt x="31" y="162"/>
                  </a:cubicBezTo>
                  <a:cubicBezTo>
                    <a:pt x="31" y="162"/>
                    <a:pt x="30" y="164"/>
                    <a:pt x="31" y="166"/>
                  </a:cubicBezTo>
                  <a:cubicBezTo>
                    <a:pt x="32" y="167"/>
                    <a:pt x="34" y="167"/>
                    <a:pt x="34" y="165"/>
                  </a:cubicBezTo>
                  <a:cubicBezTo>
                    <a:pt x="34" y="166"/>
                    <a:pt x="34" y="168"/>
                    <a:pt x="33" y="168"/>
                  </a:cubicBezTo>
                  <a:cubicBezTo>
                    <a:pt x="34" y="169"/>
                    <a:pt x="34" y="167"/>
                    <a:pt x="36" y="168"/>
                  </a:cubicBezTo>
                  <a:cubicBezTo>
                    <a:pt x="35" y="169"/>
                    <a:pt x="35" y="172"/>
                    <a:pt x="35" y="173"/>
                  </a:cubicBezTo>
                  <a:cubicBezTo>
                    <a:pt x="32" y="173"/>
                    <a:pt x="32" y="173"/>
                    <a:pt x="32" y="173"/>
                  </a:cubicBezTo>
                  <a:cubicBezTo>
                    <a:pt x="32" y="174"/>
                    <a:pt x="32" y="174"/>
                    <a:pt x="32" y="174"/>
                  </a:cubicBezTo>
                  <a:cubicBezTo>
                    <a:pt x="30" y="173"/>
                    <a:pt x="32" y="175"/>
                    <a:pt x="30" y="175"/>
                  </a:cubicBezTo>
                  <a:cubicBezTo>
                    <a:pt x="30" y="176"/>
                    <a:pt x="31" y="177"/>
                    <a:pt x="32" y="177"/>
                  </a:cubicBezTo>
                  <a:cubicBezTo>
                    <a:pt x="33" y="174"/>
                    <a:pt x="36" y="178"/>
                    <a:pt x="38" y="176"/>
                  </a:cubicBezTo>
                  <a:cubicBezTo>
                    <a:pt x="41" y="179"/>
                    <a:pt x="34" y="181"/>
                    <a:pt x="39" y="182"/>
                  </a:cubicBezTo>
                  <a:cubicBezTo>
                    <a:pt x="39" y="181"/>
                    <a:pt x="42" y="182"/>
                    <a:pt x="40" y="180"/>
                  </a:cubicBezTo>
                  <a:cubicBezTo>
                    <a:pt x="41" y="182"/>
                    <a:pt x="43" y="180"/>
                    <a:pt x="44" y="183"/>
                  </a:cubicBezTo>
                  <a:cubicBezTo>
                    <a:pt x="42" y="182"/>
                    <a:pt x="42" y="186"/>
                    <a:pt x="39" y="185"/>
                  </a:cubicBezTo>
                  <a:cubicBezTo>
                    <a:pt x="40" y="184"/>
                    <a:pt x="39" y="183"/>
                    <a:pt x="39" y="183"/>
                  </a:cubicBezTo>
                  <a:cubicBezTo>
                    <a:pt x="38" y="184"/>
                    <a:pt x="36" y="184"/>
                    <a:pt x="37" y="186"/>
                  </a:cubicBezTo>
                  <a:cubicBezTo>
                    <a:pt x="38" y="187"/>
                    <a:pt x="39" y="188"/>
                    <a:pt x="40" y="188"/>
                  </a:cubicBezTo>
                  <a:cubicBezTo>
                    <a:pt x="42" y="187"/>
                    <a:pt x="39" y="186"/>
                    <a:pt x="41" y="186"/>
                  </a:cubicBezTo>
                  <a:cubicBezTo>
                    <a:pt x="43" y="188"/>
                    <a:pt x="41" y="189"/>
                    <a:pt x="44" y="189"/>
                  </a:cubicBezTo>
                  <a:cubicBezTo>
                    <a:pt x="43" y="188"/>
                    <a:pt x="44" y="187"/>
                    <a:pt x="45" y="186"/>
                  </a:cubicBezTo>
                  <a:cubicBezTo>
                    <a:pt x="47" y="188"/>
                    <a:pt x="47" y="188"/>
                    <a:pt x="47" y="188"/>
                  </a:cubicBezTo>
                  <a:cubicBezTo>
                    <a:pt x="45" y="188"/>
                    <a:pt x="45" y="188"/>
                    <a:pt x="45" y="188"/>
                  </a:cubicBezTo>
                  <a:cubicBezTo>
                    <a:pt x="46" y="191"/>
                    <a:pt x="48" y="188"/>
                    <a:pt x="49" y="190"/>
                  </a:cubicBezTo>
                  <a:cubicBezTo>
                    <a:pt x="48" y="193"/>
                    <a:pt x="48" y="193"/>
                    <a:pt x="48" y="193"/>
                  </a:cubicBezTo>
                  <a:cubicBezTo>
                    <a:pt x="46" y="193"/>
                    <a:pt x="46" y="188"/>
                    <a:pt x="44" y="190"/>
                  </a:cubicBezTo>
                  <a:cubicBezTo>
                    <a:pt x="45" y="192"/>
                    <a:pt x="46" y="192"/>
                    <a:pt x="47" y="194"/>
                  </a:cubicBezTo>
                  <a:cubicBezTo>
                    <a:pt x="46" y="193"/>
                    <a:pt x="46" y="193"/>
                    <a:pt x="46" y="193"/>
                  </a:cubicBezTo>
                  <a:cubicBezTo>
                    <a:pt x="46" y="194"/>
                    <a:pt x="43" y="196"/>
                    <a:pt x="46" y="198"/>
                  </a:cubicBezTo>
                  <a:cubicBezTo>
                    <a:pt x="48" y="198"/>
                    <a:pt x="47" y="197"/>
                    <a:pt x="48" y="197"/>
                  </a:cubicBezTo>
                  <a:cubicBezTo>
                    <a:pt x="50" y="200"/>
                    <a:pt x="52" y="200"/>
                    <a:pt x="53" y="202"/>
                  </a:cubicBezTo>
                  <a:cubicBezTo>
                    <a:pt x="51" y="202"/>
                    <a:pt x="54" y="205"/>
                    <a:pt x="51" y="204"/>
                  </a:cubicBezTo>
                  <a:cubicBezTo>
                    <a:pt x="52" y="203"/>
                    <a:pt x="49" y="198"/>
                    <a:pt x="47" y="198"/>
                  </a:cubicBezTo>
                  <a:cubicBezTo>
                    <a:pt x="46" y="201"/>
                    <a:pt x="46" y="196"/>
                    <a:pt x="44" y="197"/>
                  </a:cubicBezTo>
                  <a:cubicBezTo>
                    <a:pt x="45" y="199"/>
                    <a:pt x="43" y="200"/>
                    <a:pt x="42" y="201"/>
                  </a:cubicBezTo>
                  <a:cubicBezTo>
                    <a:pt x="42" y="202"/>
                    <a:pt x="43" y="202"/>
                    <a:pt x="43" y="202"/>
                  </a:cubicBezTo>
                  <a:cubicBezTo>
                    <a:pt x="45" y="202"/>
                    <a:pt x="44" y="201"/>
                    <a:pt x="46" y="200"/>
                  </a:cubicBezTo>
                  <a:cubicBezTo>
                    <a:pt x="47" y="203"/>
                    <a:pt x="49" y="205"/>
                    <a:pt x="51" y="206"/>
                  </a:cubicBezTo>
                  <a:cubicBezTo>
                    <a:pt x="51" y="207"/>
                    <a:pt x="49" y="208"/>
                    <a:pt x="48" y="207"/>
                  </a:cubicBezTo>
                  <a:cubicBezTo>
                    <a:pt x="50" y="209"/>
                    <a:pt x="52" y="213"/>
                    <a:pt x="53" y="216"/>
                  </a:cubicBezTo>
                  <a:cubicBezTo>
                    <a:pt x="54" y="213"/>
                    <a:pt x="55" y="219"/>
                    <a:pt x="57" y="217"/>
                  </a:cubicBezTo>
                  <a:cubicBezTo>
                    <a:pt x="56" y="215"/>
                    <a:pt x="57" y="213"/>
                    <a:pt x="58" y="213"/>
                  </a:cubicBezTo>
                  <a:cubicBezTo>
                    <a:pt x="59" y="214"/>
                    <a:pt x="57" y="214"/>
                    <a:pt x="57" y="214"/>
                  </a:cubicBezTo>
                  <a:cubicBezTo>
                    <a:pt x="59" y="215"/>
                    <a:pt x="56" y="217"/>
                    <a:pt x="59" y="218"/>
                  </a:cubicBezTo>
                  <a:cubicBezTo>
                    <a:pt x="57" y="215"/>
                    <a:pt x="56" y="218"/>
                    <a:pt x="54" y="219"/>
                  </a:cubicBezTo>
                  <a:cubicBezTo>
                    <a:pt x="56" y="220"/>
                    <a:pt x="53" y="219"/>
                    <a:pt x="54" y="221"/>
                  </a:cubicBezTo>
                  <a:cubicBezTo>
                    <a:pt x="56" y="223"/>
                    <a:pt x="58" y="225"/>
                    <a:pt x="59" y="227"/>
                  </a:cubicBezTo>
                  <a:cubicBezTo>
                    <a:pt x="59" y="231"/>
                    <a:pt x="63" y="235"/>
                    <a:pt x="63" y="238"/>
                  </a:cubicBezTo>
                  <a:cubicBezTo>
                    <a:pt x="63" y="240"/>
                    <a:pt x="61" y="239"/>
                    <a:pt x="61" y="241"/>
                  </a:cubicBezTo>
                  <a:cubicBezTo>
                    <a:pt x="61" y="243"/>
                    <a:pt x="62" y="239"/>
                    <a:pt x="62" y="242"/>
                  </a:cubicBezTo>
                  <a:cubicBezTo>
                    <a:pt x="62" y="242"/>
                    <a:pt x="62" y="242"/>
                    <a:pt x="62" y="242"/>
                  </a:cubicBezTo>
                  <a:cubicBezTo>
                    <a:pt x="63" y="243"/>
                    <a:pt x="62" y="247"/>
                    <a:pt x="65" y="247"/>
                  </a:cubicBezTo>
                  <a:cubicBezTo>
                    <a:pt x="63" y="247"/>
                    <a:pt x="63" y="247"/>
                    <a:pt x="63" y="247"/>
                  </a:cubicBezTo>
                  <a:cubicBezTo>
                    <a:pt x="63" y="248"/>
                    <a:pt x="63" y="248"/>
                    <a:pt x="64" y="248"/>
                  </a:cubicBezTo>
                  <a:cubicBezTo>
                    <a:pt x="63" y="248"/>
                    <a:pt x="62" y="249"/>
                    <a:pt x="62" y="248"/>
                  </a:cubicBezTo>
                  <a:cubicBezTo>
                    <a:pt x="60" y="251"/>
                    <a:pt x="63" y="252"/>
                    <a:pt x="63" y="254"/>
                  </a:cubicBezTo>
                  <a:cubicBezTo>
                    <a:pt x="64" y="252"/>
                    <a:pt x="64" y="252"/>
                    <a:pt x="64" y="252"/>
                  </a:cubicBezTo>
                  <a:cubicBezTo>
                    <a:pt x="66" y="255"/>
                    <a:pt x="65" y="258"/>
                    <a:pt x="66" y="261"/>
                  </a:cubicBezTo>
                  <a:cubicBezTo>
                    <a:pt x="64" y="261"/>
                    <a:pt x="64" y="261"/>
                    <a:pt x="64" y="261"/>
                  </a:cubicBezTo>
                  <a:cubicBezTo>
                    <a:pt x="65" y="263"/>
                    <a:pt x="65" y="263"/>
                    <a:pt x="65" y="263"/>
                  </a:cubicBezTo>
                  <a:cubicBezTo>
                    <a:pt x="64" y="262"/>
                    <a:pt x="63" y="264"/>
                    <a:pt x="64" y="265"/>
                  </a:cubicBezTo>
                  <a:cubicBezTo>
                    <a:pt x="61" y="261"/>
                    <a:pt x="61" y="261"/>
                    <a:pt x="61" y="261"/>
                  </a:cubicBezTo>
                  <a:cubicBezTo>
                    <a:pt x="61" y="259"/>
                    <a:pt x="62" y="262"/>
                    <a:pt x="64" y="261"/>
                  </a:cubicBezTo>
                  <a:cubicBezTo>
                    <a:pt x="65" y="260"/>
                    <a:pt x="64" y="257"/>
                    <a:pt x="63" y="257"/>
                  </a:cubicBezTo>
                  <a:cubicBezTo>
                    <a:pt x="63" y="258"/>
                    <a:pt x="63" y="258"/>
                    <a:pt x="64" y="259"/>
                  </a:cubicBezTo>
                  <a:cubicBezTo>
                    <a:pt x="62" y="259"/>
                    <a:pt x="62" y="258"/>
                    <a:pt x="60" y="257"/>
                  </a:cubicBezTo>
                  <a:cubicBezTo>
                    <a:pt x="60" y="258"/>
                    <a:pt x="60" y="259"/>
                    <a:pt x="61" y="259"/>
                  </a:cubicBezTo>
                  <a:cubicBezTo>
                    <a:pt x="60" y="258"/>
                    <a:pt x="59" y="257"/>
                    <a:pt x="59" y="255"/>
                  </a:cubicBezTo>
                  <a:cubicBezTo>
                    <a:pt x="60" y="256"/>
                    <a:pt x="60" y="254"/>
                    <a:pt x="60" y="254"/>
                  </a:cubicBezTo>
                  <a:cubicBezTo>
                    <a:pt x="59" y="254"/>
                    <a:pt x="58" y="253"/>
                    <a:pt x="58" y="251"/>
                  </a:cubicBezTo>
                  <a:cubicBezTo>
                    <a:pt x="60" y="249"/>
                    <a:pt x="56" y="247"/>
                    <a:pt x="56" y="244"/>
                  </a:cubicBezTo>
                  <a:cubicBezTo>
                    <a:pt x="57" y="245"/>
                    <a:pt x="59" y="246"/>
                    <a:pt x="60" y="247"/>
                  </a:cubicBezTo>
                  <a:cubicBezTo>
                    <a:pt x="61" y="245"/>
                    <a:pt x="60" y="245"/>
                    <a:pt x="60" y="243"/>
                  </a:cubicBezTo>
                  <a:cubicBezTo>
                    <a:pt x="59" y="243"/>
                    <a:pt x="57" y="243"/>
                    <a:pt x="55" y="241"/>
                  </a:cubicBezTo>
                  <a:cubicBezTo>
                    <a:pt x="56" y="241"/>
                    <a:pt x="56" y="241"/>
                    <a:pt x="56" y="241"/>
                  </a:cubicBezTo>
                  <a:cubicBezTo>
                    <a:pt x="55" y="239"/>
                    <a:pt x="54" y="240"/>
                    <a:pt x="53" y="237"/>
                  </a:cubicBezTo>
                  <a:cubicBezTo>
                    <a:pt x="52" y="233"/>
                    <a:pt x="50" y="229"/>
                    <a:pt x="49" y="226"/>
                  </a:cubicBezTo>
                  <a:cubicBezTo>
                    <a:pt x="50" y="225"/>
                    <a:pt x="50" y="225"/>
                    <a:pt x="50" y="225"/>
                  </a:cubicBezTo>
                  <a:cubicBezTo>
                    <a:pt x="47" y="225"/>
                    <a:pt x="46" y="220"/>
                    <a:pt x="44" y="219"/>
                  </a:cubicBezTo>
                  <a:cubicBezTo>
                    <a:pt x="43" y="214"/>
                    <a:pt x="39" y="211"/>
                    <a:pt x="40" y="208"/>
                  </a:cubicBezTo>
                  <a:cubicBezTo>
                    <a:pt x="35" y="202"/>
                    <a:pt x="31" y="197"/>
                    <a:pt x="28" y="190"/>
                  </a:cubicBezTo>
                  <a:cubicBezTo>
                    <a:pt x="30" y="190"/>
                    <a:pt x="30" y="190"/>
                    <a:pt x="30" y="190"/>
                  </a:cubicBezTo>
                  <a:cubicBezTo>
                    <a:pt x="28" y="189"/>
                    <a:pt x="30" y="189"/>
                    <a:pt x="30" y="188"/>
                  </a:cubicBezTo>
                  <a:cubicBezTo>
                    <a:pt x="29" y="190"/>
                    <a:pt x="27" y="187"/>
                    <a:pt x="26" y="187"/>
                  </a:cubicBezTo>
                  <a:cubicBezTo>
                    <a:pt x="25" y="183"/>
                    <a:pt x="22" y="179"/>
                    <a:pt x="19" y="177"/>
                  </a:cubicBezTo>
                  <a:cubicBezTo>
                    <a:pt x="20" y="177"/>
                    <a:pt x="20" y="177"/>
                    <a:pt x="20" y="177"/>
                  </a:cubicBezTo>
                  <a:cubicBezTo>
                    <a:pt x="17" y="175"/>
                    <a:pt x="17" y="170"/>
                    <a:pt x="16" y="167"/>
                  </a:cubicBezTo>
                  <a:cubicBezTo>
                    <a:pt x="16" y="166"/>
                    <a:pt x="17" y="165"/>
                    <a:pt x="16" y="164"/>
                  </a:cubicBezTo>
                  <a:cubicBezTo>
                    <a:pt x="14" y="163"/>
                    <a:pt x="13" y="162"/>
                    <a:pt x="11" y="159"/>
                  </a:cubicBezTo>
                  <a:cubicBezTo>
                    <a:pt x="10" y="157"/>
                    <a:pt x="9" y="153"/>
                    <a:pt x="9" y="151"/>
                  </a:cubicBezTo>
                  <a:cubicBezTo>
                    <a:pt x="4" y="143"/>
                    <a:pt x="4" y="133"/>
                    <a:pt x="2" y="123"/>
                  </a:cubicBezTo>
                  <a:cubicBezTo>
                    <a:pt x="4" y="123"/>
                    <a:pt x="4" y="123"/>
                    <a:pt x="4" y="123"/>
                  </a:cubicBezTo>
                  <a:cubicBezTo>
                    <a:pt x="0" y="113"/>
                    <a:pt x="5" y="102"/>
                    <a:pt x="5" y="95"/>
                  </a:cubicBezTo>
                  <a:cubicBezTo>
                    <a:pt x="7" y="96"/>
                    <a:pt x="7" y="96"/>
                    <a:pt x="7" y="96"/>
                  </a:cubicBezTo>
                  <a:cubicBezTo>
                    <a:pt x="9" y="94"/>
                    <a:pt x="8" y="90"/>
                    <a:pt x="6" y="90"/>
                  </a:cubicBezTo>
                  <a:cubicBezTo>
                    <a:pt x="8" y="88"/>
                    <a:pt x="7" y="84"/>
                    <a:pt x="9" y="83"/>
                  </a:cubicBezTo>
                  <a:cubicBezTo>
                    <a:pt x="11" y="81"/>
                    <a:pt x="9" y="80"/>
                    <a:pt x="10" y="78"/>
                  </a:cubicBezTo>
                  <a:cubicBezTo>
                    <a:pt x="13" y="74"/>
                    <a:pt x="13" y="72"/>
                    <a:pt x="15" y="67"/>
                  </a:cubicBezTo>
                  <a:cubicBezTo>
                    <a:pt x="14" y="68"/>
                    <a:pt x="14" y="68"/>
                    <a:pt x="14" y="68"/>
                  </a:cubicBezTo>
                  <a:cubicBezTo>
                    <a:pt x="14" y="69"/>
                    <a:pt x="15" y="70"/>
                    <a:pt x="16" y="69"/>
                  </a:cubicBezTo>
                  <a:cubicBezTo>
                    <a:pt x="16" y="67"/>
                    <a:pt x="20" y="63"/>
                    <a:pt x="16" y="63"/>
                  </a:cubicBezTo>
                  <a:cubicBezTo>
                    <a:pt x="20" y="60"/>
                    <a:pt x="21" y="52"/>
                    <a:pt x="26" y="50"/>
                  </a:cubicBezTo>
                  <a:cubicBezTo>
                    <a:pt x="25" y="50"/>
                    <a:pt x="25" y="48"/>
                    <a:pt x="25" y="48"/>
                  </a:cubicBezTo>
                  <a:cubicBezTo>
                    <a:pt x="28" y="44"/>
                    <a:pt x="32" y="41"/>
                    <a:pt x="33" y="38"/>
                  </a:cubicBezTo>
                  <a:cubicBezTo>
                    <a:pt x="34" y="38"/>
                    <a:pt x="34" y="40"/>
                    <a:pt x="35" y="38"/>
                  </a:cubicBezTo>
                  <a:cubicBezTo>
                    <a:pt x="35" y="37"/>
                    <a:pt x="34" y="38"/>
                    <a:pt x="35" y="36"/>
                  </a:cubicBezTo>
                  <a:cubicBezTo>
                    <a:pt x="38" y="30"/>
                    <a:pt x="47" y="27"/>
                    <a:pt x="51" y="23"/>
                  </a:cubicBezTo>
                  <a:cubicBezTo>
                    <a:pt x="60" y="15"/>
                    <a:pt x="71" y="9"/>
                    <a:pt x="82" y="5"/>
                  </a:cubicBezTo>
                  <a:cubicBezTo>
                    <a:pt x="82" y="6"/>
                    <a:pt x="82" y="6"/>
                    <a:pt x="82" y="6"/>
                  </a:cubicBezTo>
                  <a:cubicBezTo>
                    <a:pt x="85" y="2"/>
                    <a:pt x="91" y="5"/>
                    <a:pt x="94" y="2"/>
                  </a:cubicBezTo>
                  <a:cubicBezTo>
                    <a:pt x="95" y="2"/>
                    <a:pt x="97" y="1"/>
                    <a:pt x="97" y="2"/>
                  </a:cubicBezTo>
                  <a:cubicBezTo>
                    <a:pt x="99" y="0"/>
                    <a:pt x="105" y="2"/>
                    <a:pt x="109" y="0"/>
                  </a:cubicBezTo>
                  <a:cubicBezTo>
                    <a:pt x="108" y="1"/>
                    <a:pt x="108" y="1"/>
                    <a:pt x="108" y="1"/>
                  </a:cubicBezTo>
                  <a:cubicBezTo>
                    <a:pt x="113" y="2"/>
                    <a:pt x="117" y="0"/>
                    <a:pt x="121" y="1"/>
                  </a:cubicBezTo>
                  <a:cubicBezTo>
                    <a:pt x="121" y="1"/>
                    <a:pt x="120" y="1"/>
                    <a:pt x="120" y="2"/>
                  </a:cubicBezTo>
                  <a:cubicBezTo>
                    <a:pt x="121" y="3"/>
                    <a:pt x="124" y="0"/>
                    <a:pt x="125" y="3"/>
                  </a:cubicBezTo>
                  <a:cubicBezTo>
                    <a:pt x="126" y="3"/>
                    <a:pt x="125" y="1"/>
                    <a:pt x="125" y="1"/>
                  </a:cubicBezTo>
                  <a:cubicBezTo>
                    <a:pt x="135" y="3"/>
                    <a:pt x="145" y="3"/>
                    <a:pt x="156" y="5"/>
                  </a:cubicBezTo>
                  <a:cubicBezTo>
                    <a:pt x="162" y="9"/>
                    <a:pt x="155" y="10"/>
                    <a:pt x="161" y="10"/>
                  </a:cubicBezTo>
                  <a:cubicBezTo>
                    <a:pt x="161" y="10"/>
                    <a:pt x="162" y="9"/>
                    <a:pt x="161" y="9"/>
                  </a:cubicBezTo>
                  <a:cubicBezTo>
                    <a:pt x="164" y="9"/>
                    <a:pt x="164" y="13"/>
                    <a:pt x="166" y="13"/>
                  </a:cubicBezTo>
                  <a:cubicBezTo>
                    <a:pt x="166" y="11"/>
                    <a:pt x="167" y="12"/>
                    <a:pt x="167" y="11"/>
                  </a:cubicBezTo>
                  <a:cubicBezTo>
                    <a:pt x="171" y="14"/>
                    <a:pt x="171" y="16"/>
                    <a:pt x="175" y="16"/>
                  </a:cubicBezTo>
                  <a:cubicBezTo>
                    <a:pt x="174" y="17"/>
                    <a:pt x="174" y="17"/>
                    <a:pt x="174" y="17"/>
                  </a:cubicBezTo>
                  <a:cubicBezTo>
                    <a:pt x="180" y="16"/>
                    <a:pt x="183" y="20"/>
                    <a:pt x="188" y="19"/>
                  </a:cubicBezTo>
                  <a:cubicBezTo>
                    <a:pt x="208" y="32"/>
                    <a:pt x="224" y="51"/>
                    <a:pt x="233" y="72"/>
                  </a:cubicBezTo>
                  <a:cubicBezTo>
                    <a:pt x="241" y="94"/>
                    <a:pt x="245" y="117"/>
                    <a:pt x="239" y="141"/>
                  </a:cubicBezTo>
                  <a:cubicBezTo>
                    <a:pt x="236" y="146"/>
                    <a:pt x="236" y="146"/>
                    <a:pt x="235" y="152"/>
                  </a:cubicBezTo>
                  <a:cubicBezTo>
                    <a:pt x="235" y="152"/>
                    <a:pt x="235" y="151"/>
                    <a:pt x="234" y="152"/>
                  </a:cubicBezTo>
                  <a:cubicBezTo>
                    <a:pt x="236" y="153"/>
                    <a:pt x="233" y="156"/>
                    <a:pt x="234" y="157"/>
                  </a:cubicBezTo>
                  <a:cubicBezTo>
                    <a:pt x="231" y="165"/>
                    <a:pt x="227" y="172"/>
                    <a:pt x="222" y="180"/>
                  </a:cubicBezTo>
                  <a:cubicBezTo>
                    <a:pt x="223" y="179"/>
                    <a:pt x="222" y="177"/>
                    <a:pt x="221" y="179"/>
                  </a:cubicBezTo>
                  <a:cubicBezTo>
                    <a:pt x="221" y="181"/>
                    <a:pt x="221" y="181"/>
                    <a:pt x="221" y="181"/>
                  </a:cubicBezTo>
                  <a:cubicBezTo>
                    <a:pt x="221" y="181"/>
                    <a:pt x="221" y="181"/>
                    <a:pt x="221" y="181"/>
                  </a:cubicBezTo>
                  <a:cubicBezTo>
                    <a:pt x="220" y="182"/>
                    <a:pt x="221" y="183"/>
                    <a:pt x="222" y="183"/>
                  </a:cubicBezTo>
                  <a:cubicBezTo>
                    <a:pt x="210" y="202"/>
                    <a:pt x="192" y="213"/>
                    <a:pt x="179" y="228"/>
                  </a:cubicBezTo>
                  <a:cubicBezTo>
                    <a:pt x="176" y="230"/>
                    <a:pt x="172" y="236"/>
                    <a:pt x="170" y="240"/>
                  </a:cubicBezTo>
                  <a:cubicBezTo>
                    <a:pt x="159" y="249"/>
                    <a:pt x="153" y="260"/>
                    <a:pt x="152" y="274"/>
                  </a:cubicBezTo>
                  <a:cubicBezTo>
                    <a:pt x="152" y="274"/>
                    <a:pt x="148" y="272"/>
                    <a:pt x="148" y="2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p:nvPr/>
          </p:nvSpPr>
          <p:spPr bwMode="auto">
            <a:xfrm>
              <a:off x="9121775" y="3151188"/>
              <a:ext cx="11112" cy="11113"/>
            </a:xfrm>
            <a:custGeom>
              <a:avLst/>
              <a:gdLst>
                <a:gd name="T0" fmla="*/ 0 w 3"/>
                <a:gd name="T1" fmla="*/ 2 h 3"/>
                <a:gd name="T2" fmla="*/ 3 w 3"/>
                <a:gd name="T3" fmla="*/ 1 h 3"/>
                <a:gd name="T4" fmla="*/ 0 w 3"/>
                <a:gd name="T5" fmla="*/ 2 h 3"/>
              </a:gdLst>
              <a:ahLst/>
              <a:cxnLst>
                <a:cxn ang="0">
                  <a:pos x="T0" y="T1"/>
                </a:cxn>
                <a:cxn ang="0">
                  <a:pos x="T2" y="T3"/>
                </a:cxn>
                <a:cxn ang="0">
                  <a:pos x="T4" y="T5"/>
                </a:cxn>
              </a:cxnLst>
              <a:rect l="0" t="0" r="r" b="b"/>
              <a:pathLst>
                <a:path w="3" h="3">
                  <a:moveTo>
                    <a:pt x="0" y="2"/>
                  </a:moveTo>
                  <a:cubicBezTo>
                    <a:pt x="1" y="2"/>
                    <a:pt x="2" y="0"/>
                    <a:pt x="3" y="1"/>
                  </a:cubicBezTo>
                  <a:cubicBezTo>
                    <a:pt x="2" y="2"/>
                    <a:pt x="1" y="3"/>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p:nvSpPr>
          <p:spPr bwMode="auto">
            <a:xfrm>
              <a:off x="9110663" y="2973388"/>
              <a:ext cx="7937" cy="4763"/>
            </a:xfrm>
            <a:custGeom>
              <a:avLst/>
              <a:gdLst>
                <a:gd name="T0" fmla="*/ 0 w 2"/>
                <a:gd name="T1" fmla="*/ 1 h 1"/>
                <a:gd name="T2" fmla="*/ 0 w 2"/>
                <a:gd name="T3" fmla="*/ 0 h 1"/>
                <a:gd name="T4" fmla="*/ 1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0" y="0"/>
                  </a:cubicBezTo>
                  <a:cubicBezTo>
                    <a:pt x="1"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9"/>
            <p:cNvSpPr/>
            <p:nvPr/>
          </p:nvSpPr>
          <p:spPr bwMode="auto">
            <a:xfrm>
              <a:off x="9091613" y="2936876"/>
              <a:ext cx="15875" cy="11113"/>
            </a:xfrm>
            <a:custGeom>
              <a:avLst/>
              <a:gdLst>
                <a:gd name="T0" fmla="*/ 0 w 4"/>
                <a:gd name="T1" fmla="*/ 0 h 3"/>
                <a:gd name="T2" fmla="*/ 4 w 4"/>
                <a:gd name="T3" fmla="*/ 3 h 3"/>
                <a:gd name="T4" fmla="*/ 0 w 4"/>
                <a:gd name="T5" fmla="*/ 0 h 3"/>
              </a:gdLst>
              <a:ahLst/>
              <a:cxnLst>
                <a:cxn ang="0">
                  <a:pos x="T0" y="T1"/>
                </a:cxn>
                <a:cxn ang="0">
                  <a:pos x="T2" y="T3"/>
                </a:cxn>
                <a:cxn ang="0">
                  <a:pos x="T4" y="T5"/>
                </a:cxn>
              </a:cxnLst>
              <a:rect l="0" t="0" r="r" b="b"/>
              <a:pathLst>
                <a:path w="4" h="3">
                  <a:moveTo>
                    <a:pt x="0" y="0"/>
                  </a:moveTo>
                  <a:cubicBezTo>
                    <a:pt x="1" y="0"/>
                    <a:pt x="3" y="2"/>
                    <a:pt x="4"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0"/>
            <p:cNvSpPr/>
            <p:nvPr/>
          </p:nvSpPr>
          <p:spPr bwMode="auto">
            <a:xfrm>
              <a:off x="9085263" y="2887663"/>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0" y="0"/>
                    <a:pt x="0" y="0"/>
                    <a:pt x="1" y="1"/>
                  </a:cubicBezTo>
                  <a:cubicBezTo>
                    <a:pt x="1"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p:nvPr/>
          </p:nvSpPr>
          <p:spPr bwMode="auto">
            <a:xfrm>
              <a:off x="9072563" y="2882901"/>
              <a:ext cx="7937" cy="12700"/>
            </a:xfrm>
            <a:custGeom>
              <a:avLst/>
              <a:gdLst>
                <a:gd name="T0" fmla="*/ 1 w 2"/>
                <a:gd name="T1" fmla="*/ 3 h 3"/>
                <a:gd name="T2" fmla="*/ 1 w 2"/>
                <a:gd name="T3" fmla="*/ 0 h 3"/>
                <a:gd name="T4" fmla="*/ 1 w 2"/>
                <a:gd name="T5" fmla="*/ 3 h 3"/>
              </a:gdLst>
              <a:ahLst/>
              <a:cxnLst>
                <a:cxn ang="0">
                  <a:pos x="T0" y="T1"/>
                </a:cxn>
                <a:cxn ang="0">
                  <a:pos x="T2" y="T3"/>
                </a:cxn>
                <a:cxn ang="0">
                  <a:pos x="T4" y="T5"/>
                </a:cxn>
              </a:cxnLst>
              <a:rect l="0" t="0" r="r" b="b"/>
              <a:pathLst>
                <a:path w="2" h="3">
                  <a:moveTo>
                    <a:pt x="1" y="3"/>
                  </a:moveTo>
                  <a:cubicBezTo>
                    <a:pt x="0" y="2"/>
                    <a:pt x="0" y="1"/>
                    <a:pt x="1" y="0"/>
                  </a:cubicBezTo>
                  <a:cubicBezTo>
                    <a:pt x="0" y="1"/>
                    <a:pt x="2"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2"/>
            <p:cNvSpPr/>
            <p:nvPr/>
          </p:nvSpPr>
          <p:spPr bwMode="auto">
            <a:xfrm>
              <a:off x="9036050" y="2800351"/>
              <a:ext cx="11112" cy="7938"/>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1" y="2"/>
                    <a:pt x="0" y="1"/>
                    <a:pt x="1" y="0"/>
                  </a:cubicBezTo>
                  <a:cubicBezTo>
                    <a:pt x="0" y="1"/>
                    <a:pt x="3"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3"/>
            <p:cNvSpPr/>
            <p:nvPr/>
          </p:nvSpPr>
          <p:spPr bwMode="auto">
            <a:xfrm>
              <a:off x="9017000" y="2767013"/>
              <a:ext cx="3175" cy="7938"/>
            </a:xfrm>
            <a:custGeom>
              <a:avLst/>
              <a:gdLst>
                <a:gd name="T0" fmla="*/ 0 w 1"/>
                <a:gd name="T1" fmla="*/ 2 h 2"/>
                <a:gd name="T2" fmla="*/ 0 w 1"/>
                <a:gd name="T3" fmla="*/ 1 h 2"/>
                <a:gd name="T4" fmla="*/ 1 w 1"/>
                <a:gd name="T5" fmla="*/ 1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0" y="1"/>
                    <a:pt x="0" y="1"/>
                  </a:cubicBezTo>
                  <a:cubicBezTo>
                    <a:pt x="0" y="0"/>
                    <a:pt x="1" y="1"/>
                    <a:pt x="1" y="1"/>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9283700" y="2217738"/>
              <a:ext cx="4762" cy="3175"/>
            </a:xfrm>
            <a:custGeom>
              <a:avLst/>
              <a:gdLst>
                <a:gd name="T0" fmla="*/ 3 w 3"/>
                <a:gd name="T1" fmla="*/ 0 h 2"/>
                <a:gd name="T2" fmla="*/ 0 w 3"/>
                <a:gd name="T3" fmla="*/ 2 h 2"/>
                <a:gd name="T4" fmla="*/ 0 w 3"/>
                <a:gd name="T5" fmla="*/ 0 h 2"/>
                <a:gd name="T6" fmla="*/ 3 w 3"/>
                <a:gd name="T7" fmla="*/ 0 h 2"/>
              </a:gdLst>
              <a:ahLst/>
              <a:cxnLst>
                <a:cxn ang="0">
                  <a:pos x="T0" y="T1"/>
                </a:cxn>
                <a:cxn ang="0">
                  <a:pos x="T2" y="T3"/>
                </a:cxn>
                <a:cxn ang="0">
                  <a:pos x="T4" y="T5"/>
                </a:cxn>
                <a:cxn ang="0">
                  <a:pos x="T6" y="T7"/>
                </a:cxn>
              </a:cxnLst>
              <a:rect l="0" t="0" r="r" b="b"/>
              <a:pathLst>
                <a:path w="3" h="2">
                  <a:moveTo>
                    <a:pt x="3" y="0"/>
                  </a:moveTo>
                  <a:lnTo>
                    <a:pt x="0" y="2"/>
                  </a:lnTo>
                  <a:lnTo>
                    <a:pt x="0" y="0"/>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5"/>
            <p:cNvSpPr/>
            <p:nvPr/>
          </p:nvSpPr>
          <p:spPr bwMode="auto">
            <a:xfrm>
              <a:off x="9588500" y="2297113"/>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2" y="0"/>
                    <a:pt x="1" y="1"/>
                    <a:pt x="1" y="1"/>
                  </a:cubicBezTo>
                  <a:cubicBezTo>
                    <a:pt x="0" y="1"/>
                    <a:pt x="2"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6"/>
            <p:cNvSpPr/>
            <p:nvPr/>
          </p:nvSpPr>
          <p:spPr bwMode="auto">
            <a:xfrm>
              <a:off x="9709150" y="2420938"/>
              <a:ext cx="7937" cy="3175"/>
            </a:xfrm>
            <a:custGeom>
              <a:avLst/>
              <a:gdLst>
                <a:gd name="T0" fmla="*/ 0 w 5"/>
                <a:gd name="T1" fmla="*/ 2 h 2"/>
                <a:gd name="T2" fmla="*/ 0 w 5"/>
                <a:gd name="T3" fmla="*/ 0 h 2"/>
                <a:gd name="T4" fmla="*/ 5 w 5"/>
                <a:gd name="T5" fmla="*/ 0 h 2"/>
                <a:gd name="T6" fmla="*/ 0 w 5"/>
                <a:gd name="T7" fmla="*/ 2 h 2"/>
              </a:gdLst>
              <a:ahLst/>
              <a:cxnLst>
                <a:cxn ang="0">
                  <a:pos x="T0" y="T1"/>
                </a:cxn>
                <a:cxn ang="0">
                  <a:pos x="T2" y="T3"/>
                </a:cxn>
                <a:cxn ang="0">
                  <a:pos x="T4" y="T5"/>
                </a:cxn>
                <a:cxn ang="0">
                  <a:pos x="T6" y="T7"/>
                </a:cxn>
              </a:cxnLst>
              <a:rect l="0" t="0" r="r" b="b"/>
              <a:pathLst>
                <a:path w="5" h="2">
                  <a:moveTo>
                    <a:pt x="0" y="2"/>
                  </a:moveTo>
                  <a:lnTo>
                    <a:pt x="0" y="0"/>
                  </a:lnTo>
                  <a:lnTo>
                    <a:pt x="5"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7"/>
            <p:cNvSpPr/>
            <p:nvPr/>
          </p:nvSpPr>
          <p:spPr bwMode="auto">
            <a:xfrm>
              <a:off x="9107488" y="3151188"/>
              <a:ext cx="22225" cy="6350"/>
            </a:xfrm>
            <a:custGeom>
              <a:avLst/>
              <a:gdLst>
                <a:gd name="T0" fmla="*/ 4 w 6"/>
                <a:gd name="T1" fmla="*/ 0 h 2"/>
                <a:gd name="T2" fmla="*/ 2 w 6"/>
                <a:gd name="T3" fmla="*/ 1 h 2"/>
                <a:gd name="T4" fmla="*/ 4 w 6"/>
                <a:gd name="T5" fmla="*/ 0 h 2"/>
              </a:gdLst>
              <a:ahLst/>
              <a:cxnLst>
                <a:cxn ang="0">
                  <a:pos x="T0" y="T1"/>
                </a:cxn>
                <a:cxn ang="0">
                  <a:pos x="T2" y="T3"/>
                </a:cxn>
                <a:cxn ang="0">
                  <a:pos x="T4" y="T5"/>
                </a:cxn>
              </a:cxnLst>
              <a:rect l="0" t="0" r="r" b="b"/>
              <a:pathLst>
                <a:path w="6" h="2">
                  <a:moveTo>
                    <a:pt x="4" y="0"/>
                  </a:moveTo>
                  <a:cubicBezTo>
                    <a:pt x="0" y="1"/>
                    <a:pt x="6" y="2"/>
                    <a:pt x="2" y="1"/>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8"/>
            <p:cNvSpPr/>
            <p:nvPr/>
          </p:nvSpPr>
          <p:spPr bwMode="auto">
            <a:xfrm>
              <a:off x="8783638" y="3152777"/>
              <a:ext cx="703262" cy="1362075"/>
            </a:xfrm>
            <a:custGeom>
              <a:avLst/>
              <a:gdLst>
                <a:gd name="T0" fmla="*/ 73 w 187"/>
                <a:gd name="T1" fmla="*/ 274 h 362"/>
                <a:gd name="T2" fmla="*/ 105 w 187"/>
                <a:gd name="T3" fmla="*/ 211 h 362"/>
                <a:gd name="T4" fmla="*/ 107 w 187"/>
                <a:gd name="T5" fmla="*/ 187 h 362"/>
                <a:gd name="T6" fmla="*/ 105 w 187"/>
                <a:gd name="T7" fmla="*/ 126 h 362"/>
                <a:gd name="T8" fmla="*/ 135 w 187"/>
                <a:gd name="T9" fmla="*/ 109 h 362"/>
                <a:gd name="T10" fmla="*/ 98 w 187"/>
                <a:gd name="T11" fmla="*/ 101 h 362"/>
                <a:gd name="T12" fmla="*/ 110 w 187"/>
                <a:gd name="T13" fmla="*/ 86 h 362"/>
                <a:gd name="T14" fmla="*/ 143 w 187"/>
                <a:gd name="T15" fmla="*/ 78 h 362"/>
                <a:gd name="T16" fmla="*/ 169 w 187"/>
                <a:gd name="T17" fmla="*/ 72 h 362"/>
                <a:gd name="T18" fmla="*/ 166 w 187"/>
                <a:gd name="T19" fmla="*/ 85 h 362"/>
                <a:gd name="T20" fmla="*/ 168 w 187"/>
                <a:gd name="T21" fmla="*/ 83 h 362"/>
                <a:gd name="T22" fmla="*/ 168 w 187"/>
                <a:gd name="T23" fmla="*/ 75 h 362"/>
                <a:gd name="T24" fmla="*/ 168 w 187"/>
                <a:gd name="T25" fmla="*/ 83 h 362"/>
                <a:gd name="T26" fmla="*/ 157 w 187"/>
                <a:gd name="T27" fmla="*/ 79 h 362"/>
                <a:gd name="T28" fmla="*/ 131 w 187"/>
                <a:gd name="T29" fmla="*/ 79 h 362"/>
                <a:gd name="T30" fmla="*/ 95 w 187"/>
                <a:gd name="T31" fmla="*/ 80 h 362"/>
                <a:gd name="T32" fmla="*/ 70 w 187"/>
                <a:gd name="T33" fmla="*/ 73 h 362"/>
                <a:gd name="T34" fmla="*/ 74 w 187"/>
                <a:gd name="T35" fmla="*/ 61 h 362"/>
                <a:gd name="T36" fmla="*/ 94 w 187"/>
                <a:gd name="T37" fmla="*/ 54 h 362"/>
                <a:gd name="T38" fmla="*/ 110 w 187"/>
                <a:gd name="T39" fmla="*/ 48 h 362"/>
                <a:gd name="T40" fmla="*/ 119 w 187"/>
                <a:gd name="T41" fmla="*/ 46 h 362"/>
                <a:gd name="T42" fmla="*/ 144 w 187"/>
                <a:gd name="T43" fmla="*/ 43 h 362"/>
                <a:gd name="T44" fmla="*/ 169 w 187"/>
                <a:gd name="T45" fmla="*/ 33 h 362"/>
                <a:gd name="T46" fmla="*/ 161 w 187"/>
                <a:gd name="T47" fmla="*/ 45 h 362"/>
                <a:gd name="T48" fmla="*/ 143 w 187"/>
                <a:gd name="T49" fmla="*/ 44 h 362"/>
                <a:gd name="T50" fmla="*/ 92 w 187"/>
                <a:gd name="T51" fmla="*/ 49 h 362"/>
                <a:gd name="T52" fmla="*/ 80 w 187"/>
                <a:gd name="T53" fmla="*/ 42 h 362"/>
                <a:gd name="T54" fmla="*/ 83 w 187"/>
                <a:gd name="T55" fmla="*/ 27 h 362"/>
                <a:gd name="T56" fmla="*/ 101 w 187"/>
                <a:gd name="T57" fmla="*/ 21 h 362"/>
                <a:gd name="T58" fmla="*/ 117 w 187"/>
                <a:gd name="T59" fmla="*/ 15 h 362"/>
                <a:gd name="T60" fmla="*/ 127 w 187"/>
                <a:gd name="T61" fmla="*/ 15 h 362"/>
                <a:gd name="T62" fmla="*/ 143 w 187"/>
                <a:gd name="T63" fmla="*/ 19 h 362"/>
                <a:gd name="T64" fmla="*/ 160 w 187"/>
                <a:gd name="T65" fmla="*/ 14 h 362"/>
                <a:gd name="T66" fmla="*/ 173 w 187"/>
                <a:gd name="T67" fmla="*/ 4 h 362"/>
                <a:gd name="T68" fmla="*/ 181 w 187"/>
                <a:gd name="T69" fmla="*/ 3 h 362"/>
                <a:gd name="T70" fmla="*/ 178 w 187"/>
                <a:gd name="T71" fmla="*/ 21 h 362"/>
                <a:gd name="T72" fmla="*/ 181 w 187"/>
                <a:gd name="T73" fmla="*/ 4 h 362"/>
                <a:gd name="T74" fmla="*/ 180 w 187"/>
                <a:gd name="T75" fmla="*/ 6 h 362"/>
                <a:gd name="T76" fmla="*/ 183 w 187"/>
                <a:gd name="T77" fmla="*/ 8 h 362"/>
                <a:gd name="T78" fmla="*/ 180 w 187"/>
                <a:gd name="T79" fmla="*/ 16 h 362"/>
                <a:gd name="T80" fmla="*/ 156 w 187"/>
                <a:gd name="T81" fmla="*/ 15 h 362"/>
                <a:gd name="T82" fmla="*/ 118 w 187"/>
                <a:gd name="T83" fmla="*/ 12 h 362"/>
                <a:gd name="T84" fmla="*/ 97 w 187"/>
                <a:gd name="T85" fmla="*/ 11 h 362"/>
                <a:gd name="T86" fmla="*/ 109 w 187"/>
                <a:gd name="T87" fmla="*/ 5 h 362"/>
                <a:gd name="T88" fmla="*/ 135 w 187"/>
                <a:gd name="T89" fmla="*/ 2 h 362"/>
                <a:gd name="T90" fmla="*/ 186 w 187"/>
                <a:gd name="T91" fmla="*/ 9 h 362"/>
                <a:gd name="T92" fmla="*/ 176 w 187"/>
                <a:gd name="T93" fmla="*/ 20 h 362"/>
                <a:gd name="T94" fmla="*/ 123 w 187"/>
                <a:gd name="T95" fmla="*/ 30 h 362"/>
                <a:gd name="T96" fmla="*/ 78 w 187"/>
                <a:gd name="T97" fmla="*/ 31 h 362"/>
                <a:gd name="T98" fmla="*/ 86 w 187"/>
                <a:gd name="T99" fmla="*/ 33 h 362"/>
                <a:gd name="T100" fmla="*/ 159 w 187"/>
                <a:gd name="T101" fmla="*/ 30 h 362"/>
                <a:gd name="T102" fmla="*/ 176 w 187"/>
                <a:gd name="T103" fmla="*/ 50 h 362"/>
                <a:gd name="T104" fmla="*/ 145 w 187"/>
                <a:gd name="T105" fmla="*/ 58 h 362"/>
                <a:gd name="T106" fmla="*/ 82 w 187"/>
                <a:gd name="T107" fmla="*/ 74 h 362"/>
                <a:gd name="T108" fmla="*/ 81 w 187"/>
                <a:gd name="T109" fmla="*/ 60 h 362"/>
                <a:gd name="T110" fmla="*/ 127 w 187"/>
                <a:gd name="T111" fmla="*/ 66 h 362"/>
                <a:gd name="T112" fmla="*/ 176 w 187"/>
                <a:gd name="T113" fmla="*/ 75 h 362"/>
                <a:gd name="T114" fmla="*/ 170 w 187"/>
                <a:gd name="T115" fmla="*/ 88 h 362"/>
                <a:gd name="T116" fmla="*/ 105 w 187"/>
                <a:gd name="T117" fmla="*/ 104 h 362"/>
                <a:gd name="T118" fmla="*/ 104 w 187"/>
                <a:gd name="T119" fmla="*/ 88 h 362"/>
                <a:gd name="T120" fmla="*/ 144 w 187"/>
                <a:gd name="T121" fmla="*/ 117 h 362"/>
                <a:gd name="T122" fmla="*/ 118 w 187"/>
                <a:gd name="T123" fmla="*/ 169 h 362"/>
                <a:gd name="T124" fmla="*/ 112 w 187"/>
                <a:gd name="T125" fmla="*/ 233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362">
                  <a:moveTo>
                    <a:pt x="6" y="350"/>
                  </a:moveTo>
                  <a:cubicBezTo>
                    <a:pt x="10" y="338"/>
                    <a:pt x="24" y="331"/>
                    <a:pt x="30" y="320"/>
                  </a:cubicBezTo>
                  <a:cubicBezTo>
                    <a:pt x="31" y="319"/>
                    <a:pt x="31" y="322"/>
                    <a:pt x="33" y="319"/>
                  </a:cubicBezTo>
                  <a:cubicBezTo>
                    <a:pt x="39" y="308"/>
                    <a:pt x="53" y="296"/>
                    <a:pt x="64" y="286"/>
                  </a:cubicBezTo>
                  <a:cubicBezTo>
                    <a:pt x="64" y="287"/>
                    <a:pt x="64" y="287"/>
                    <a:pt x="64" y="287"/>
                  </a:cubicBezTo>
                  <a:cubicBezTo>
                    <a:pt x="67" y="286"/>
                    <a:pt x="67" y="282"/>
                    <a:pt x="69" y="279"/>
                  </a:cubicBezTo>
                  <a:cubicBezTo>
                    <a:pt x="69" y="280"/>
                    <a:pt x="69" y="281"/>
                    <a:pt x="70" y="280"/>
                  </a:cubicBezTo>
                  <a:cubicBezTo>
                    <a:pt x="69" y="279"/>
                    <a:pt x="73" y="276"/>
                    <a:pt x="73" y="274"/>
                  </a:cubicBezTo>
                  <a:cubicBezTo>
                    <a:pt x="74" y="274"/>
                    <a:pt x="74" y="274"/>
                    <a:pt x="76" y="274"/>
                  </a:cubicBezTo>
                  <a:cubicBezTo>
                    <a:pt x="76" y="271"/>
                    <a:pt x="76" y="271"/>
                    <a:pt x="76" y="271"/>
                  </a:cubicBezTo>
                  <a:cubicBezTo>
                    <a:pt x="75" y="265"/>
                    <a:pt x="83" y="262"/>
                    <a:pt x="85" y="256"/>
                  </a:cubicBezTo>
                  <a:cubicBezTo>
                    <a:pt x="85" y="256"/>
                    <a:pt x="85" y="257"/>
                    <a:pt x="85" y="257"/>
                  </a:cubicBezTo>
                  <a:cubicBezTo>
                    <a:pt x="89" y="247"/>
                    <a:pt x="96" y="236"/>
                    <a:pt x="100" y="226"/>
                  </a:cubicBezTo>
                  <a:cubicBezTo>
                    <a:pt x="100" y="226"/>
                    <a:pt x="101" y="227"/>
                    <a:pt x="102" y="227"/>
                  </a:cubicBezTo>
                  <a:cubicBezTo>
                    <a:pt x="100" y="226"/>
                    <a:pt x="102" y="222"/>
                    <a:pt x="103" y="219"/>
                  </a:cubicBezTo>
                  <a:cubicBezTo>
                    <a:pt x="105" y="219"/>
                    <a:pt x="103" y="214"/>
                    <a:pt x="105" y="211"/>
                  </a:cubicBezTo>
                  <a:cubicBezTo>
                    <a:pt x="105" y="211"/>
                    <a:pt x="105" y="211"/>
                    <a:pt x="105" y="211"/>
                  </a:cubicBezTo>
                  <a:cubicBezTo>
                    <a:pt x="104" y="208"/>
                    <a:pt x="107" y="208"/>
                    <a:pt x="106" y="205"/>
                  </a:cubicBezTo>
                  <a:cubicBezTo>
                    <a:pt x="107" y="204"/>
                    <a:pt x="107" y="204"/>
                    <a:pt x="107" y="204"/>
                  </a:cubicBezTo>
                  <a:cubicBezTo>
                    <a:pt x="105" y="203"/>
                    <a:pt x="110" y="201"/>
                    <a:pt x="109" y="198"/>
                  </a:cubicBezTo>
                  <a:cubicBezTo>
                    <a:pt x="108" y="198"/>
                    <a:pt x="108" y="198"/>
                    <a:pt x="108" y="198"/>
                  </a:cubicBezTo>
                  <a:cubicBezTo>
                    <a:pt x="108" y="196"/>
                    <a:pt x="109" y="196"/>
                    <a:pt x="109" y="194"/>
                  </a:cubicBezTo>
                  <a:cubicBezTo>
                    <a:pt x="109" y="193"/>
                    <a:pt x="109" y="193"/>
                    <a:pt x="109" y="193"/>
                  </a:cubicBezTo>
                  <a:cubicBezTo>
                    <a:pt x="108" y="189"/>
                    <a:pt x="109" y="187"/>
                    <a:pt x="107" y="187"/>
                  </a:cubicBezTo>
                  <a:cubicBezTo>
                    <a:pt x="109" y="185"/>
                    <a:pt x="108" y="191"/>
                    <a:pt x="111" y="188"/>
                  </a:cubicBezTo>
                  <a:cubicBezTo>
                    <a:pt x="109" y="173"/>
                    <a:pt x="96" y="164"/>
                    <a:pt x="91" y="148"/>
                  </a:cubicBezTo>
                  <a:cubicBezTo>
                    <a:pt x="92" y="146"/>
                    <a:pt x="92" y="145"/>
                    <a:pt x="93" y="145"/>
                  </a:cubicBezTo>
                  <a:cubicBezTo>
                    <a:pt x="93" y="144"/>
                    <a:pt x="95" y="140"/>
                    <a:pt x="95" y="138"/>
                  </a:cubicBezTo>
                  <a:cubicBezTo>
                    <a:pt x="94" y="139"/>
                    <a:pt x="96" y="138"/>
                    <a:pt x="96" y="137"/>
                  </a:cubicBezTo>
                  <a:cubicBezTo>
                    <a:pt x="99" y="136"/>
                    <a:pt x="96" y="134"/>
                    <a:pt x="99" y="132"/>
                  </a:cubicBezTo>
                  <a:cubicBezTo>
                    <a:pt x="98" y="133"/>
                    <a:pt x="99" y="134"/>
                    <a:pt x="100" y="134"/>
                  </a:cubicBezTo>
                  <a:cubicBezTo>
                    <a:pt x="100" y="131"/>
                    <a:pt x="103" y="129"/>
                    <a:pt x="105" y="126"/>
                  </a:cubicBezTo>
                  <a:cubicBezTo>
                    <a:pt x="104" y="127"/>
                    <a:pt x="104" y="128"/>
                    <a:pt x="105" y="128"/>
                  </a:cubicBezTo>
                  <a:cubicBezTo>
                    <a:pt x="106" y="124"/>
                    <a:pt x="109" y="124"/>
                    <a:pt x="111" y="122"/>
                  </a:cubicBezTo>
                  <a:cubicBezTo>
                    <a:pt x="111" y="123"/>
                    <a:pt x="111" y="123"/>
                    <a:pt x="111" y="123"/>
                  </a:cubicBezTo>
                  <a:cubicBezTo>
                    <a:pt x="115" y="122"/>
                    <a:pt x="111" y="121"/>
                    <a:pt x="114" y="119"/>
                  </a:cubicBezTo>
                  <a:cubicBezTo>
                    <a:pt x="114" y="120"/>
                    <a:pt x="114" y="120"/>
                    <a:pt x="114" y="121"/>
                  </a:cubicBezTo>
                  <a:cubicBezTo>
                    <a:pt x="116" y="117"/>
                    <a:pt x="122" y="115"/>
                    <a:pt x="125" y="112"/>
                  </a:cubicBezTo>
                  <a:cubicBezTo>
                    <a:pt x="125" y="113"/>
                    <a:pt x="125" y="113"/>
                    <a:pt x="125" y="113"/>
                  </a:cubicBezTo>
                  <a:cubicBezTo>
                    <a:pt x="128" y="112"/>
                    <a:pt x="133" y="105"/>
                    <a:pt x="135" y="109"/>
                  </a:cubicBezTo>
                  <a:cubicBezTo>
                    <a:pt x="133" y="108"/>
                    <a:pt x="136" y="106"/>
                    <a:pt x="132" y="105"/>
                  </a:cubicBezTo>
                  <a:cubicBezTo>
                    <a:pt x="132" y="107"/>
                    <a:pt x="125" y="105"/>
                    <a:pt x="127" y="108"/>
                  </a:cubicBezTo>
                  <a:cubicBezTo>
                    <a:pt x="124" y="107"/>
                    <a:pt x="118" y="105"/>
                    <a:pt x="115" y="106"/>
                  </a:cubicBezTo>
                  <a:cubicBezTo>
                    <a:pt x="117" y="105"/>
                    <a:pt x="114" y="103"/>
                    <a:pt x="117" y="103"/>
                  </a:cubicBezTo>
                  <a:cubicBezTo>
                    <a:pt x="115" y="102"/>
                    <a:pt x="115" y="102"/>
                    <a:pt x="115" y="102"/>
                  </a:cubicBezTo>
                  <a:cubicBezTo>
                    <a:pt x="115" y="101"/>
                    <a:pt x="117" y="102"/>
                    <a:pt x="116" y="101"/>
                  </a:cubicBezTo>
                  <a:cubicBezTo>
                    <a:pt x="115" y="101"/>
                    <a:pt x="110" y="101"/>
                    <a:pt x="109" y="101"/>
                  </a:cubicBezTo>
                  <a:cubicBezTo>
                    <a:pt x="106" y="101"/>
                    <a:pt x="103" y="103"/>
                    <a:pt x="98" y="101"/>
                  </a:cubicBezTo>
                  <a:cubicBezTo>
                    <a:pt x="101" y="102"/>
                    <a:pt x="98" y="99"/>
                    <a:pt x="100" y="99"/>
                  </a:cubicBezTo>
                  <a:cubicBezTo>
                    <a:pt x="99" y="97"/>
                    <a:pt x="93" y="104"/>
                    <a:pt x="94" y="93"/>
                  </a:cubicBezTo>
                  <a:cubicBezTo>
                    <a:pt x="95" y="92"/>
                    <a:pt x="95" y="94"/>
                    <a:pt x="97" y="92"/>
                  </a:cubicBezTo>
                  <a:cubicBezTo>
                    <a:pt x="96" y="92"/>
                    <a:pt x="97" y="91"/>
                    <a:pt x="97" y="90"/>
                  </a:cubicBezTo>
                  <a:cubicBezTo>
                    <a:pt x="98" y="89"/>
                    <a:pt x="103" y="86"/>
                    <a:pt x="105" y="88"/>
                  </a:cubicBezTo>
                  <a:cubicBezTo>
                    <a:pt x="106" y="88"/>
                    <a:pt x="103" y="89"/>
                    <a:pt x="105" y="89"/>
                  </a:cubicBezTo>
                  <a:cubicBezTo>
                    <a:pt x="107" y="88"/>
                    <a:pt x="107" y="87"/>
                    <a:pt x="110" y="86"/>
                  </a:cubicBezTo>
                  <a:cubicBezTo>
                    <a:pt x="110" y="86"/>
                    <a:pt x="110" y="86"/>
                    <a:pt x="110" y="86"/>
                  </a:cubicBezTo>
                  <a:cubicBezTo>
                    <a:pt x="112" y="86"/>
                    <a:pt x="115" y="84"/>
                    <a:pt x="113" y="83"/>
                  </a:cubicBezTo>
                  <a:cubicBezTo>
                    <a:pt x="112" y="84"/>
                    <a:pt x="114" y="85"/>
                    <a:pt x="112" y="84"/>
                  </a:cubicBezTo>
                  <a:cubicBezTo>
                    <a:pt x="113" y="83"/>
                    <a:pt x="116" y="82"/>
                    <a:pt x="119" y="81"/>
                  </a:cubicBezTo>
                  <a:cubicBezTo>
                    <a:pt x="118" y="82"/>
                    <a:pt x="118" y="82"/>
                    <a:pt x="118" y="83"/>
                  </a:cubicBezTo>
                  <a:cubicBezTo>
                    <a:pt x="122" y="81"/>
                    <a:pt x="126" y="80"/>
                    <a:pt x="130" y="78"/>
                  </a:cubicBezTo>
                  <a:cubicBezTo>
                    <a:pt x="130" y="77"/>
                    <a:pt x="128" y="81"/>
                    <a:pt x="128" y="80"/>
                  </a:cubicBezTo>
                  <a:cubicBezTo>
                    <a:pt x="133" y="81"/>
                    <a:pt x="139" y="77"/>
                    <a:pt x="143" y="79"/>
                  </a:cubicBezTo>
                  <a:cubicBezTo>
                    <a:pt x="143" y="79"/>
                    <a:pt x="143" y="77"/>
                    <a:pt x="143" y="78"/>
                  </a:cubicBezTo>
                  <a:cubicBezTo>
                    <a:pt x="146" y="77"/>
                    <a:pt x="146" y="79"/>
                    <a:pt x="147" y="78"/>
                  </a:cubicBezTo>
                  <a:cubicBezTo>
                    <a:pt x="147" y="79"/>
                    <a:pt x="149" y="78"/>
                    <a:pt x="151" y="77"/>
                  </a:cubicBezTo>
                  <a:cubicBezTo>
                    <a:pt x="152" y="77"/>
                    <a:pt x="151" y="78"/>
                    <a:pt x="150" y="78"/>
                  </a:cubicBezTo>
                  <a:cubicBezTo>
                    <a:pt x="152" y="77"/>
                    <a:pt x="162" y="75"/>
                    <a:pt x="167" y="75"/>
                  </a:cubicBezTo>
                  <a:cubicBezTo>
                    <a:pt x="166" y="74"/>
                    <a:pt x="167" y="74"/>
                    <a:pt x="168" y="73"/>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69" y="72"/>
                    <a:pt x="169" y="72"/>
                    <a:pt x="169" y="72"/>
                  </a:cubicBezTo>
                  <a:cubicBezTo>
                    <a:pt x="170" y="69"/>
                    <a:pt x="164" y="97"/>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6" y="85"/>
                    <a:pt x="166" y="85"/>
                    <a:pt x="166" y="85"/>
                  </a:cubicBezTo>
                  <a:cubicBezTo>
                    <a:pt x="165" y="85"/>
                    <a:pt x="165" y="85"/>
                    <a:pt x="165" y="85"/>
                  </a:cubicBezTo>
                  <a:cubicBezTo>
                    <a:pt x="167" y="84"/>
                    <a:pt x="167" y="84"/>
                    <a:pt x="167" y="84"/>
                  </a:cubicBezTo>
                  <a:cubicBezTo>
                    <a:pt x="166" y="83"/>
                    <a:pt x="164" y="83"/>
                    <a:pt x="164" y="82"/>
                  </a:cubicBezTo>
                  <a:cubicBezTo>
                    <a:pt x="163" y="82"/>
                    <a:pt x="165" y="83"/>
                    <a:pt x="167" y="83"/>
                  </a:cubicBezTo>
                  <a:cubicBezTo>
                    <a:pt x="167" y="83"/>
                    <a:pt x="167" y="83"/>
                    <a:pt x="167"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5"/>
                    <a:pt x="172" y="67"/>
                    <a:pt x="170" y="75"/>
                  </a:cubicBezTo>
                  <a:cubicBezTo>
                    <a:pt x="170" y="75"/>
                    <a:pt x="170" y="75"/>
                    <a:pt x="170" y="75"/>
                  </a:cubicBezTo>
                  <a:cubicBezTo>
                    <a:pt x="169" y="75"/>
                    <a:pt x="169" y="75"/>
                    <a:pt x="169" y="75"/>
                  </a:cubicBezTo>
                  <a:cubicBezTo>
                    <a:pt x="168" y="75"/>
                    <a:pt x="168" y="75"/>
                    <a:pt x="168" y="75"/>
                  </a:cubicBezTo>
                  <a:cubicBezTo>
                    <a:pt x="168" y="75"/>
                    <a:pt x="168" y="75"/>
                    <a:pt x="168" y="75"/>
                  </a:cubicBezTo>
                  <a:cubicBezTo>
                    <a:pt x="169" y="75"/>
                    <a:pt x="169" y="75"/>
                    <a:pt x="169"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70" y="75"/>
                    <a:pt x="170" y="75"/>
                    <a:pt x="170" y="75"/>
                  </a:cubicBezTo>
                  <a:cubicBezTo>
                    <a:pt x="169" y="78"/>
                    <a:pt x="172" y="66"/>
                    <a:pt x="168" y="83"/>
                  </a:cubicBezTo>
                  <a:cubicBezTo>
                    <a:pt x="168" y="83"/>
                    <a:pt x="168" y="83"/>
                    <a:pt x="168" y="83"/>
                  </a:cubicBezTo>
                  <a:cubicBezTo>
                    <a:pt x="168" y="83"/>
                    <a:pt x="168" y="83"/>
                    <a:pt x="168" y="83"/>
                  </a:cubicBezTo>
                  <a:cubicBezTo>
                    <a:pt x="168" y="83"/>
                    <a:pt x="168" y="83"/>
                    <a:pt x="168" y="83"/>
                  </a:cubicBezTo>
                  <a:cubicBezTo>
                    <a:pt x="168" y="83"/>
                    <a:pt x="168" y="83"/>
                    <a:pt x="168" y="83"/>
                  </a:cubicBezTo>
                  <a:cubicBezTo>
                    <a:pt x="167" y="83"/>
                    <a:pt x="167" y="83"/>
                    <a:pt x="167" y="83"/>
                  </a:cubicBezTo>
                  <a:cubicBezTo>
                    <a:pt x="166" y="83"/>
                    <a:pt x="165" y="83"/>
                    <a:pt x="166" y="83"/>
                  </a:cubicBezTo>
                  <a:cubicBezTo>
                    <a:pt x="164" y="82"/>
                    <a:pt x="162" y="82"/>
                    <a:pt x="161" y="80"/>
                  </a:cubicBezTo>
                  <a:cubicBezTo>
                    <a:pt x="161" y="80"/>
                    <a:pt x="163" y="79"/>
                    <a:pt x="161" y="78"/>
                  </a:cubicBezTo>
                  <a:cubicBezTo>
                    <a:pt x="158" y="78"/>
                    <a:pt x="160" y="79"/>
                    <a:pt x="157" y="79"/>
                  </a:cubicBezTo>
                  <a:cubicBezTo>
                    <a:pt x="156" y="79"/>
                    <a:pt x="156" y="79"/>
                    <a:pt x="156" y="79"/>
                  </a:cubicBezTo>
                  <a:cubicBezTo>
                    <a:pt x="155" y="80"/>
                    <a:pt x="153" y="78"/>
                    <a:pt x="154" y="80"/>
                  </a:cubicBezTo>
                  <a:cubicBezTo>
                    <a:pt x="154" y="79"/>
                    <a:pt x="149" y="80"/>
                    <a:pt x="150" y="78"/>
                  </a:cubicBezTo>
                  <a:cubicBezTo>
                    <a:pt x="150" y="76"/>
                    <a:pt x="150" y="76"/>
                    <a:pt x="150" y="76"/>
                  </a:cubicBezTo>
                  <a:cubicBezTo>
                    <a:pt x="149" y="76"/>
                    <a:pt x="148" y="78"/>
                    <a:pt x="147" y="79"/>
                  </a:cubicBezTo>
                  <a:cubicBezTo>
                    <a:pt x="146" y="78"/>
                    <a:pt x="146" y="78"/>
                    <a:pt x="146" y="78"/>
                  </a:cubicBezTo>
                  <a:cubicBezTo>
                    <a:pt x="146" y="80"/>
                    <a:pt x="142" y="78"/>
                    <a:pt x="141" y="80"/>
                  </a:cubicBezTo>
                  <a:cubicBezTo>
                    <a:pt x="138" y="79"/>
                    <a:pt x="133" y="80"/>
                    <a:pt x="131" y="79"/>
                  </a:cubicBezTo>
                  <a:cubicBezTo>
                    <a:pt x="128" y="80"/>
                    <a:pt x="126" y="81"/>
                    <a:pt x="123" y="80"/>
                  </a:cubicBezTo>
                  <a:cubicBezTo>
                    <a:pt x="124" y="80"/>
                    <a:pt x="125" y="80"/>
                    <a:pt x="125" y="79"/>
                  </a:cubicBezTo>
                  <a:cubicBezTo>
                    <a:pt x="123" y="79"/>
                    <a:pt x="122" y="79"/>
                    <a:pt x="121" y="80"/>
                  </a:cubicBezTo>
                  <a:cubicBezTo>
                    <a:pt x="121" y="80"/>
                    <a:pt x="117" y="79"/>
                    <a:pt x="115" y="78"/>
                  </a:cubicBezTo>
                  <a:cubicBezTo>
                    <a:pt x="112" y="79"/>
                    <a:pt x="113" y="80"/>
                    <a:pt x="113" y="81"/>
                  </a:cubicBezTo>
                  <a:cubicBezTo>
                    <a:pt x="111" y="79"/>
                    <a:pt x="106" y="83"/>
                    <a:pt x="102" y="81"/>
                  </a:cubicBezTo>
                  <a:cubicBezTo>
                    <a:pt x="103" y="81"/>
                    <a:pt x="106" y="80"/>
                    <a:pt x="104" y="79"/>
                  </a:cubicBezTo>
                  <a:cubicBezTo>
                    <a:pt x="102" y="76"/>
                    <a:pt x="99" y="81"/>
                    <a:pt x="95" y="80"/>
                  </a:cubicBezTo>
                  <a:cubicBezTo>
                    <a:pt x="96" y="82"/>
                    <a:pt x="96" y="82"/>
                    <a:pt x="96" y="82"/>
                  </a:cubicBezTo>
                  <a:cubicBezTo>
                    <a:pt x="94" y="80"/>
                    <a:pt x="90" y="82"/>
                    <a:pt x="90" y="80"/>
                  </a:cubicBezTo>
                  <a:cubicBezTo>
                    <a:pt x="89" y="81"/>
                    <a:pt x="86" y="79"/>
                    <a:pt x="86" y="81"/>
                  </a:cubicBezTo>
                  <a:cubicBezTo>
                    <a:pt x="82" y="80"/>
                    <a:pt x="78" y="78"/>
                    <a:pt x="74" y="76"/>
                  </a:cubicBezTo>
                  <a:cubicBezTo>
                    <a:pt x="72" y="74"/>
                    <a:pt x="72" y="74"/>
                    <a:pt x="72" y="74"/>
                  </a:cubicBezTo>
                  <a:cubicBezTo>
                    <a:pt x="70" y="74"/>
                    <a:pt x="70" y="74"/>
                    <a:pt x="70" y="74"/>
                  </a:cubicBezTo>
                  <a:cubicBezTo>
                    <a:pt x="70" y="73"/>
                    <a:pt x="70" y="73"/>
                    <a:pt x="70" y="73"/>
                  </a:cubicBezTo>
                  <a:cubicBezTo>
                    <a:pt x="70" y="73"/>
                    <a:pt x="70" y="73"/>
                    <a:pt x="70" y="73"/>
                  </a:cubicBezTo>
                  <a:cubicBezTo>
                    <a:pt x="70" y="73"/>
                    <a:pt x="70" y="73"/>
                    <a:pt x="70" y="73"/>
                  </a:cubicBezTo>
                  <a:cubicBezTo>
                    <a:pt x="70" y="73"/>
                    <a:pt x="70" y="73"/>
                    <a:pt x="70" y="73"/>
                  </a:cubicBezTo>
                  <a:cubicBezTo>
                    <a:pt x="71" y="82"/>
                    <a:pt x="68" y="61"/>
                    <a:pt x="68" y="64"/>
                  </a:cubicBezTo>
                  <a:cubicBezTo>
                    <a:pt x="69" y="64"/>
                    <a:pt x="69" y="64"/>
                    <a:pt x="69" y="64"/>
                  </a:cubicBezTo>
                  <a:cubicBezTo>
                    <a:pt x="69" y="64"/>
                    <a:pt x="69" y="64"/>
                    <a:pt x="69" y="64"/>
                  </a:cubicBezTo>
                  <a:cubicBezTo>
                    <a:pt x="69" y="63"/>
                    <a:pt x="69" y="63"/>
                    <a:pt x="69" y="63"/>
                  </a:cubicBezTo>
                  <a:cubicBezTo>
                    <a:pt x="69" y="63"/>
                    <a:pt x="69" y="63"/>
                    <a:pt x="69" y="63"/>
                  </a:cubicBezTo>
                  <a:cubicBezTo>
                    <a:pt x="71" y="62"/>
                    <a:pt x="72" y="61"/>
                    <a:pt x="74" y="61"/>
                  </a:cubicBezTo>
                  <a:cubicBezTo>
                    <a:pt x="75" y="60"/>
                    <a:pt x="77" y="59"/>
                    <a:pt x="76" y="58"/>
                  </a:cubicBezTo>
                  <a:cubicBezTo>
                    <a:pt x="74" y="58"/>
                    <a:pt x="74" y="60"/>
                    <a:pt x="73" y="60"/>
                  </a:cubicBezTo>
                  <a:cubicBezTo>
                    <a:pt x="74" y="59"/>
                    <a:pt x="74" y="59"/>
                    <a:pt x="74" y="59"/>
                  </a:cubicBezTo>
                  <a:cubicBezTo>
                    <a:pt x="76" y="58"/>
                    <a:pt x="78" y="57"/>
                    <a:pt x="77" y="60"/>
                  </a:cubicBezTo>
                  <a:cubicBezTo>
                    <a:pt x="82" y="58"/>
                    <a:pt x="80" y="54"/>
                    <a:pt x="86" y="53"/>
                  </a:cubicBezTo>
                  <a:cubicBezTo>
                    <a:pt x="86" y="53"/>
                    <a:pt x="86" y="54"/>
                    <a:pt x="88" y="53"/>
                  </a:cubicBezTo>
                  <a:cubicBezTo>
                    <a:pt x="91" y="51"/>
                    <a:pt x="91" y="51"/>
                    <a:pt x="91" y="51"/>
                  </a:cubicBezTo>
                  <a:cubicBezTo>
                    <a:pt x="95" y="50"/>
                    <a:pt x="93" y="52"/>
                    <a:pt x="94" y="54"/>
                  </a:cubicBezTo>
                  <a:cubicBezTo>
                    <a:pt x="96" y="53"/>
                    <a:pt x="98" y="52"/>
                    <a:pt x="99" y="51"/>
                  </a:cubicBezTo>
                  <a:cubicBezTo>
                    <a:pt x="101" y="52"/>
                    <a:pt x="101" y="52"/>
                    <a:pt x="101" y="52"/>
                  </a:cubicBezTo>
                  <a:cubicBezTo>
                    <a:pt x="99" y="51"/>
                    <a:pt x="103" y="51"/>
                    <a:pt x="103" y="51"/>
                  </a:cubicBezTo>
                  <a:cubicBezTo>
                    <a:pt x="102" y="51"/>
                    <a:pt x="102" y="51"/>
                    <a:pt x="102" y="51"/>
                  </a:cubicBezTo>
                  <a:cubicBezTo>
                    <a:pt x="103" y="52"/>
                    <a:pt x="105" y="51"/>
                    <a:pt x="106" y="51"/>
                  </a:cubicBezTo>
                  <a:cubicBezTo>
                    <a:pt x="106" y="50"/>
                    <a:pt x="103" y="50"/>
                    <a:pt x="102" y="50"/>
                  </a:cubicBezTo>
                  <a:cubicBezTo>
                    <a:pt x="103" y="49"/>
                    <a:pt x="104" y="49"/>
                    <a:pt x="105" y="48"/>
                  </a:cubicBezTo>
                  <a:cubicBezTo>
                    <a:pt x="105" y="49"/>
                    <a:pt x="108" y="48"/>
                    <a:pt x="110" y="48"/>
                  </a:cubicBezTo>
                  <a:cubicBezTo>
                    <a:pt x="112" y="48"/>
                    <a:pt x="112" y="46"/>
                    <a:pt x="112" y="46"/>
                  </a:cubicBezTo>
                  <a:cubicBezTo>
                    <a:pt x="112" y="47"/>
                    <a:pt x="115" y="46"/>
                    <a:pt x="114" y="47"/>
                  </a:cubicBezTo>
                  <a:cubicBezTo>
                    <a:pt x="113" y="47"/>
                    <a:pt x="112" y="47"/>
                    <a:pt x="111" y="47"/>
                  </a:cubicBezTo>
                  <a:cubicBezTo>
                    <a:pt x="113" y="48"/>
                    <a:pt x="113" y="49"/>
                    <a:pt x="115" y="48"/>
                  </a:cubicBezTo>
                  <a:cubicBezTo>
                    <a:pt x="117" y="47"/>
                    <a:pt x="114" y="45"/>
                    <a:pt x="118" y="45"/>
                  </a:cubicBezTo>
                  <a:cubicBezTo>
                    <a:pt x="117" y="46"/>
                    <a:pt x="117" y="46"/>
                    <a:pt x="116" y="47"/>
                  </a:cubicBezTo>
                  <a:cubicBezTo>
                    <a:pt x="119" y="47"/>
                    <a:pt x="119" y="47"/>
                    <a:pt x="119" y="47"/>
                  </a:cubicBezTo>
                  <a:cubicBezTo>
                    <a:pt x="119" y="46"/>
                    <a:pt x="119" y="46"/>
                    <a:pt x="119" y="46"/>
                  </a:cubicBezTo>
                  <a:cubicBezTo>
                    <a:pt x="120" y="46"/>
                    <a:pt x="120" y="46"/>
                    <a:pt x="120" y="46"/>
                  </a:cubicBezTo>
                  <a:cubicBezTo>
                    <a:pt x="120" y="45"/>
                    <a:pt x="125" y="45"/>
                    <a:pt x="125" y="43"/>
                  </a:cubicBezTo>
                  <a:cubicBezTo>
                    <a:pt x="127" y="43"/>
                    <a:pt x="129" y="43"/>
                    <a:pt x="130" y="43"/>
                  </a:cubicBezTo>
                  <a:cubicBezTo>
                    <a:pt x="130" y="44"/>
                    <a:pt x="130" y="44"/>
                    <a:pt x="130" y="44"/>
                  </a:cubicBezTo>
                  <a:cubicBezTo>
                    <a:pt x="132" y="44"/>
                    <a:pt x="134" y="43"/>
                    <a:pt x="135" y="42"/>
                  </a:cubicBezTo>
                  <a:cubicBezTo>
                    <a:pt x="135" y="42"/>
                    <a:pt x="135" y="42"/>
                    <a:pt x="135" y="42"/>
                  </a:cubicBezTo>
                  <a:cubicBezTo>
                    <a:pt x="136" y="42"/>
                    <a:pt x="139" y="42"/>
                    <a:pt x="140" y="41"/>
                  </a:cubicBezTo>
                  <a:cubicBezTo>
                    <a:pt x="143" y="41"/>
                    <a:pt x="142" y="46"/>
                    <a:pt x="144" y="43"/>
                  </a:cubicBezTo>
                  <a:cubicBezTo>
                    <a:pt x="147" y="43"/>
                    <a:pt x="147" y="40"/>
                    <a:pt x="146" y="40"/>
                  </a:cubicBezTo>
                  <a:cubicBezTo>
                    <a:pt x="151" y="39"/>
                    <a:pt x="156" y="37"/>
                    <a:pt x="160" y="37"/>
                  </a:cubicBezTo>
                  <a:cubicBezTo>
                    <a:pt x="160" y="37"/>
                    <a:pt x="160" y="37"/>
                    <a:pt x="161" y="36"/>
                  </a:cubicBezTo>
                  <a:cubicBezTo>
                    <a:pt x="166" y="35"/>
                    <a:pt x="166" y="35"/>
                    <a:pt x="166" y="35"/>
                  </a:cubicBezTo>
                  <a:cubicBezTo>
                    <a:pt x="168" y="34"/>
                    <a:pt x="168" y="34"/>
                    <a:pt x="168" y="34"/>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3"/>
                    <a:pt x="169" y="33"/>
                    <a:pt x="169" y="33"/>
                  </a:cubicBezTo>
                  <a:cubicBezTo>
                    <a:pt x="169" y="30"/>
                    <a:pt x="169" y="63"/>
                    <a:pt x="169" y="49"/>
                  </a:cubicBezTo>
                  <a:cubicBezTo>
                    <a:pt x="169" y="49"/>
                    <a:pt x="169" y="49"/>
                    <a:pt x="169" y="49"/>
                  </a:cubicBezTo>
                  <a:cubicBezTo>
                    <a:pt x="169" y="49"/>
                    <a:pt x="169" y="49"/>
                    <a:pt x="169" y="49"/>
                  </a:cubicBezTo>
                  <a:cubicBezTo>
                    <a:pt x="168" y="49"/>
                    <a:pt x="168" y="49"/>
                    <a:pt x="168" y="49"/>
                  </a:cubicBezTo>
                  <a:cubicBezTo>
                    <a:pt x="165" y="48"/>
                    <a:pt x="163" y="47"/>
                    <a:pt x="161" y="45"/>
                  </a:cubicBezTo>
                  <a:cubicBezTo>
                    <a:pt x="163" y="45"/>
                    <a:pt x="162" y="44"/>
                    <a:pt x="162" y="43"/>
                  </a:cubicBezTo>
                  <a:cubicBezTo>
                    <a:pt x="160" y="44"/>
                    <a:pt x="160" y="41"/>
                    <a:pt x="159" y="43"/>
                  </a:cubicBezTo>
                  <a:cubicBezTo>
                    <a:pt x="159" y="45"/>
                    <a:pt x="159" y="45"/>
                    <a:pt x="160" y="46"/>
                  </a:cubicBezTo>
                  <a:cubicBezTo>
                    <a:pt x="157" y="46"/>
                    <a:pt x="151" y="45"/>
                    <a:pt x="149" y="44"/>
                  </a:cubicBezTo>
                  <a:cubicBezTo>
                    <a:pt x="150" y="45"/>
                    <a:pt x="150" y="45"/>
                    <a:pt x="149" y="45"/>
                  </a:cubicBezTo>
                  <a:cubicBezTo>
                    <a:pt x="149" y="43"/>
                    <a:pt x="146" y="43"/>
                    <a:pt x="144" y="44"/>
                  </a:cubicBezTo>
                  <a:cubicBezTo>
                    <a:pt x="144" y="45"/>
                    <a:pt x="144" y="45"/>
                    <a:pt x="144" y="45"/>
                  </a:cubicBezTo>
                  <a:cubicBezTo>
                    <a:pt x="143" y="44"/>
                    <a:pt x="143" y="44"/>
                    <a:pt x="143" y="44"/>
                  </a:cubicBezTo>
                  <a:cubicBezTo>
                    <a:pt x="142" y="44"/>
                    <a:pt x="142" y="46"/>
                    <a:pt x="140" y="45"/>
                  </a:cubicBezTo>
                  <a:cubicBezTo>
                    <a:pt x="139" y="44"/>
                    <a:pt x="139" y="44"/>
                    <a:pt x="139" y="44"/>
                  </a:cubicBezTo>
                  <a:cubicBezTo>
                    <a:pt x="137" y="45"/>
                    <a:pt x="134" y="47"/>
                    <a:pt x="131" y="46"/>
                  </a:cubicBezTo>
                  <a:cubicBezTo>
                    <a:pt x="129" y="45"/>
                    <a:pt x="129" y="45"/>
                    <a:pt x="129" y="45"/>
                  </a:cubicBezTo>
                  <a:cubicBezTo>
                    <a:pt x="128" y="45"/>
                    <a:pt x="126" y="46"/>
                    <a:pt x="128" y="46"/>
                  </a:cubicBezTo>
                  <a:cubicBezTo>
                    <a:pt x="124" y="46"/>
                    <a:pt x="121" y="46"/>
                    <a:pt x="119" y="45"/>
                  </a:cubicBezTo>
                  <a:cubicBezTo>
                    <a:pt x="113" y="49"/>
                    <a:pt x="101" y="51"/>
                    <a:pt x="92" y="50"/>
                  </a:cubicBezTo>
                  <a:cubicBezTo>
                    <a:pt x="92" y="49"/>
                    <a:pt x="92" y="49"/>
                    <a:pt x="92" y="49"/>
                  </a:cubicBezTo>
                  <a:cubicBezTo>
                    <a:pt x="89" y="49"/>
                    <a:pt x="91" y="51"/>
                    <a:pt x="89" y="50"/>
                  </a:cubicBezTo>
                  <a:cubicBezTo>
                    <a:pt x="90" y="50"/>
                    <a:pt x="87" y="49"/>
                    <a:pt x="89" y="48"/>
                  </a:cubicBezTo>
                  <a:cubicBezTo>
                    <a:pt x="85" y="47"/>
                    <a:pt x="84" y="49"/>
                    <a:pt x="82" y="49"/>
                  </a:cubicBezTo>
                  <a:cubicBezTo>
                    <a:pt x="81" y="50"/>
                    <a:pt x="84" y="48"/>
                    <a:pt x="83" y="50"/>
                  </a:cubicBezTo>
                  <a:cubicBezTo>
                    <a:pt x="83" y="50"/>
                    <a:pt x="78" y="48"/>
                    <a:pt x="77" y="50"/>
                  </a:cubicBezTo>
                  <a:cubicBezTo>
                    <a:pt x="76" y="49"/>
                    <a:pt x="77" y="48"/>
                    <a:pt x="78" y="47"/>
                  </a:cubicBezTo>
                  <a:cubicBezTo>
                    <a:pt x="75" y="48"/>
                    <a:pt x="75" y="48"/>
                    <a:pt x="75" y="48"/>
                  </a:cubicBezTo>
                  <a:cubicBezTo>
                    <a:pt x="73" y="46"/>
                    <a:pt x="82" y="45"/>
                    <a:pt x="80" y="42"/>
                  </a:cubicBezTo>
                  <a:cubicBezTo>
                    <a:pt x="78" y="42"/>
                    <a:pt x="78" y="42"/>
                    <a:pt x="78" y="42"/>
                  </a:cubicBezTo>
                  <a:cubicBezTo>
                    <a:pt x="76" y="40"/>
                    <a:pt x="83" y="41"/>
                    <a:pt x="79" y="40"/>
                  </a:cubicBezTo>
                  <a:cubicBezTo>
                    <a:pt x="77" y="40"/>
                    <a:pt x="77" y="40"/>
                    <a:pt x="77" y="40"/>
                  </a:cubicBezTo>
                  <a:cubicBezTo>
                    <a:pt x="75" y="37"/>
                    <a:pt x="76" y="38"/>
                    <a:pt x="76" y="37"/>
                  </a:cubicBezTo>
                  <a:cubicBezTo>
                    <a:pt x="75" y="36"/>
                    <a:pt x="75" y="36"/>
                    <a:pt x="74" y="36"/>
                  </a:cubicBezTo>
                  <a:cubicBezTo>
                    <a:pt x="78" y="32"/>
                    <a:pt x="73" y="30"/>
                    <a:pt x="79" y="28"/>
                  </a:cubicBezTo>
                  <a:cubicBezTo>
                    <a:pt x="81" y="28"/>
                    <a:pt x="74" y="30"/>
                    <a:pt x="76" y="31"/>
                  </a:cubicBezTo>
                  <a:cubicBezTo>
                    <a:pt x="79" y="31"/>
                    <a:pt x="81" y="28"/>
                    <a:pt x="83" y="27"/>
                  </a:cubicBezTo>
                  <a:cubicBezTo>
                    <a:pt x="81" y="27"/>
                    <a:pt x="82" y="25"/>
                    <a:pt x="84" y="24"/>
                  </a:cubicBezTo>
                  <a:cubicBezTo>
                    <a:pt x="87" y="24"/>
                    <a:pt x="83" y="26"/>
                    <a:pt x="86" y="26"/>
                  </a:cubicBezTo>
                  <a:cubicBezTo>
                    <a:pt x="87" y="24"/>
                    <a:pt x="90" y="23"/>
                    <a:pt x="87" y="23"/>
                  </a:cubicBezTo>
                  <a:cubicBezTo>
                    <a:pt x="88" y="20"/>
                    <a:pt x="90" y="23"/>
                    <a:pt x="91" y="20"/>
                  </a:cubicBezTo>
                  <a:cubicBezTo>
                    <a:pt x="93" y="22"/>
                    <a:pt x="89" y="25"/>
                    <a:pt x="93" y="25"/>
                  </a:cubicBezTo>
                  <a:cubicBezTo>
                    <a:pt x="92" y="23"/>
                    <a:pt x="97" y="22"/>
                    <a:pt x="95" y="20"/>
                  </a:cubicBezTo>
                  <a:cubicBezTo>
                    <a:pt x="96" y="20"/>
                    <a:pt x="97" y="21"/>
                    <a:pt x="96" y="22"/>
                  </a:cubicBezTo>
                  <a:cubicBezTo>
                    <a:pt x="98" y="23"/>
                    <a:pt x="100" y="18"/>
                    <a:pt x="101" y="21"/>
                  </a:cubicBezTo>
                  <a:cubicBezTo>
                    <a:pt x="102" y="20"/>
                    <a:pt x="102" y="20"/>
                    <a:pt x="102" y="20"/>
                  </a:cubicBezTo>
                  <a:cubicBezTo>
                    <a:pt x="102" y="20"/>
                    <a:pt x="103" y="20"/>
                    <a:pt x="105" y="21"/>
                  </a:cubicBezTo>
                  <a:cubicBezTo>
                    <a:pt x="106" y="21"/>
                    <a:pt x="110" y="18"/>
                    <a:pt x="110" y="20"/>
                  </a:cubicBezTo>
                  <a:cubicBezTo>
                    <a:pt x="111" y="20"/>
                    <a:pt x="115" y="19"/>
                    <a:pt x="113" y="18"/>
                  </a:cubicBezTo>
                  <a:cubicBezTo>
                    <a:pt x="110" y="17"/>
                    <a:pt x="110" y="19"/>
                    <a:pt x="109" y="17"/>
                  </a:cubicBezTo>
                  <a:cubicBezTo>
                    <a:pt x="111" y="19"/>
                    <a:pt x="112" y="16"/>
                    <a:pt x="114" y="16"/>
                  </a:cubicBezTo>
                  <a:cubicBezTo>
                    <a:pt x="114" y="16"/>
                    <a:pt x="114" y="16"/>
                    <a:pt x="114" y="16"/>
                  </a:cubicBezTo>
                  <a:cubicBezTo>
                    <a:pt x="115" y="16"/>
                    <a:pt x="117" y="16"/>
                    <a:pt x="117" y="15"/>
                  </a:cubicBezTo>
                  <a:cubicBezTo>
                    <a:pt x="117" y="15"/>
                    <a:pt x="117" y="16"/>
                    <a:pt x="118" y="16"/>
                  </a:cubicBezTo>
                  <a:cubicBezTo>
                    <a:pt x="119" y="14"/>
                    <a:pt x="119" y="14"/>
                    <a:pt x="119" y="14"/>
                  </a:cubicBezTo>
                  <a:cubicBezTo>
                    <a:pt x="122" y="13"/>
                    <a:pt x="120" y="17"/>
                    <a:pt x="123" y="16"/>
                  </a:cubicBezTo>
                  <a:cubicBezTo>
                    <a:pt x="121" y="17"/>
                    <a:pt x="121" y="17"/>
                    <a:pt x="121" y="17"/>
                  </a:cubicBezTo>
                  <a:cubicBezTo>
                    <a:pt x="121" y="17"/>
                    <a:pt x="123" y="18"/>
                    <a:pt x="124" y="17"/>
                  </a:cubicBezTo>
                  <a:cubicBezTo>
                    <a:pt x="125" y="16"/>
                    <a:pt x="126" y="14"/>
                    <a:pt x="126" y="13"/>
                  </a:cubicBezTo>
                  <a:cubicBezTo>
                    <a:pt x="128" y="12"/>
                    <a:pt x="127" y="14"/>
                    <a:pt x="129" y="13"/>
                  </a:cubicBezTo>
                  <a:cubicBezTo>
                    <a:pt x="127" y="15"/>
                    <a:pt x="127" y="15"/>
                    <a:pt x="127" y="15"/>
                  </a:cubicBezTo>
                  <a:cubicBezTo>
                    <a:pt x="126" y="15"/>
                    <a:pt x="129" y="17"/>
                    <a:pt x="131" y="16"/>
                  </a:cubicBezTo>
                  <a:cubicBezTo>
                    <a:pt x="133" y="15"/>
                    <a:pt x="135" y="13"/>
                    <a:pt x="132" y="13"/>
                  </a:cubicBezTo>
                  <a:cubicBezTo>
                    <a:pt x="133" y="13"/>
                    <a:pt x="135" y="13"/>
                    <a:pt x="135" y="14"/>
                  </a:cubicBezTo>
                  <a:cubicBezTo>
                    <a:pt x="137" y="13"/>
                    <a:pt x="134" y="13"/>
                    <a:pt x="136" y="12"/>
                  </a:cubicBezTo>
                  <a:cubicBezTo>
                    <a:pt x="138" y="12"/>
                    <a:pt x="141" y="13"/>
                    <a:pt x="143" y="14"/>
                  </a:cubicBezTo>
                  <a:cubicBezTo>
                    <a:pt x="141" y="16"/>
                    <a:pt x="141" y="16"/>
                    <a:pt x="141" y="16"/>
                  </a:cubicBezTo>
                  <a:cubicBezTo>
                    <a:pt x="143" y="16"/>
                    <a:pt x="143" y="16"/>
                    <a:pt x="143" y="16"/>
                  </a:cubicBezTo>
                  <a:cubicBezTo>
                    <a:pt x="141" y="18"/>
                    <a:pt x="144" y="17"/>
                    <a:pt x="143" y="19"/>
                  </a:cubicBezTo>
                  <a:cubicBezTo>
                    <a:pt x="144" y="19"/>
                    <a:pt x="146" y="18"/>
                    <a:pt x="147" y="18"/>
                  </a:cubicBezTo>
                  <a:cubicBezTo>
                    <a:pt x="143" y="15"/>
                    <a:pt x="150" y="13"/>
                    <a:pt x="148" y="11"/>
                  </a:cubicBezTo>
                  <a:cubicBezTo>
                    <a:pt x="153" y="9"/>
                    <a:pt x="152" y="16"/>
                    <a:pt x="156" y="11"/>
                  </a:cubicBezTo>
                  <a:cubicBezTo>
                    <a:pt x="155" y="11"/>
                    <a:pt x="157" y="8"/>
                    <a:pt x="155" y="10"/>
                  </a:cubicBezTo>
                  <a:cubicBezTo>
                    <a:pt x="158" y="9"/>
                    <a:pt x="156" y="7"/>
                    <a:pt x="160" y="7"/>
                  </a:cubicBezTo>
                  <a:cubicBezTo>
                    <a:pt x="157" y="9"/>
                    <a:pt x="163" y="9"/>
                    <a:pt x="160" y="11"/>
                  </a:cubicBezTo>
                  <a:cubicBezTo>
                    <a:pt x="160" y="11"/>
                    <a:pt x="157" y="11"/>
                    <a:pt x="157" y="12"/>
                  </a:cubicBezTo>
                  <a:cubicBezTo>
                    <a:pt x="158" y="12"/>
                    <a:pt x="157" y="14"/>
                    <a:pt x="160" y="14"/>
                  </a:cubicBezTo>
                  <a:cubicBezTo>
                    <a:pt x="162" y="13"/>
                    <a:pt x="164" y="12"/>
                    <a:pt x="164" y="11"/>
                  </a:cubicBezTo>
                  <a:cubicBezTo>
                    <a:pt x="163" y="10"/>
                    <a:pt x="161" y="12"/>
                    <a:pt x="162" y="10"/>
                  </a:cubicBezTo>
                  <a:cubicBezTo>
                    <a:pt x="165" y="9"/>
                    <a:pt x="166" y="11"/>
                    <a:pt x="167" y="8"/>
                  </a:cubicBezTo>
                  <a:cubicBezTo>
                    <a:pt x="165" y="9"/>
                    <a:pt x="164" y="7"/>
                    <a:pt x="164" y="6"/>
                  </a:cubicBezTo>
                  <a:cubicBezTo>
                    <a:pt x="166" y="5"/>
                    <a:pt x="166" y="5"/>
                    <a:pt x="166" y="5"/>
                  </a:cubicBezTo>
                  <a:cubicBezTo>
                    <a:pt x="166" y="6"/>
                    <a:pt x="166" y="6"/>
                    <a:pt x="166" y="6"/>
                  </a:cubicBezTo>
                  <a:cubicBezTo>
                    <a:pt x="170" y="5"/>
                    <a:pt x="167" y="4"/>
                    <a:pt x="171" y="3"/>
                  </a:cubicBezTo>
                  <a:cubicBezTo>
                    <a:pt x="173" y="4"/>
                    <a:pt x="173" y="4"/>
                    <a:pt x="173" y="4"/>
                  </a:cubicBezTo>
                  <a:cubicBezTo>
                    <a:pt x="173" y="6"/>
                    <a:pt x="167" y="5"/>
                    <a:pt x="169" y="8"/>
                  </a:cubicBezTo>
                  <a:cubicBezTo>
                    <a:pt x="171" y="7"/>
                    <a:pt x="172" y="6"/>
                    <a:pt x="174" y="6"/>
                  </a:cubicBezTo>
                  <a:cubicBezTo>
                    <a:pt x="173" y="7"/>
                    <a:pt x="173" y="7"/>
                    <a:pt x="173" y="7"/>
                  </a:cubicBezTo>
                  <a:cubicBezTo>
                    <a:pt x="174" y="6"/>
                    <a:pt x="176" y="10"/>
                    <a:pt x="179" y="7"/>
                  </a:cubicBezTo>
                  <a:cubicBezTo>
                    <a:pt x="180" y="5"/>
                    <a:pt x="179" y="6"/>
                    <a:pt x="179" y="4"/>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1" y="3"/>
                    <a:pt x="181" y="3"/>
                    <a:pt x="181" y="3"/>
                  </a:cubicBezTo>
                  <a:cubicBezTo>
                    <a:pt x="182" y="0"/>
                    <a:pt x="178" y="37"/>
                    <a:pt x="179" y="21"/>
                  </a:cubicBezTo>
                  <a:cubicBezTo>
                    <a:pt x="179" y="21"/>
                    <a:pt x="179" y="21"/>
                    <a:pt x="179" y="21"/>
                  </a:cubicBezTo>
                  <a:cubicBezTo>
                    <a:pt x="179" y="21"/>
                    <a:pt x="179" y="21"/>
                    <a:pt x="179" y="21"/>
                  </a:cubicBezTo>
                  <a:cubicBezTo>
                    <a:pt x="179" y="21"/>
                    <a:pt x="179" y="21"/>
                    <a:pt x="179" y="21"/>
                  </a:cubicBezTo>
                  <a:cubicBezTo>
                    <a:pt x="178" y="21"/>
                    <a:pt x="178" y="21"/>
                    <a:pt x="178" y="21"/>
                  </a:cubicBezTo>
                  <a:cubicBezTo>
                    <a:pt x="178" y="21"/>
                    <a:pt x="178" y="21"/>
                    <a:pt x="178" y="21"/>
                  </a:cubicBezTo>
                  <a:cubicBezTo>
                    <a:pt x="177" y="21"/>
                    <a:pt x="176" y="21"/>
                    <a:pt x="175" y="20"/>
                  </a:cubicBezTo>
                  <a:cubicBezTo>
                    <a:pt x="176" y="19"/>
                    <a:pt x="171" y="19"/>
                    <a:pt x="174" y="18"/>
                  </a:cubicBezTo>
                  <a:cubicBezTo>
                    <a:pt x="175" y="18"/>
                    <a:pt x="176" y="19"/>
                    <a:pt x="177" y="20"/>
                  </a:cubicBezTo>
                  <a:cubicBezTo>
                    <a:pt x="180" y="20"/>
                    <a:pt x="180" y="20"/>
                    <a:pt x="180" y="20"/>
                  </a:cubicBezTo>
                  <a:cubicBezTo>
                    <a:pt x="180" y="20"/>
                    <a:pt x="180" y="20"/>
                    <a:pt x="180" y="20"/>
                  </a:cubicBezTo>
                  <a:cubicBezTo>
                    <a:pt x="180" y="20"/>
                    <a:pt x="180" y="20"/>
                    <a:pt x="180" y="20"/>
                  </a:cubicBezTo>
                  <a:cubicBezTo>
                    <a:pt x="180" y="13"/>
                    <a:pt x="178" y="36"/>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4"/>
                    <a:pt x="181" y="4"/>
                    <a:pt x="181" y="4"/>
                  </a:cubicBezTo>
                  <a:cubicBezTo>
                    <a:pt x="181" y="5"/>
                    <a:pt x="181" y="5"/>
                    <a:pt x="181" y="5"/>
                  </a:cubicBezTo>
                  <a:cubicBezTo>
                    <a:pt x="181" y="5"/>
                    <a:pt x="181" y="5"/>
                    <a:pt x="181" y="5"/>
                  </a:cubicBezTo>
                  <a:cubicBezTo>
                    <a:pt x="180" y="6"/>
                    <a:pt x="180" y="6"/>
                    <a:pt x="180" y="6"/>
                  </a:cubicBezTo>
                  <a:cubicBezTo>
                    <a:pt x="182" y="8"/>
                    <a:pt x="177" y="6"/>
                    <a:pt x="176" y="9"/>
                  </a:cubicBezTo>
                  <a:cubicBezTo>
                    <a:pt x="180" y="8"/>
                    <a:pt x="180" y="10"/>
                    <a:pt x="182" y="12"/>
                  </a:cubicBezTo>
                  <a:cubicBezTo>
                    <a:pt x="182" y="13"/>
                    <a:pt x="184" y="6"/>
                    <a:pt x="183" y="15"/>
                  </a:cubicBezTo>
                  <a:cubicBezTo>
                    <a:pt x="183" y="12"/>
                    <a:pt x="182" y="22"/>
                    <a:pt x="183" y="9"/>
                  </a:cubicBezTo>
                  <a:cubicBezTo>
                    <a:pt x="183" y="9"/>
                    <a:pt x="182" y="8"/>
                    <a:pt x="182" y="8"/>
                  </a:cubicBezTo>
                  <a:cubicBezTo>
                    <a:pt x="183" y="8"/>
                    <a:pt x="183" y="8"/>
                    <a:pt x="183" y="8"/>
                  </a:cubicBezTo>
                  <a:cubicBezTo>
                    <a:pt x="183" y="8"/>
                    <a:pt x="183" y="8"/>
                    <a:pt x="183" y="8"/>
                  </a:cubicBezTo>
                  <a:cubicBezTo>
                    <a:pt x="183" y="8"/>
                    <a:pt x="183" y="8"/>
                    <a:pt x="183" y="8"/>
                  </a:cubicBezTo>
                  <a:cubicBezTo>
                    <a:pt x="183" y="8"/>
                    <a:pt x="183" y="8"/>
                    <a:pt x="183" y="8"/>
                  </a:cubicBezTo>
                  <a:cubicBezTo>
                    <a:pt x="183" y="5"/>
                    <a:pt x="181" y="26"/>
                    <a:pt x="182" y="17"/>
                  </a:cubicBezTo>
                  <a:cubicBezTo>
                    <a:pt x="182" y="17"/>
                    <a:pt x="182" y="17"/>
                    <a:pt x="182" y="17"/>
                  </a:cubicBezTo>
                  <a:cubicBezTo>
                    <a:pt x="182" y="17"/>
                    <a:pt x="182" y="17"/>
                    <a:pt x="182" y="17"/>
                  </a:cubicBezTo>
                  <a:cubicBezTo>
                    <a:pt x="181" y="17"/>
                    <a:pt x="181" y="17"/>
                    <a:pt x="181" y="17"/>
                  </a:cubicBezTo>
                  <a:cubicBezTo>
                    <a:pt x="181" y="17"/>
                    <a:pt x="181" y="17"/>
                    <a:pt x="181" y="17"/>
                  </a:cubicBezTo>
                  <a:cubicBezTo>
                    <a:pt x="181" y="17"/>
                    <a:pt x="181" y="17"/>
                    <a:pt x="181" y="17"/>
                  </a:cubicBezTo>
                  <a:cubicBezTo>
                    <a:pt x="180" y="16"/>
                    <a:pt x="180" y="16"/>
                    <a:pt x="180" y="16"/>
                  </a:cubicBezTo>
                  <a:cubicBezTo>
                    <a:pt x="177" y="16"/>
                    <a:pt x="177" y="16"/>
                    <a:pt x="177" y="16"/>
                  </a:cubicBezTo>
                  <a:cubicBezTo>
                    <a:pt x="176" y="15"/>
                    <a:pt x="175" y="16"/>
                    <a:pt x="174" y="16"/>
                  </a:cubicBezTo>
                  <a:cubicBezTo>
                    <a:pt x="173" y="15"/>
                    <a:pt x="173" y="13"/>
                    <a:pt x="175" y="14"/>
                  </a:cubicBezTo>
                  <a:cubicBezTo>
                    <a:pt x="171" y="13"/>
                    <a:pt x="166" y="12"/>
                    <a:pt x="162" y="11"/>
                  </a:cubicBezTo>
                  <a:cubicBezTo>
                    <a:pt x="164" y="13"/>
                    <a:pt x="157" y="11"/>
                    <a:pt x="159" y="13"/>
                  </a:cubicBezTo>
                  <a:cubicBezTo>
                    <a:pt x="161" y="14"/>
                    <a:pt x="163" y="16"/>
                    <a:pt x="161" y="17"/>
                  </a:cubicBezTo>
                  <a:cubicBezTo>
                    <a:pt x="160" y="17"/>
                    <a:pt x="161" y="16"/>
                    <a:pt x="161" y="15"/>
                  </a:cubicBezTo>
                  <a:cubicBezTo>
                    <a:pt x="159" y="16"/>
                    <a:pt x="158" y="13"/>
                    <a:pt x="156" y="15"/>
                  </a:cubicBezTo>
                  <a:cubicBezTo>
                    <a:pt x="160" y="14"/>
                    <a:pt x="157" y="12"/>
                    <a:pt x="158" y="10"/>
                  </a:cubicBezTo>
                  <a:cubicBezTo>
                    <a:pt x="155" y="11"/>
                    <a:pt x="158" y="9"/>
                    <a:pt x="155" y="9"/>
                  </a:cubicBezTo>
                  <a:cubicBezTo>
                    <a:pt x="152" y="10"/>
                    <a:pt x="149" y="10"/>
                    <a:pt x="145" y="11"/>
                  </a:cubicBezTo>
                  <a:cubicBezTo>
                    <a:pt x="141" y="9"/>
                    <a:pt x="134" y="11"/>
                    <a:pt x="131" y="12"/>
                  </a:cubicBezTo>
                  <a:cubicBezTo>
                    <a:pt x="128" y="11"/>
                    <a:pt x="130" y="9"/>
                    <a:pt x="127" y="8"/>
                  </a:cubicBezTo>
                  <a:cubicBezTo>
                    <a:pt x="125" y="9"/>
                    <a:pt x="130" y="10"/>
                    <a:pt x="126" y="10"/>
                  </a:cubicBezTo>
                  <a:cubicBezTo>
                    <a:pt x="126" y="9"/>
                    <a:pt x="126" y="9"/>
                    <a:pt x="126" y="9"/>
                  </a:cubicBezTo>
                  <a:cubicBezTo>
                    <a:pt x="125" y="10"/>
                    <a:pt x="119" y="8"/>
                    <a:pt x="118" y="12"/>
                  </a:cubicBezTo>
                  <a:cubicBezTo>
                    <a:pt x="119" y="9"/>
                    <a:pt x="119" y="9"/>
                    <a:pt x="119" y="9"/>
                  </a:cubicBezTo>
                  <a:cubicBezTo>
                    <a:pt x="118" y="9"/>
                    <a:pt x="118" y="10"/>
                    <a:pt x="117" y="10"/>
                  </a:cubicBezTo>
                  <a:cubicBezTo>
                    <a:pt x="117" y="9"/>
                    <a:pt x="116" y="9"/>
                    <a:pt x="117" y="8"/>
                  </a:cubicBezTo>
                  <a:cubicBezTo>
                    <a:pt x="115" y="7"/>
                    <a:pt x="112" y="9"/>
                    <a:pt x="110" y="9"/>
                  </a:cubicBezTo>
                  <a:cubicBezTo>
                    <a:pt x="111" y="10"/>
                    <a:pt x="111" y="10"/>
                    <a:pt x="111" y="10"/>
                  </a:cubicBezTo>
                  <a:cubicBezTo>
                    <a:pt x="107" y="12"/>
                    <a:pt x="104" y="11"/>
                    <a:pt x="100" y="12"/>
                  </a:cubicBezTo>
                  <a:cubicBezTo>
                    <a:pt x="100" y="10"/>
                    <a:pt x="100" y="10"/>
                    <a:pt x="100" y="10"/>
                  </a:cubicBezTo>
                  <a:cubicBezTo>
                    <a:pt x="97" y="11"/>
                    <a:pt x="97" y="11"/>
                    <a:pt x="97" y="11"/>
                  </a:cubicBezTo>
                  <a:cubicBezTo>
                    <a:pt x="98" y="10"/>
                    <a:pt x="95" y="10"/>
                    <a:pt x="94" y="11"/>
                  </a:cubicBezTo>
                  <a:cubicBezTo>
                    <a:pt x="100" y="7"/>
                    <a:pt x="100" y="7"/>
                    <a:pt x="100" y="7"/>
                  </a:cubicBezTo>
                  <a:cubicBezTo>
                    <a:pt x="102" y="7"/>
                    <a:pt x="99" y="9"/>
                    <a:pt x="100" y="10"/>
                  </a:cubicBezTo>
                  <a:cubicBezTo>
                    <a:pt x="101" y="11"/>
                    <a:pt x="105" y="10"/>
                    <a:pt x="105" y="9"/>
                  </a:cubicBezTo>
                  <a:cubicBezTo>
                    <a:pt x="104" y="9"/>
                    <a:pt x="104" y="9"/>
                    <a:pt x="103" y="10"/>
                  </a:cubicBezTo>
                  <a:cubicBezTo>
                    <a:pt x="102" y="8"/>
                    <a:pt x="104" y="8"/>
                    <a:pt x="105" y="6"/>
                  </a:cubicBezTo>
                  <a:cubicBezTo>
                    <a:pt x="105" y="6"/>
                    <a:pt x="103" y="6"/>
                    <a:pt x="103" y="7"/>
                  </a:cubicBezTo>
                  <a:cubicBezTo>
                    <a:pt x="105" y="6"/>
                    <a:pt x="106" y="5"/>
                    <a:pt x="109" y="5"/>
                  </a:cubicBezTo>
                  <a:cubicBezTo>
                    <a:pt x="107" y="6"/>
                    <a:pt x="110" y="6"/>
                    <a:pt x="109" y="7"/>
                  </a:cubicBezTo>
                  <a:cubicBezTo>
                    <a:pt x="109" y="5"/>
                    <a:pt x="112" y="4"/>
                    <a:pt x="115" y="4"/>
                  </a:cubicBezTo>
                  <a:cubicBezTo>
                    <a:pt x="118" y="6"/>
                    <a:pt x="121" y="2"/>
                    <a:pt x="125" y="3"/>
                  </a:cubicBezTo>
                  <a:cubicBezTo>
                    <a:pt x="123" y="4"/>
                    <a:pt x="122" y="6"/>
                    <a:pt x="119" y="7"/>
                  </a:cubicBezTo>
                  <a:cubicBezTo>
                    <a:pt x="122" y="7"/>
                    <a:pt x="122" y="7"/>
                    <a:pt x="124" y="7"/>
                  </a:cubicBezTo>
                  <a:cubicBezTo>
                    <a:pt x="125" y="6"/>
                    <a:pt x="126" y="4"/>
                    <a:pt x="129" y="3"/>
                  </a:cubicBezTo>
                  <a:cubicBezTo>
                    <a:pt x="129" y="4"/>
                    <a:pt x="129" y="4"/>
                    <a:pt x="129" y="4"/>
                  </a:cubicBezTo>
                  <a:cubicBezTo>
                    <a:pt x="132" y="3"/>
                    <a:pt x="132" y="1"/>
                    <a:pt x="135" y="2"/>
                  </a:cubicBezTo>
                  <a:cubicBezTo>
                    <a:pt x="142" y="2"/>
                    <a:pt x="148" y="2"/>
                    <a:pt x="153" y="2"/>
                  </a:cubicBezTo>
                  <a:cubicBezTo>
                    <a:pt x="153" y="3"/>
                    <a:pt x="153" y="3"/>
                    <a:pt x="153" y="3"/>
                  </a:cubicBezTo>
                  <a:cubicBezTo>
                    <a:pt x="156" y="1"/>
                    <a:pt x="162" y="2"/>
                    <a:pt x="165" y="2"/>
                  </a:cubicBezTo>
                  <a:cubicBezTo>
                    <a:pt x="171" y="4"/>
                    <a:pt x="179" y="4"/>
                    <a:pt x="181" y="7"/>
                  </a:cubicBezTo>
                  <a:cubicBezTo>
                    <a:pt x="185" y="9"/>
                    <a:pt x="185" y="9"/>
                    <a:pt x="185" y="9"/>
                  </a:cubicBezTo>
                  <a:cubicBezTo>
                    <a:pt x="186" y="9"/>
                    <a:pt x="186" y="9"/>
                    <a:pt x="186" y="9"/>
                  </a:cubicBezTo>
                  <a:cubicBezTo>
                    <a:pt x="186" y="9"/>
                    <a:pt x="186" y="9"/>
                    <a:pt x="186" y="9"/>
                  </a:cubicBezTo>
                  <a:cubicBezTo>
                    <a:pt x="186" y="9"/>
                    <a:pt x="186" y="9"/>
                    <a:pt x="186" y="9"/>
                  </a:cubicBezTo>
                  <a:cubicBezTo>
                    <a:pt x="186" y="9"/>
                    <a:pt x="186" y="9"/>
                    <a:pt x="186" y="9"/>
                  </a:cubicBezTo>
                  <a:cubicBezTo>
                    <a:pt x="186" y="9"/>
                    <a:pt x="186" y="9"/>
                    <a:pt x="186" y="9"/>
                  </a:cubicBezTo>
                  <a:cubicBezTo>
                    <a:pt x="187" y="2"/>
                    <a:pt x="185" y="18"/>
                    <a:pt x="186" y="16"/>
                  </a:cubicBezTo>
                  <a:cubicBezTo>
                    <a:pt x="186" y="17"/>
                    <a:pt x="186" y="17"/>
                    <a:pt x="186" y="17"/>
                  </a:cubicBezTo>
                  <a:cubicBezTo>
                    <a:pt x="185" y="17"/>
                    <a:pt x="185" y="17"/>
                    <a:pt x="185" y="17"/>
                  </a:cubicBezTo>
                  <a:cubicBezTo>
                    <a:pt x="185" y="17"/>
                    <a:pt x="185" y="17"/>
                    <a:pt x="185" y="17"/>
                  </a:cubicBezTo>
                  <a:cubicBezTo>
                    <a:pt x="183" y="17"/>
                    <a:pt x="183" y="17"/>
                    <a:pt x="183" y="17"/>
                  </a:cubicBezTo>
                  <a:cubicBezTo>
                    <a:pt x="176" y="20"/>
                    <a:pt x="176" y="20"/>
                    <a:pt x="176" y="20"/>
                  </a:cubicBezTo>
                  <a:cubicBezTo>
                    <a:pt x="171" y="22"/>
                    <a:pt x="166" y="23"/>
                    <a:pt x="161" y="24"/>
                  </a:cubicBezTo>
                  <a:cubicBezTo>
                    <a:pt x="162" y="22"/>
                    <a:pt x="162" y="22"/>
                    <a:pt x="162" y="22"/>
                  </a:cubicBezTo>
                  <a:cubicBezTo>
                    <a:pt x="161" y="24"/>
                    <a:pt x="161" y="21"/>
                    <a:pt x="159" y="22"/>
                  </a:cubicBezTo>
                  <a:cubicBezTo>
                    <a:pt x="162" y="23"/>
                    <a:pt x="157" y="24"/>
                    <a:pt x="156" y="26"/>
                  </a:cubicBezTo>
                  <a:cubicBezTo>
                    <a:pt x="151" y="25"/>
                    <a:pt x="145" y="28"/>
                    <a:pt x="141" y="30"/>
                  </a:cubicBezTo>
                  <a:cubicBezTo>
                    <a:pt x="141" y="29"/>
                    <a:pt x="141" y="29"/>
                    <a:pt x="141" y="29"/>
                  </a:cubicBezTo>
                  <a:cubicBezTo>
                    <a:pt x="137" y="32"/>
                    <a:pt x="132" y="31"/>
                    <a:pt x="126" y="31"/>
                  </a:cubicBezTo>
                  <a:cubicBezTo>
                    <a:pt x="126" y="31"/>
                    <a:pt x="124" y="30"/>
                    <a:pt x="123" y="30"/>
                  </a:cubicBezTo>
                  <a:cubicBezTo>
                    <a:pt x="120" y="33"/>
                    <a:pt x="119" y="33"/>
                    <a:pt x="115" y="35"/>
                  </a:cubicBezTo>
                  <a:cubicBezTo>
                    <a:pt x="112" y="35"/>
                    <a:pt x="107" y="36"/>
                    <a:pt x="104" y="36"/>
                  </a:cubicBezTo>
                  <a:cubicBezTo>
                    <a:pt x="99" y="38"/>
                    <a:pt x="93" y="40"/>
                    <a:pt x="88" y="41"/>
                  </a:cubicBezTo>
                  <a:cubicBezTo>
                    <a:pt x="86" y="42"/>
                    <a:pt x="84" y="43"/>
                    <a:pt x="83" y="44"/>
                  </a:cubicBezTo>
                  <a:cubicBezTo>
                    <a:pt x="83" y="44"/>
                    <a:pt x="83" y="44"/>
                    <a:pt x="83" y="44"/>
                  </a:cubicBezTo>
                  <a:cubicBezTo>
                    <a:pt x="83" y="44"/>
                    <a:pt x="83" y="44"/>
                    <a:pt x="83" y="44"/>
                  </a:cubicBezTo>
                  <a:cubicBezTo>
                    <a:pt x="84" y="47"/>
                    <a:pt x="74" y="20"/>
                    <a:pt x="78" y="31"/>
                  </a:cubicBezTo>
                  <a:cubicBezTo>
                    <a:pt x="78" y="31"/>
                    <a:pt x="78" y="31"/>
                    <a:pt x="78" y="31"/>
                  </a:cubicBezTo>
                  <a:cubicBezTo>
                    <a:pt x="78" y="31"/>
                    <a:pt x="78" y="31"/>
                    <a:pt x="78" y="31"/>
                  </a:cubicBezTo>
                  <a:cubicBezTo>
                    <a:pt x="79" y="31"/>
                    <a:pt x="79" y="31"/>
                    <a:pt x="79" y="31"/>
                  </a:cubicBezTo>
                  <a:cubicBezTo>
                    <a:pt x="79" y="31"/>
                    <a:pt x="79" y="31"/>
                    <a:pt x="79" y="31"/>
                  </a:cubicBezTo>
                  <a:cubicBezTo>
                    <a:pt x="79" y="31"/>
                    <a:pt x="79" y="31"/>
                    <a:pt x="79" y="31"/>
                  </a:cubicBezTo>
                  <a:cubicBezTo>
                    <a:pt x="79" y="31"/>
                    <a:pt x="79" y="31"/>
                    <a:pt x="79" y="31"/>
                  </a:cubicBezTo>
                  <a:cubicBezTo>
                    <a:pt x="81" y="32"/>
                    <a:pt x="81" y="32"/>
                    <a:pt x="81" y="32"/>
                  </a:cubicBezTo>
                  <a:cubicBezTo>
                    <a:pt x="85" y="31"/>
                    <a:pt x="85" y="31"/>
                    <a:pt x="85" y="31"/>
                  </a:cubicBezTo>
                  <a:cubicBezTo>
                    <a:pt x="86" y="33"/>
                    <a:pt x="86" y="33"/>
                    <a:pt x="86" y="33"/>
                  </a:cubicBezTo>
                  <a:cubicBezTo>
                    <a:pt x="97" y="31"/>
                    <a:pt x="111" y="32"/>
                    <a:pt x="121" y="29"/>
                  </a:cubicBezTo>
                  <a:cubicBezTo>
                    <a:pt x="120" y="32"/>
                    <a:pt x="120" y="32"/>
                    <a:pt x="120" y="32"/>
                  </a:cubicBezTo>
                  <a:cubicBezTo>
                    <a:pt x="123" y="32"/>
                    <a:pt x="127" y="30"/>
                    <a:pt x="126" y="29"/>
                  </a:cubicBezTo>
                  <a:cubicBezTo>
                    <a:pt x="129" y="29"/>
                    <a:pt x="134" y="27"/>
                    <a:pt x="136" y="28"/>
                  </a:cubicBezTo>
                  <a:cubicBezTo>
                    <a:pt x="140" y="29"/>
                    <a:pt x="140" y="27"/>
                    <a:pt x="143" y="27"/>
                  </a:cubicBezTo>
                  <a:cubicBezTo>
                    <a:pt x="150" y="27"/>
                    <a:pt x="153" y="28"/>
                    <a:pt x="160" y="28"/>
                  </a:cubicBezTo>
                  <a:cubicBezTo>
                    <a:pt x="158" y="28"/>
                    <a:pt x="158" y="28"/>
                    <a:pt x="158" y="28"/>
                  </a:cubicBezTo>
                  <a:cubicBezTo>
                    <a:pt x="157" y="28"/>
                    <a:pt x="157" y="29"/>
                    <a:pt x="159" y="30"/>
                  </a:cubicBezTo>
                  <a:cubicBezTo>
                    <a:pt x="161" y="29"/>
                    <a:pt x="168" y="32"/>
                    <a:pt x="166" y="29"/>
                  </a:cubicBezTo>
                  <a:cubicBezTo>
                    <a:pt x="172" y="31"/>
                    <a:pt x="172" y="31"/>
                    <a:pt x="172" y="31"/>
                  </a:cubicBezTo>
                  <a:cubicBezTo>
                    <a:pt x="175" y="32"/>
                    <a:pt x="175" y="32"/>
                    <a:pt x="175" y="32"/>
                  </a:cubicBezTo>
                  <a:cubicBezTo>
                    <a:pt x="176" y="32"/>
                    <a:pt x="176" y="32"/>
                    <a:pt x="176" y="32"/>
                  </a:cubicBezTo>
                  <a:cubicBezTo>
                    <a:pt x="176" y="32"/>
                    <a:pt x="176" y="32"/>
                    <a:pt x="176" y="32"/>
                  </a:cubicBezTo>
                  <a:cubicBezTo>
                    <a:pt x="177" y="28"/>
                    <a:pt x="176" y="66"/>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6" y="50"/>
                    <a:pt x="176" y="50"/>
                    <a:pt x="176" y="50"/>
                  </a:cubicBezTo>
                  <a:cubicBezTo>
                    <a:pt x="175" y="50"/>
                    <a:pt x="175" y="50"/>
                    <a:pt x="175" y="50"/>
                  </a:cubicBezTo>
                  <a:cubicBezTo>
                    <a:pt x="175" y="51"/>
                    <a:pt x="175" y="51"/>
                    <a:pt x="175" y="51"/>
                  </a:cubicBezTo>
                  <a:cubicBezTo>
                    <a:pt x="171" y="52"/>
                    <a:pt x="167" y="53"/>
                    <a:pt x="163" y="53"/>
                  </a:cubicBezTo>
                  <a:cubicBezTo>
                    <a:pt x="164" y="54"/>
                    <a:pt x="162" y="55"/>
                    <a:pt x="162" y="55"/>
                  </a:cubicBezTo>
                  <a:cubicBezTo>
                    <a:pt x="156" y="57"/>
                    <a:pt x="149" y="56"/>
                    <a:pt x="145" y="58"/>
                  </a:cubicBezTo>
                  <a:cubicBezTo>
                    <a:pt x="144" y="58"/>
                    <a:pt x="146" y="57"/>
                    <a:pt x="144" y="57"/>
                  </a:cubicBezTo>
                  <a:cubicBezTo>
                    <a:pt x="143" y="58"/>
                    <a:pt x="144" y="58"/>
                    <a:pt x="142" y="59"/>
                  </a:cubicBezTo>
                  <a:cubicBezTo>
                    <a:pt x="134" y="62"/>
                    <a:pt x="124" y="60"/>
                    <a:pt x="116" y="62"/>
                  </a:cubicBezTo>
                  <a:cubicBezTo>
                    <a:pt x="109" y="65"/>
                    <a:pt x="101" y="67"/>
                    <a:pt x="95" y="68"/>
                  </a:cubicBezTo>
                  <a:cubicBezTo>
                    <a:pt x="92" y="69"/>
                    <a:pt x="89" y="70"/>
                    <a:pt x="86" y="71"/>
                  </a:cubicBezTo>
                  <a:cubicBezTo>
                    <a:pt x="83" y="73"/>
                    <a:pt x="83" y="73"/>
                    <a:pt x="83" y="73"/>
                  </a:cubicBezTo>
                  <a:cubicBezTo>
                    <a:pt x="82" y="74"/>
                    <a:pt x="82" y="74"/>
                    <a:pt x="82" y="74"/>
                  </a:cubicBezTo>
                  <a:cubicBezTo>
                    <a:pt x="82" y="74"/>
                    <a:pt x="82" y="74"/>
                    <a:pt x="82" y="74"/>
                  </a:cubicBezTo>
                  <a:cubicBezTo>
                    <a:pt x="82" y="74"/>
                    <a:pt x="82" y="74"/>
                    <a:pt x="82" y="74"/>
                  </a:cubicBezTo>
                  <a:cubicBezTo>
                    <a:pt x="82" y="74"/>
                    <a:pt x="82" y="74"/>
                    <a:pt x="82" y="74"/>
                  </a:cubicBezTo>
                  <a:cubicBezTo>
                    <a:pt x="82" y="77"/>
                    <a:pt x="78" y="47"/>
                    <a:pt x="80" y="60"/>
                  </a:cubicBezTo>
                  <a:cubicBezTo>
                    <a:pt x="80" y="60"/>
                    <a:pt x="80" y="60"/>
                    <a:pt x="80" y="60"/>
                  </a:cubicBezTo>
                  <a:cubicBezTo>
                    <a:pt x="80" y="60"/>
                    <a:pt x="80" y="60"/>
                    <a:pt x="80" y="60"/>
                  </a:cubicBezTo>
                  <a:cubicBezTo>
                    <a:pt x="80" y="60"/>
                    <a:pt x="80" y="60"/>
                    <a:pt x="80" y="60"/>
                  </a:cubicBezTo>
                  <a:cubicBezTo>
                    <a:pt x="81" y="60"/>
                    <a:pt x="81" y="60"/>
                    <a:pt x="81" y="60"/>
                  </a:cubicBezTo>
                  <a:cubicBezTo>
                    <a:pt x="81" y="60"/>
                    <a:pt x="81" y="60"/>
                    <a:pt x="81" y="60"/>
                  </a:cubicBezTo>
                  <a:cubicBezTo>
                    <a:pt x="81" y="60"/>
                    <a:pt x="81" y="60"/>
                    <a:pt x="81" y="60"/>
                  </a:cubicBezTo>
                  <a:cubicBezTo>
                    <a:pt x="85" y="59"/>
                    <a:pt x="86" y="66"/>
                    <a:pt x="91" y="63"/>
                  </a:cubicBezTo>
                  <a:cubicBezTo>
                    <a:pt x="92" y="64"/>
                    <a:pt x="94" y="64"/>
                    <a:pt x="94" y="65"/>
                  </a:cubicBezTo>
                  <a:cubicBezTo>
                    <a:pt x="96" y="64"/>
                    <a:pt x="103" y="67"/>
                    <a:pt x="108" y="65"/>
                  </a:cubicBezTo>
                  <a:cubicBezTo>
                    <a:pt x="107" y="65"/>
                    <a:pt x="107" y="65"/>
                    <a:pt x="107" y="65"/>
                  </a:cubicBezTo>
                  <a:cubicBezTo>
                    <a:pt x="112" y="66"/>
                    <a:pt x="117" y="64"/>
                    <a:pt x="122" y="65"/>
                  </a:cubicBezTo>
                  <a:cubicBezTo>
                    <a:pt x="122" y="65"/>
                    <a:pt x="121" y="65"/>
                    <a:pt x="121" y="66"/>
                  </a:cubicBezTo>
                  <a:cubicBezTo>
                    <a:pt x="123" y="67"/>
                    <a:pt x="126" y="63"/>
                    <a:pt x="127" y="66"/>
                  </a:cubicBezTo>
                  <a:cubicBezTo>
                    <a:pt x="129" y="65"/>
                    <a:pt x="128" y="64"/>
                    <a:pt x="127" y="64"/>
                  </a:cubicBezTo>
                  <a:cubicBezTo>
                    <a:pt x="140" y="64"/>
                    <a:pt x="155" y="60"/>
                    <a:pt x="172" y="68"/>
                  </a:cubicBezTo>
                  <a:cubicBezTo>
                    <a:pt x="178" y="73"/>
                    <a:pt x="177" y="74"/>
                    <a:pt x="176" y="74"/>
                  </a:cubicBezTo>
                  <a:cubicBezTo>
                    <a:pt x="176" y="74"/>
                    <a:pt x="176" y="74"/>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6" y="75"/>
                    <a:pt x="176" y="75"/>
                    <a:pt x="176" y="75"/>
                  </a:cubicBezTo>
                  <a:cubicBezTo>
                    <a:pt x="178" y="65"/>
                    <a:pt x="173" y="88"/>
                    <a:pt x="174" y="86"/>
                  </a:cubicBezTo>
                  <a:cubicBezTo>
                    <a:pt x="174" y="86"/>
                    <a:pt x="174" y="86"/>
                    <a:pt x="174" y="86"/>
                  </a:cubicBezTo>
                  <a:cubicBezTo>
                    <a:pt x="174" y="86"/>
                    <a:pt x="174" y="86"/>
                    <a:pt x="174" y="86"/>
                  </a:cubicBezTo>
                  <a:cubicBezTo>
                    <a:pt x="173" y="86"/>
                    <a:pt x="173" y="86"/>
                    <a:pt x="173" y="86"/>
                  </a:cubicBezTo>
                  <a:cubicBezTo>
                    <a:pt x="173" y="86"/>
                    <a:pt x="173" y="86"/>
                    <a:pt x="173" y="86"/>
                  </a:cubicBezTo>
                  <a:cubicBezTo>
                    <a:pt x="172" y="87"/>
                    <a:pt x="171" y="87"/>
                    <a:pt x="171" y="88"/>
                  </a:cubicBezTo>
                  <a:cubicBezTo>
                    <a:pt x="170" y="87"/>
                    <a:pt x="170" y="89"/>
                    <a:pt x="170" y="88"/>
                  </a:cubicBezTo>
                  <a:cubicBezTo>
                    <a:pt x="167" y="90"/>
                    <a:pt x="164" y="86"/>
                    <a:pt x="163" y="88"/>
                  </a:cubicBezTo>
                  <a:cubicBezTo>
                    <a:pt x="164" y="90"/>
                    <a:pt x="161" y="89"/>
                    <a:pt x="161" y="90"/>
                  </a:cubicBezTo>
                  <a:cubicBezTo>
                    <a:pt x="155" y="90"/>
                    <a:pt x="154" y="89"/>
                    <a:pt x="149" y="90"/>
                  </a:cubicBezTo>
                  <a:cubicBezTo>
                    <a:pt x="149" y="89"/>
                    <a:pt x="149" y="89"/>
                    <a:pt x="149" y="89"/>
                  </a:cubicBezTo>
                  <a:cubicBezTo>
                    <a:pt x="144" y="92"/>
                    <a:pt x="138" y="91"/>
                    <a:pt x="134" y="95"/>
                  </a:cubicBezTo>
                  <a:cubicBezTo>
                    <a:pt x="126" y="95"/>
                    <a:pt x="120" y="97"/>
                    <a:pt x="114" y="98"/>
                  </a:cubicBezTo>
                  <a:cubicBezTo>
                    <a:pt x="111" y="100"/>
                    <a:pt x="108" y="100"/>
                    <a:pt x="107" y="102"/>
                  </a:cubicBezTo>
                  <a:cubicBezTo>
                    <a:pt x="105" y="104"/>
                    <a:pt x="105" y="104"/>
                    <a:pt x="105" y="104"/>
                  </a:cubicBezTo>
                  <a:cubicBezTo>
                    <a:pt x="104" y="104"/>
                    <a:pt x="104" y="104"/>
                    <a:pt x="104" y="104"/>
                  </a:cubicBezTo>
                  <a:cubicBezTo>
                    <a:pt x="104" y="104"/>
                    <a:pt x="104" y="104"/>
                    <a:pt x="104" y="104"/>
                  </a:cubicBezTo>
                  <a:cubicBezTo>
                    <a:pt x="104" y="104"/>
                    <a:pt x="104" y="104"/>
                    <a:pt x="104" y="104"/>
                  </a:cubicBezTo>
                  <a:cubicBezTo>
                    <a:pt x="104" y="104"/>
                    <a:pt x="104" y="104"/>
                    <a:pt x="104" y="104"/>
                  </a:cubicBezTo>
                  <a:cubicBezTo>
                    <a:pt x="104" y="107"/>
                    <a:pt x="103" y="74"/>
                    <a:pt x="104" y="88"/>
                  </a:cubicBezTo>
                  <a:cubicBezTo>
                    <a:pt x="104" y="88"/>
                    <a:pt x="104" y="88"/>
                    <a:pt x="104" y="88"/>
                  </a:cubicBezTo>
                  <a:cubicBezTo>
                    <a:pt x="104" y="88"/>
                    <a:pt x="104" y="88"/>
                    <a:pt x="104" y="88"/>
                  </a:cubicBezTo>
                  <a:cubicBezTo>
                    <a:pt x="104" y="88"/>
                    <a:pt x="104" y="88"/>
                    <a:pt x="104" y="88"/>
                  </a:cubicBezTo>
                  <a:cubicBezTo>
                    <a:pt x="105" y="89"/>
                    <a:pt x="105" y="89"/>
                    <a:pt x="105" y="89"/>
                  </a:cubicBezTo>
                  <a:cubicBezTo>
                    <a:pt x="108" y="91"/>
                    <a:pt x="114" y="91"/>
                    <a:pt x="121" y="91"/>
                  </a:cubicBezTo>
                  <a:cubicBezTo>
                    <a:pt x="125" y="92"/>
                    <a:pt x="129" y="92"/>
                    <a:pt x="134" y="93"/>
                  </a:cubicBezTo>
                  <a:cubicBezTo>
                    <a:pt x="137" y="94"/>
                    <a:pt x="139" y="95"/>
                    <a:pt x="142" y="96"/>
                  </a:cubicBezTo>
                  <a:cubicBezTo>
                    <a:pt x="140" y="77"/>
                    <a:pt x="145" y="122"/>
                    <a:pt x="144" y="117"/>
                  </a:cubicBezTo>
                  <a:cubicBezTo>
                    <a:pt x="144" y="117"/>
                    <a:pt x="144" y="117"/>
                    <a:pt x="144" y="117"/>
                  </a:cubicBezTo>
                  <a:cubicBezTo>
                    <a:pt x="144" y="117"/>
                    <a:pt x="144" y="117"/>
                    <a:pt x="144" y="117"/>
                  </a:cubicBezTo>
                  <a:cubicBezTo>
                    <a:pt x="144" y="117"/>
                    <a:pt x="144" y="117"/>
                    <a:pt x="144" y="117"/>
                  </a:cubicBezTo>
                  <a:cubicBezTo>
                    <a:pt x="144" y="117"/>
                    <a:pt x="144" y="117"/>
                    <a:pt x="144" y="117"/>
                  </a:cubicBezTo>
                  <a:cubicBezTo>
                    <a:pt x="143" y="117"/>
                    <a:pt x="143" y="117"/>
                    <a:pt x="143" y="117"/>
                  </a:cubicBezTo>
                  <a:cubicBezTo>
                    <a:pt x="143" y="118"/>
                    <a:pt x="143" y="118"/>
                    <a:pt x="143" y="118"/>
                  </a:cubicBezTo>
                  <a:cubicBezTo>
                    <a:pt x="141" y="119"/>
                    <a:pt x="141" y="119"/>
                    <a:pt x="141" y="119"/>
                  </a:cubicBezTo>
                  <a:cubicBezTo>
                    <a:pt x="139" y="121"/>
                    <a:pt x="139" y="121"/>
                    <a:pt x="139" y="121"/>
                  </a:cubicBezTo>
                  <a:cubicBezTo>
                    <a:pt x="124" y="130"/>
                    <a:pt x="114" y="134"/>
                    <a:pt x="108" y="143"/>
                  </a:cubicBezTo>
                  <a:cubicBezTo>
                    <a:pt x="105" y="150"/>
                    <a:pt x="103" y="147"/>
                    <a:pt x="106" y="149"/>
                  </a:cubicBezTo>
                  <a:cubicBezTo>
                    <a:pt x="108" y="152"/>
                    <a:pt x="115" y="161"/>
                    <a:pt x="118" y="169"/>
                  </a:cubicBezTo>
                  <a:cubicBezTo>
                    <a:pt x="118" y="178"/>
                    <a:pt x="119" y="178"/>
                    <a:pt x="121" y="187"/>
                  </a:cubicBezTo>
                  <a:cubicBezTo>
                    <a:pt x="120" y="187"/>
                    <a:pt x="120" y="186"/>
                    <a:pt x="120" y="187"/>
                  </a:cubicBezTo>
                  <a:cubicBezTo>
                    <a:pt x="122" y="187"/>
                    <a:pt x="121" y="193"/>
                    <a:pt x="122" y="194"/>
                  </a:cubicBezTo>
                  <a:cubicBezTo>
                    <a:pt x="121" y="208"/>
                    <a:pt x="118" y="218"/>
                    <a:pt x="113" y="229"/>
                  </a:cubicBezTo>
                  <a:cubicBezTo>
                    <a:pt x="114" y="228"/>
                    <a:pt x="113" y="226"/>
                    <a:pt x="112" y="228"/>
                  </a:cubicBezTo>
                  <a:cubicBezTo>
                    <a:pt x="112" y="231"/>
                    <a:pt x="112" y="231"/>
                    <a:pt x="112" y="231"/>
                  </a:cubicBezTo>
                  <a:cubicBezTo>
                    <a:pt x="111" y="231"/>
                    <a:pt x="111" y="231"/>
                    <a:pt x="111" y="231"/>
                  </a:cubicBezTo>
                  <a:cubicBezTo>
                    <a:pt x="111" y="232"/>
                    <a:pt x="111" y="234"/>
                    <a:pt x="112" y="233"/>
                  </a:cubicBezTo>
                  <a:cubicBezTo>
                    <a:pt x="101" y="261"/>
                    <a:pt x="80" y="281"/>
                    <a:pt x="62" y="303"/>
                  </a:cubicBezTo>
                  <a:cubicBezTo>
                    <a:pt x="57" y="307"/>
                    <a:pt x="51" y="315"/>
                    <a:pt x="47" y="320"/>
                  </a:cubicBezTo>
                  <a:cubicBezTo>
                    <a:pt x="30" y="334"/>
                    <a:pt x="15" y="346"/>
                    <a:pt x="2" y="362"/>
                  </a:cubicBezTo>
                  <a:cubicBezTo>
                    <a:pt x="2" y="362"/>
                    <a:pt x="0" y="357"/>
                    <a:pt x="6" y="3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9137650" y="3151188"/>
              <a:ext cx="11112" cy="6350"/>
            </a:xfrm>
            <a:custGeom>
              <a:avLst/>
              <a:gdLst>
                <a:gd name="T0" fmla="*/ 0 w 3"/>
                <a:gd name="T1" fmla="*/ 0 h 2"/>
                <a:gd name="T2" fmla="*/ 1 w 3"/>
                <a:gd name="T3" fmla="*/ 2 h 2"/>
                <a:gd name="T4" fmla="*/ 0 w 3"/>
                <a:gd name="T5" fmla="*/ 0 h 2"/>
              </a:gdLst>
              <a:ahLst/>
              <a:cxnLst>
                <a:cxn ang="0">
                  <a:pos x="T0" y="T1"/>
                </a:cxn>
                <a:cxn ang="0">
                  <a:pos x="T2" y="T3"/>
                </a:cxn>
                <a:cxn ang="0">
                  <a:pos x="T4" y="T5"/>
                </a:cxn>
              </a:cxnLst>
              <a:rect l="0" t="0" r="r" b="b"/>
              <a:pathLst>
                <a:path w="3" h="2">
                  <a:moveTo>
                    <a:pt x="0" y="0"/>
                  </a:moveTo>
                  <a:cubicBezTo>
                    <a:pt x="1" y="1"/>
                    <a:pt x="3" y="1"/>
                    <a:pt x="1" y="2"/>
                  </a:cubicBezTo>
                  <a:cubicBezTo>
                    <a:pt x="1" y="2"/>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9377363" y="3168651"/>
              <a:ext cx="7937" cy="7938"/>
            </a:xfrm>
            <a:custGeom>
              <a:avLst/>
              <a:gdLst>
                <a:gd name="T0" fmla="*/ 1 w 2"/>
                <a:gd name="T1" fmla="*/ 1 h 2"/>
                <a:gd name="T2" fmla="*/ 2 w 2"/>
                <a:gd name="T3" fmla="*/ 1 h 2"/>
                <a:gd name="T4" fmla="*/ 0 w 2"/>
                <a:gd name="T5" fmla="*/ 2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1" y="1"/>
                    <a:pt x="2" y="1"/>
                  </a:cubicBezTo>
                  <a:cubicBezTo>
                    <a:pt x="1" y="1"/>
                    <a:pt x="0" y="2"/>
                    <a:pt x="0" y="2"/>
                  </a:cubicBezTo>
                  <a:cubicBezTo>
                    <a:pt x="0"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
            <p:cNvSpPr/>
            <p:nvPr/>
          </p:nvSpPr>
          <p:spPr bwMode="auto">
            <a:xfrm>
              <a:off x="9415463" y="3181351"/>
              <a:ext cx="22225" cy="3175"/>
            </a:xfrm>
            <a:custGeom>
              <a:avLst/>
              <a:gdLst>
                <a:gd name="T0" fmla="*/ 6 w 6"/>
                <a:gd name="T1" fmla="*/ 0 h 1"/>
                <a:gd name="T2" fmla="*/ 0 w 6"/>
                <a:gd name="T3" fmla="*/ 1 h 1"/>
                <a:gd name="T4" fmla="*/ 6 w 6"/>
                <a:gd name="T5" fmla="*/ 0 h 1"/>
              </a:gdLst>
              <a:ahLst/>
              <a:cxnLst>
                <a:cxn ang="0">
                  <a:pos x="T0" y="T1"/>
                </a:cxn>
                <a:cxn ang="0">
                  <a:pos x="T2" y="T3"/>
                </a:cxn>
                <a:cxn ang="0">
                  <a:pos x="T4" y="T5"/>
                </a:cxn>
              </a:cxnLst>
              <a:rect l="0" t="0" r="r" b="b"/>
              <a:pathLst>
                <a:path w="6" h="1">
                  <a:moveTo>
                    <a:pt x="6" y="0"/>
                  </a:moveTo>
                  <a:cubicBezTo>
                    <a:pt x="5" y="1"/>
                    <a:pt x="2" y="1"/>
                    <a:pt x="0" y="1"/>
                  </a:cubicBez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2"/>
            <p:cNvSpPr/>
            <p:nvPr/>
          </p:nvSpPr>
          <p:spPr bwMode="auto">
            <a:xfrm>
              <a:off x="9461500" y="3132138"/>
              <a:ext cx="6350" cy="3175"/>
            </a:xfrm>
            <a:custGeom>
              <a:avLst/>
              <a:gdLst>
                <a:gd name="T0" fmla="*/ 1 w 2"/>
                <a:gd name="T1" fmla="*/ 1 h 1"/>
                <a:gd name="T2" fmla="*/ 2 w 2"/>
                <a:gd name="T3" fmla="*/ 0 h 1"/>
                <a:gd name="T4" fmla="*/ 1 w 2"/>
                <a:gd name="T5" fmla="*/ 1 h 1"/>
              </a:gdLst>
              <a:ahLst/>
              <a:cxnLst>
                <a:cxn ang="0">
                  <a:pos x="T0" y="T1"/>
                </a:cxn>
                <a:cxn ang="0">
                  <a:pos x="T2" y="T3"/>
                </a:cxn>
                <a:cxn ang="0">
                  <a:pos x="T4" y="T5"/>
                </a:cxn>
              </a:cxnLst>
              <a:rect l="0" t="0" r="r" b="b"/>
              <a:pathLst>
                <a:path w="2" h="1">
                  <a:moveTo>
                    <a:pt x="1" y="1"/>
                  </a:moveTo>
                  <a:cubicBezTo>
                    <a:pt x="0" y="1"/>
                    <a:pt x="0" y="0"/>
                    <a:pt x="2" y="0"/>
                  </a:cubicBezTo>
                  <a:cubicBezTo>
                    <a:pt x="2"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3"/>
            <p:cNvSpPr/>
            <p:nvPr/>
          </p:nvSpPr>
          <p:spPr bwMode="auto">
            <a:xfrm>
              <a:off x="9453563" y="3140076"/>
              <a:ext cx="11112" cy="3175"/>
            </a:xfrm>
            <a:custGeom>
              <a:avLst/>
              <a:gdLst>
                <a:gd name="T0" fmla="*/ 3 w 3"/>
                <a:gd name="T1" fmla="*/ 1 h 1"/>
                <a:gd name="T2" fmla="*/ 0 w 3"/>
                <a:gd name="T3" fmla="*/ 1 h 1"/>
                <a:gd name="T4" fmla="*/ 3 w 3"/>
                <a:gd name="T5" fmla="*/ 1 h 1"/>
              </a:gdLst>
              <a:ahLst/>
              <a:cxnLst>
                <a:cxn ang="0">
                  <a:pos x="T0" y="T1"/>
                </a:cxn>
                <a:cxn ang="0">
                  <a:pos x="T2" y="T3"/>
                </a:cxn>
                <a:cxn ang="0">
                  <a:pos x="T4" y="T5"/>
                </a:cxn>
              </a:cxnLst>
              <a:rect l="0" t="0" r="r" b="b"/>
              <a:pathLst>
                <a:path w="3" h="1">
                  <a:moveTo>
                    <a:pt x="3" y="1"/>
                  </a:moveTo>
                  <a:cubicBezTo>
                    <a:pt x="2" y="1"/>
                    <a:pt x="1" y="1"/>
                    <a:pt x="0" y="1"/>
                  </a:cubicBezTo>
                  <a:cubicBezTo>
                    <a:pt x="0" y="1"/>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4"/>
            <p:cNvSpPr/>
            <p:nvPr/>
          </p:nvSpPr>
          <p:spPr bwMode="auto">
            <a:xfrm>
              <a:off x="9332913" y="3157538"/>
              <a:ext cx="11112" cy="7938"/>
            </a:xfrm>
            <a:custGeom>
              <a:avLst/>
              <a:gdLst>
                <a:gd name="T0" fmla="*/ 3 w 3"/>
                <a:gd name="T1" fmla="*/ 1 h 2"/>
                <a:gd name="T2" fmla="*/ 0 w 3"/>
                <a:gd name="T3" fmla="*/ 2 h 2"/>
                <a:gd name="T4" fmla="*/ 3 w 3"/>
                <a:gd name="T5" fmla="*/ 1 h 2"/>
              </a:gdLst>
              <a:ahLst/>
              <a:cxnLst>
                <a:cxn ang="0">
                  <a:pos x="T0" y="T1"/>
                </a:cxn>
                <a:cxn ang="0">
                  <a:pos x="T2" y="T3"/>
                </a:cxn>
                <a:cxn ang="0">
                  <a:pos x="T4" y="T5"/>
                </a:cxn>
              </a:cxnLst>
              <a:rect l="0" t="0" r="r" b="b"/>
              <a:pathLst>
                <a:path w="3" h="2">
                  <a:moveTo>
                    <a:pt x="3" y="1"/>
                  </a:moveTo>
                  <a:cubicBezTo>
                    <a:pt x="2" y="1"/>
                    <a:pt x="0" y="2"/>
                    <a:pt x="0" y="2"/>
                  </a:cubicBezTo>
                  <a:cubicBezTo>
                    <a:pt x="0" y="2"/>
                    <a:pt x="3" y="0"/>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5"/>
            <p:cNvSpPr/>
            <p:nvPr/>
          </p:nvSpPr>
          <p:spPr bwMode="auto">
            <a:xfrm>
              <a:off x="9280525" y="3173413"/>
              <a:ext cx="7937" cy="7938"/>
            </a:xfrm>
            <a:custGeom>
              <a:avLst/>
              <a:gdLst>
                <a:gd name="T0" fmla="*/ 2 w 2"/>
                <a:gd name="T1" fmla="*/ 1 h 2"/>
                <a:gd name="T2" fmla="*/ 1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1" y="1"/>
                    <a:pt x="1" y="1"/>
                    <a:pt x="1" y="2"/>
                  </a:cubicBezTo>
                  <a:cubicBezTo>
                    <a:pt x="0" y="1"/>
                    <a:pt x="0" y="0"/>
                    <a:pt x="1"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6"/>
            <p:cNvSpPr/>
            <p:nvPr/>
          </p:nvSpPr>
          <p:spPr bwMode="auto">
            <a:xfrm>
              <a:off x="9159875" y="3429001"/>
              <a:ext cx="7937" cy="3175"/>
            </a:xfrm>
            <a:custGeom>
              <a:avLst/>
              <a:gdLst>
                <a:gd name="T0" fmla="*/ 5 w 5"/>
                <a:gd name="T1" fmla="*/ 0 h 2"/>
                <a:gd name="T2" fmla="*/ 0 w 5"/>
                <a:gd name="T3" fmla="*/ 2 h 2"/>
                <a:gd name="T4" fmla="*/ 2 w 5"/>
                <a:gd name="T5" fmla="*/ 0 h 2"/>
                <a:gd name="T6" fmla="*/ 5 w 5"/>
                <a:gd name="T7" fmla="*/ 0 h 2"/>
              </a:gdLst>
              <a:ahLst/>
              <a:cxnLst>
                <a:cxn ang="0">
                  <a:pos x="T0" y="T1"/>
                </a:cxn>
                <a:cxn ang="0">
                  <a:pos x="T2" y="T3"/>
                </a:cxn>
                <a:cxn ang="0">
                  <a:pos x="T4" y="T5"/>
                </a:cxn>
                <a:cxn ang="0">
                  <a:pos x="T6" y="T7"/>
                </a:cxn>
              </a:cxnLst>
              <a:rect l="0" t="0" r="r" b="b"/>
              <a:pathLst>
                <a:path w="5" h="2">
                  <a:moveTo>
                    <a:pt x="5" y="0"/>
                  </a:moveTo>
                  <a:lnTo>
                    <a:pt x="0" y="2"/>
                  </a:lnTo>
                  <a:lnTo>
                    <a:pt x="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7"/>
            <p:cNvSpPr/>
            <p:nvPr/>
          </p:nvSpPr>
          <p:spPr bwMode="auto">
            <a:xfrm>
              <a:off x="9239250" y="3417888"/>
              <a:ext cx="6350" cy="7938"/>
            </a:xfrm>
            <a:custGeom>
              <a:avLst/>
              <a:gdLst>
                <a:gd name="T0" fmla="*/ 2 w 2"/>
                <a:gd name="T1" fmla="*/ 1 h 2"/>
                <a:gd name="T2" fmla="*/ 1 w 2"/>
                <a:gd name="T3" fmla="*/ 1 h 2"/>
                <a:gd name="T4" fmla="*/ 2 w 2"/>
                <a:gd name="T5" fmla="*/ 1 h 2"/>
              </a:gdLst>
              <a:ahLst/>
              <a:cxnLst>
                <a:cxn ang="0">
                  <a:pos x="T0" y="T1"/>
                </a:cxn>
                <a:cxn ang="0">
                  <a:pos x="T2" y="T3"/>
                </a:cxn>
                <a:cxn ang="0">
                  <a:pos x="T4" y="T5"/>
                </a:cxn>
              </a:cxnLst>
              <a:rect l="0" t="0" r="r" b="b"/>
              <a:pathLst>
                <a:path w="2" h="2">
                  <a:moveTo>
                    <a:pt x="2" y="1"/>
                  </a:moveTo>
                  <a:cubicBezTo>
                    <a:pt x="1" y="2"/>
                    <a:pt x="1" y="1"/>
                    <a:pt x="1" y="1"/>
                  </a:cubicBezTo>
                  <a:cubicBezTo>
                    <a:pt x="2" y="0"/>
                    <a:pt x="0"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8"/>
            <p:cNvSpPr/>
            <p:nvPr/>
          </p:nvSpPr>
          <p:spPr bwMode="auto">
            <a:xfrm>
              <a:off x="9291638" y="3522663"/>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9"/>
            <p:cNvSpPr/>
            <p:nvPr/>
          </p:nvSpPr>
          <p:spPr bwMode="auto">
            <a:xfrm>
              <a:off x="9261475" y="2627313"/>
              <a:ext cx="7937" cy="0"/>
            </a:xfrm>
            <a:custGeom>
              <a:avLst/>
              <a:gdLst>
                <a:gd name="T0" fmla="*/ 1 w 2"/>
                <a:gd name="T1" fmla="*/ 1 w 2"/>
                <a:gd name="T2" fmla="*/ 1 w 2"/>
              </a:gdLst>
              <a:ahLst/>
              <a:cxnLst>
                <a:cxn ang="0">
                  <a:pos x="T0" y="0"/>
                </a:cxn>
                <a:cxn ang="0">
                  <a:pos x="T1" y="0"/>
                </a:cxn>
                <a:cxn ang="0">
                  <a:pos x="T2" y="0"/>
                </a:cxn>
              </a:cxnLst>
              <a:rect l="0" t="0" r="r" b="b"/>
              <a:pathLst>
                <a:path w="2">
                  <a:moveTo>
                    <a:pt x="1" y="0"/>
                  </a:moveTo>
                  <a:cubicBezTo>
                    <a:pt x="1" y="0"/>
                    <a:pt x="0"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30"/>
            <p:cNvSpPr/>
            <p:nvPr/>
          </p:nvSpPr>
          <p:spPr bwMode="auto">
            <a:xfrm>
              <a:off x="9234488" y="2605088"/>
              <a:ext cx="298450" cy="488950"/>
            </a:xfrm>
            <a:custGeom>
              <a:avLst/>
              <a:gdLst>
                <a:gd name="T0" fmla="*/ 21 w 79"/>
                <a:gd name="T1" fmla="*/ 105 h 130"/>
                <a:gd name="T2" fmla="*/ 21 w 79"/>
                <a:gd name="T3" fmla="*/ 99 h 130"/>
                <a:gd name="T4" fmla="*/ 18 w 79"/>
                <a:gd name="T5" fmla="*/ 86 h 130"/>
                <a:gd name="T6" fmla="*/ 19 w 79"/>
                <a:gd name="T7" fmla="*/ 81 h 130"/>
                <a:gd name="T8" fmla="*/ 23 w 79"/>
                <a:gd name="T9" fmla="*/ 67 h 130"/>
                <a:gd name="T10" fmla="*/ 24 w 79"/>
                <a:gd name="T11" fmla="*/ 63 h 130"/>
                <a:gd name="T12" fmla="*/ 24 w 79"/>
                <a:gd name="T13" fmla="*/ 55 h 130"/>
                <a:gd name="T14" fmla="*/ 26 w 79"/>
                <a:gd name="T15" fmla="*/ 49 h 130"/>
                <a:gd name="T16" fmla="*/ 29 w 79"/>
                <a:gd name="T17" fmla="*/ 45 h 130"/>
                <a:gd name="T18" fmla="*/ 28 w 79"/>
                <a:gd name="T19" fmla="*/ 41 h 130"/>
                <a:gd name="T20" fmla="*/ 29 w 79"/>
                <a:gd name="T21" fmla="*/ 33 h 130"/>
                <a:gd name="T22" fmla="*/ 32 w 79"/>
                <a:gd name="T23" fmla="*/ 29 h 130"/>
                <a:gd name="T24" fmla="*/ 33 w 79"/>
                <a:gd name="T25" fmla="*/ 24 h 130"/>
                <a:gd name="T26" fmla="*/ 38 w 79"/>
                <a:gd name="T27" fmla="*/ 20 h 130"/>
                <a:gd name="T28" fmla="*/ 43 w 79"/>
                <a:gd name="T29" fmla="*/ 14 h 130"/>
                <a:gd name="T30" fmla="*/ 52 w 79"/>
                <a:gd name="T31" fmla="*/ 11 h 130"/>
                <a:gd name="T32" fmla="*/ 56 w 79"/>
                <a:gd name="T33" fmla="*/ 8 h 130"/>
                <a:gd name="T34" fmla="*/ 60 w 79"/>
                <a:gd name="T35" fmla="*/ 9 h 130"/>
                <a:gd name="T36" fmla="*/ 63 w 79"/>
                <a:gd name="T37" fmla="*/ 7 h 130"/>
                <a:gd name="T38" fmla="*/ 64 w 79"/>
                <a:gd name="T39" fmla="*/ 7 h 130"/>
                <a:gd name="T40" fmla="*/ 68 w 79"/>
                <a:gd name="T41" fmla="*/ 7 h 130"/>
                <a:gd name="T42" fmla="*/ 73 w 79"/>
                <a:gd name="T43" fmla="*/ 15 h 130"/>
                <a:gd name="T44" fmla="*/ 74 w 79"/>
                <a:gd name="T45" fmla="*/ 17 h 130"/>
                <a:gd name="T46" fmla="*/ 62 w 79"/>
                <a:gd name="T47" fmla="*/ 28 h 130"/>
                <a:gd name="T48" fmla="*/ 57 w 79"/>
                <a:gd name="T49" fmla="*/ 30 h 130"/>
                <a:gd name="T50" fmla="*/ 53 w 79"/>
                <a:gd name="T51" fmla="*/ 31 h 130"/>
                <a:gd name="T52" fmla="*/ 43 w 79"/>
                <a:gd name="T53" fmla="*/ 33 h 130"/>
                <a:gd name="T54" fmla="*/ 41 w 79"/>
                <a:gd name="T55" fmla="*/ 28 h 130"/>
                <a:gd name="T56" fmla="*/ 38 w 79"/>
                <a:gd name="T57" fmla="*/ 33 h 130"/>
                <a:gd name="T58" fmla="*/ 35 w 79"/>
                <a:gd name="T59" fmla="*/ 38 h 130"/>
                <a:gd name="T60" fmla="*/ 30 w 79"/>
                <a:gd name="T61" fmla="*/ 36 h 130"/>
                <a:gd name="T62" fmla="*/ 28 w 79"/>
                <a:gd name="T63" fmla="*/ 38 h 130"/>
                <a:gd name="T64" fmla="*/ 26 w 79"/>
                <a:gd name="T65" fmla="*/ 36 h 130"/>
                <a:gd name="T66" fmla="*/ 23 w 79"/>
                <a:gd name="T67" fmla="*/ 32 h 130"/>
                <a:gd name="T68" fmla="*/ 18 w 79"/>
                <a:gd name="T69" fmla="*/ 35 h 130"/>
                <a:gd name="T70" fmla="*/ 17 w 79"/>
                <a:gd name="T71" fmla="*/ 33 h 130"/>
                <a:gd name="T72" fmla="*/ 13 w 79"/>
                <a:gd name="T73" fmla="*/ 34 h 130"/>
                <a:gd name="T74" fmla="*/ 9 w 79"/>
                <a:gd name="T75" fmla="*/ 32 h 130"/>
                <a:gd name="T76" fmla="*/ 12 w 79"/>
                <a:gd name="T77" fmla="*/ 28 h 130"/>
                <a:gd name="T78" fmla="*/ 4 w 79"/>
                <a:gd name="T79" fmla="*/ 28 h 130"/>
                <a:gd name="T80" fmla="*/ 3 w 79"/>
                <a:gd name="T81" fmla="*/ 15 h 130"/>
                <a:gd name="T82" fmla="*/ 4 w 79"/>
                <a:gd name="T83" fmla="*/ 12 h 130"/>
                <a:gd name="T84" fmla="*/ 4 w 79"/>
                <a:gd name="T85" fmla="*/ 7 h 130"/>
                <a:gd name="T86" fmla="*/ 6 w 79"/>
                <a:gd name="T87" fmla="*/ 9 h 130"/>
                <a:gd name="T88" fmla="*/ 4 w 79"/>
                <a:gd name="T89" fmla="*/ 14 h 130"/>
                <a:gd name="T90" fmla="*/ 13 w 79"/>
                <a:gd name="T91" fmla="*/ 17 h 130"/>
                <a:gd name="T92" fmla="*/ 25 w 79"/>
                <a:gd name="T93" fmla="*/ 19 h 130"/>
                <a:gd name="T94" fmla="*/ 41 w 79"/>
                <a:gd name="T95" fmla="*/ 17 h 130"/>
                <a:gd name="T96" fmla="*/ 52 w 79"/>
                <a:gd name="T97" fmla="*/ 14 h 130"/>
                <a:gd name="T98" fmla="*/ 57 w 79"/>
                <a:gd name="T99" fmla="*/ 10 h 130"/>
                <a:gd name="T100" fmla="*/ 61 w 79"/>
                <a:gd name="T101" fmla="*/ 12 h 130"/>
                <a:gd name="T102" fmla="*/ 66 w 79"/>
                <a:gd name="T103" fmla="*/ 24 h 130"/>
                <a:gd name="T104" fmla="*/ 57 w 79"/>
                <a:gd name="T105" fmla="*/ 25 h 130"/>
                <a:gd name="T106" fmla="*/ 49 w 79"/>
                <a:gd name="T107" fmla="*/ 28 h 130"/>
                <a:gd name="T108" fmla="*/ 41 w 79"/>
                <a:gd name="T109" fmla="*/ 37 h 130"/>
                <a:gd name="T110" fmla="*/ 34 w 79"/>
                <a:gd name="T111" fmla="*/ 80 h 130"/>
                <a:gd name="T112" fmla="*/ 32 w 79"/>
                <a:gd name="T113" fmla="*/ 92 h 130"/>
                <a:gd name="T114" fmla="*/ 20 w 79"/>
                <a:gd name="T115" fmla="*/ 12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9" h="130">
                  <a:moveTo>
                    <a:pt x="20" y="127"/>
                  </a:moveTo>
                  <a:cubicBezTo>
                    <a:pt x="16" y="125"/>
                    <a:pt x="20" y="121"/>
                    <a:pt x="18" y="118"/>
                  </a:cubicBezTo>
                  <a:cubicBezTo>
                    <a:pt x="17" y="118"/>
                    <a:pt x="20" y="118"/>
                    <a:pt x="20" y="118"/>
                  </a:cubicBezTo>
                  <a:cubicBezTo>
                    <a:pt x="16" y="115"/>
                    <a:pt x="18" y="111"/>
                    <a:pt x="21" y="107"/>
                  </a:cubicBezTo>
                  <a:cubicBezTo>
                    <a:pt x="22" y="108"/>
                    <a:pt x="22" y="108"/>
                    <a:pt x="22" y="108"/>
                  </a:cubicBezTo>
                  <a:cubicBezTo>
                    <a:pt x="23" y="107"/>
                    <a:pt x="20" y="106"/>
                    <a:pt x="21" y="105"/>
                  </a:cubicBezTo>
                  <a:cubicBezTo>
                    <a:pt x="21" y="105"/>
                    <a:pt x="21" y="106"/>
                    <a:pt x="22" y="106"/>
                  </a:cubicBezTo>
                  <a:cubicBezTo>
                    <a:pt x="21" y="105"/>
                    <a:pt x="21" y="104"/>
                    <a:pt x="20" y="104"/>
                  </a:cubicBezTo>
                  <a:cubicBezTo>
                    <a:pt x="21" y="104"/>
                    <a:pt x="22" y="104"/>
                    <a:pt x="23" y="104"/>
                  </a:cubicBezTo>
                  <a:cubicBezTo>
                    <a:pt x="21" y="103"/>
                    <a:pt x="21" y="103"/>
                    <a:pt x="21" y="103"/>
                  </a:cubicBezTo>
                  <a:cubicBezTo>
                    <a:pt x="17" y="102"/>
                    <a:pt x="22" y="100"/>
                    <a:pt x="20" y="99"/>
                  </a:cubicBezTo>
                  <a:cubicBezTo>
                    <a:pt x="21" y="99"/>
                    <a:pt x="21" y="99"/>
                    <a:pt x="21" y="99"/>
                  </a:cubicBezTo>
                  <a:cubicBezTo>
                    <a:pt x="19" y="97"/>
                    <a:pt x="19" y="94"/>
                    <a:pt x="19" y="91"/>
                  </a:cubicBezTo>
                  <a:cubicBezTo>
                    <a:pt x="19" y="91"/>
                    <a:pt x="20" y="91"/>
                    <a:pt x="21" y="91"/>
                  </a:cubicBezTo>
                  <a:cubicBezTo>
                    <a:pt x="19" y="91"/>
                    <a:pt x="19" y="90"/>
                    <a:pt x="19" y="89"/>
                  </a:cubicBezTo>
                  <a:cubicBezTo>
                    <a:pt x="21" y="89"/>
                    <a:pt x="17" y="88"/>
                    <a:pt x="18" y="87"/>
                  </a:cubicBezTo>
                  <a:cubicBezTo>
                    <a:pt x="19" y="87"/>
                    <a:pt x="19" y="87"/>
                    <a:pt x="19" y="87"/>
                  </a:cubicBezTo>
                  <a:cubicBezTo>
                    <a:pt x="17" y="86"/>
                    <a:pt x="20" y="86"/>
                    <a:pt x="18" y="86"/>
                  </a:cubicBezTo>
                  <a:cubicBezTo>
                    <a:pt x="19" y="85"/>
                    <a:pt x="19" y="85"/>
                    <a:pt x="19" y="85"/>
                  </a:cubicBezTo>
                  <a:cubicBezTo>
                    <a:pt x="17" y="85"/>
                    <a:pt x="21" y="85"/>
                    <a:pt x="19" y="84"/>
                  </a:cubicBezTo>
                  <a:cubicBezTo>
                    <a:pt x="19" y="84"/>
                    <a:pt x="19" y="84"/>
                    <a:pt x="19" y="84"/>
                  </a:cubicBezTo>
                  <a:cubicBezTo>
                    <a:pt x="18" y="83"/>
                    <a:pt x="20" y="83"/>
                    <a:pt x="19" y="83"/>
                  </a:cubicBezTo>
                  <a:cubicBezTo>
                    <a:pt x="20" y="83"/>
                    <a:pt x="20" y="83"/>
                    <a:pt x="20" y="83"/>
                  </a:cubicBezTo>
                  <a:cubicBezTo>
                    <a:pt x="19" y="82"/>
                    <a:pt x="21" y="81"/>
                    <a:pt x="19" y="81"/>
                  </a:cubicBezTo>
                  <a:cubicBezTo>
                    <a:pt x="20" y="81"/>
                    <a:pt x="19" y="82"/>
                    <a:pt x="22" y="82"/>
                  </a:cubicBezTo>
                  <a:cubicBezTo>
                    <a:pt x="20" y="78"/>
                    <a:pt x="21" y="75"/>
                    <a:pt x="22" y="71"/>
                  </a:cubicBezTo>
                  <a:cubicBezTo>
                    <a:pt x="22" y="71"/>
                    <a:pt x="23" y="71"/>
                    <a:pt x="23" y="71"/>
                  </a:cubicBezTo>
                  <a:cubicBezTo>
                    <a:pt x="23" y="71"/>
                    <a:pt x="23" y="70"/>
                    <a:pt x="22" y="69"/>
                  </a:cubicBezTo>
                  <a:cubicBezTo>
                    <a:pt x="22" y="69"/>
                    <a:pt x="23" y="69"/>
                    <a:pt x="24" y="69"/>
                  </a:cubicBezTo>
                  <a:cubicBezTo>
                    <a:pt x="24" y="69"/>
                    <a:pt x="22" y="68"/>
                    <a:pt x="23" y="67"/>
                  </a:cubicBezTo>
                  <a:cubicBezTo>
                    <a:pt x="24" y="68"/>
                    <a:pt x="24" y="68"/>
                    <a:pt x="24" y="68"/>
                  </a:cubicBezTo>
                  <a:cubicBezTo>
                    <a:pt x="23" y="67"/>
                    <a:pt x="23" y="66"/>
                    <a:pt x="23" y="66"/>
                  </a:cubicBezTo>
                  <a:cubicBezTo>
                    <a:pt x="23" y="66"/>
                    <a:pt x="24" y="66"/>
                    <a:pt x="24" y="66"/>
                  </a:cubicBezTo>
                  <a:cubicBezTo>
                    <a:pt x="23" y="65"/>
                    <a:pt x="25" y="65"/>
                    <a:pt x="24" y="64"/>
                  </a:cubicBezTo>
                  <a:cubicBezTo>
                    <a:pt x="25" y="65"/>
                    <a:pt x="25" y="65"/>
                    <a:pt x="25" y="65"/>
                  </a:cubicBezTo>
                  <a:cubicBezTo>
                    <a:pt x="27" y="64"/>
                    <a:pt x="23" y="64"/>
                    <a:pt x="24" y="63"/>
                  </a:cubicBezTo>
                  <a:cubicBezTo>
                    <a:pt x="25" y="63"/>
                    <a:pt x="25" y="63"/>
                    <a:pt x="25" y="63"/>
                  </a:cubicBezTo>
                  <a:cubicBezTo>
                    <a:pt x="23" y="62"/>
                    <a:pt x="24" y="61"/>
                    <a:pt x="24" y="60"/>
                  </a:cubicBezTo>
                  <a:cubicBezTo>
                    <a:pt x="24" y="60"/>
                    <a:pt x="24" y="60"/>
                    <a:pt x="24" y="60"/>
                  </a:cubicBezTo>
                  <a:cubicBezTo>
                    <a:pt x="24" y="59"/>
                    <a:pt x="25" y="58"/>
                    <a:pt x="24" y="57"/>
                  </a:cubicBezTo>
                  <a:cubicBezTo>
                    <a:pt x="25" y="57"/>
                    <a:pt x="27" y="58"/>
                    <a:pt x="27" y="57"/>
                  </a:cubicBezTo>
                  <a:cubicBezTo>
                    <a:pt x="25" y="56"/>
                    <a:pt x="26" y="55"/>
                    <a:pt x="24" y="55"/>
                  </a:cubicBezTo>
                  <a:cubicBezTo>
                    <a:pt x="24" y="54"/>
                    <a:pt x="26" y="53"/>
                    <a:pt x="25" y="52"/>
                  </a:cubicBezTo>
                  <a:cubicBezTo>
                    <a:pt x="26" y="53"/>
                    <a:pt x="28" y="53"/>
                    <a:pt x="28" y="53"/>
                  </a:cubicBezTo>
                  <a:cubicBezTo>
                    <a:pt x="29" y="53"/>
                    <a:pt x="29" y="53"/>
                    <a:pt x="29" y="53"/>
                  </a:cubicBezTo>
                  <a:cubicBezTo>
                    <a:pt x="30" y="54"/>
                    <a:pt x="29" y="54"/>
                    <a:pt x="30" y="54"/>
                  </a:cubicBezTo>
                  <a:cubicBezTo>
                    <a:pt x="30" y="53"/>
                    <a:pt x="29" y="52"/>
                    <a:pt x="30" y="52"/>
                  </a:cubicBezTo>
                  <a:cubicBezTo>
                    <a:pt x="29" y="51"/>
                    <a:pt x="26" y="50"/>
                    <a:pt x="26" y="49"/>
                  </a:cubicBezTo>
                  <a:cubicBezTo>
                    <a:pt x="27" y="49"/>
                    <a:pt x="29" y="49"/>
                    <a:pt x="29" y="50"/>
                  </a:cubicBezTo>
                  <a:cubicBezTo>
                    <a:pt x="26" y="47"/>
                    <a:pt x="26" y="47"/>
                    <a:pt x="26" y="47"/>
                  </a:cubicBezTo>
                  <a:cubicBezTo>
                    <a:pt x="26" y="46"/>
                    <a:pt x="27" y="47"/>
                    <a:pt x="27" y="47"/>
                  </a:cubicBezTo>
                  <a:cubicBezTo>
                    <a:pt x="26" y="46"/>
                    <a:pt x="26" y="46"/>
                    <a:pt x="26" y="46"/>
                  </a:cubicBezTo>
                  <a:cubicBezTo>
                    <a:pt x="26" y="46"/>
                    <a:pt x="26" y="44"/>
                    <a:pt x="28" y="45"/>
                  </a:cubicBezTo>
                  <a:cubicBezTo>
                    <a:pt x="29" y="45"/>
                    <a:pt x="28" y="45"/>
                    <a:pt x="29" y="45"/>
                  </a:cubicBezTo>
                  <a:cubicBezTo>
                    <a:pt x="29" y="45"/>
                    <a:pt x="28" y="44"/>
                    <a:pt x="29" y="44"/>
                  </a:cubicBezTo>
                  <a:cubicBezTo>
                    <a:pt x="29" y="44"/>
                    <a:pt x="29" y="44"/>
                    <a:pt x="29" y="44"/>
                  </a:cubicBezTo>
                  <a:cubicBezTo>
                    <a:pt x="29" y="44"/>
                    <a:pt x="28" y="42"/>
                    <a:pt x="27" y="42"/>
                  </a:cubicBezTo>
                  <a:cubicBezTo>
                    <a:pt x="27" y="43"/>
                    <a:pt x="28" y="43"/>
                    <a:pt x="28" y="43"/>
                  </a:cubicBezTo>
                  <a:cubicBezTo>
                    <a:pt x="27" y="42"/>
                    <a:pt x="27" y="41"/>
                    <a:pt x="27" y="41"/>
                  </a:cubicBezTo>
                  <a:cubicBezTo>
                    <a:pt x="27" y="41"/>
                    <a:pt x="28" y="41"/>
                    <a:pt x="28" y="41"/>
                  </a:cubicBezTo>
                  <a:cubicBezTo>
                    <a:pt x="27" y="40"/>
                    <a:pt x="27" y="39"/>
                    <a:pt x="26" y="38"/>
                  </a:cubicBezTo>
                  <a:cubicBezTo>
                    <a:pt x="25" y="37"/>
                    <a:pt x="28" y="39"/>
                    <a:pt x="27" y="39"/>
                  </a:cubicBezTo>
                  <a:cubicBezTo>
                    <a:pt x="29" y="38"/>
                    <a:pt x="27" y="35"/>
                    <a:pt x="29" y="35"/>
                  </a:cubicBezTo>
                  <a:cubicBezTo>
                    <a:pt x="29" y="35"/>
                    <a:pt x="28" y="35"/>
                    <a:pt x="28" y="35"/>
                  </a:cubicBezTo>
                  <a:cubicBezTo>
                    <a:pt x="28" y="34"/>
                    <a:pt x="30" y="35"/>
                    <a:pt x="29" y="34"/>
                  </a:cubicBezTo>
                  <a:cubicBezTo>
                    <a:pt x="30" y="35"/>
                    <a:pt x="29" y="34"/>
                    <a:pt x="29" y="33"/>
                  </a:cubicBezTo>
                  <a:cubicBezTo>
                    <a:pt x="29" y="33"/>
                    <a:pt x="30" y="33"/>
                    <a:pt x="30" y="34"/>
                  </a:cubicBezTo>
                  <a:cubicBezTo>
                    <a:pt x="29" y="33"/>
                    <a:pt x="29" y="30"/>
                    <a:pt x="31" y="29"/>
                  </a:cubicBezTo>
                  <a:cubicBezTo>
                    <a:pt x="31" y="29"/>
                    <a:pt x="30" y="28"/>
                    <a:pt x="30" y="27"/>
                  </a:cubicBezTo>
                  <a:cubicBezTo>
                    <a:pt x="31" y="28"/>
                    <a:pt x="31" y="28"/>
                    <a:pt x="31" y="28"/>
                  </a:cubicBezTo>
                  <a:cubicBezTo>
                    <a:pt x="32" y="28"/>
                    <a:pt x="32" y="27"/>
                    <a:pt x="33" y="28"/>
                  </a:cubicBezTo>
                  <a:cubicBezTo>
                    <a:pt x="32" y="26"/>
                    <a:pt x="32" y="31"/>
                    <a:pt x="32" y="29"/>
                  </a:cubicBezTo>
                  <a:cubicBezTo>
                    <a:pt x="33" y="30"/>
                    <a:pt x="31" y="27"/>
                    <a:pt x="32" y="28"/>
                  </a:cubicBezTo>
                  <a:cubicBezTo>
                    <a:pt x="32" y="28"/>
                    <a:pt x="31" y="26"/>
                    <a:pt x="33" y="26"/>
                  </a:cubicBezTo>
                  <a:cubicBezTo>
                    <a:pt x="33" y="26"/>
                    <a:pt x="34" y="28"/>
                    <a:pt x="34" y="27"/>
                  </a:cubicBezTo>
                  <a:cubicBezTo>
                    <a:pt x="35" y="26"/>
                    <a:pt x="34" y="27"/>
                    <a:pt x="34" y="26"/>
                  </a:cubicBezTo>
                  <a:cubicBezTo>
                    <a:pt x="34" y="25"/>
                    <a:pt x="34" y="25"/>
                    <a:pt x="34" y="25"/>
                  </a:cubicBezTo>
                  <a:cubicBezTo>
                    <a:pt x="33" y="24"/>
                    <a:pt x="34" y="25"/>
                    <a:pt x="33" y="24"/>
                  </a:cubicBezTo>
                  <a:cubicBezTo>
                    <a:pt x="34" y="25"/>
                    <a:pt x="33" y="22"/>
                    <a:pt x="35" y="24"/>
                  </a:cubicBezTo>
                  <a:cubicBezTo>
                    <a:pt x="36" y="25"/>
                    <a:pt x="36" y="25"/>
                    <a:pt x="36" y="25"/>
                  </a:cubicBezTo>
                  <a:cubicBezTo>
                    <a:pt x="36" y="25"/>
                    <a:pt x="35" y="23"/>
                    <a:pt x="35" y="23"/>
                  </a:cubicBezTo>
                  <a:cubicBezTo>
                    <a:pt x="36" y="23"/>
                    <a:pt x="36" y="23"/>
                    <a:pt x="36" y="23"/>
                  </a:cubicBezTo>
                  <a:cubicBezTo>
                    <a:pt x="33" y="21"/>
                    <a:pt x="36" y="22"/>
                    <a:pt x="35" y="21"/>
                  </a:cubicBezTo>
                  <a:cubicBezTo>
                    <a:pt x="36" y="21"/>
                    <a:pt x="37" y="19"/>
                    <a:pt x="38" y="20"/>
                  </a:cubicBezTo>
                  <a:cubicBezTo>
                    <a:pt x="38" y="19"/>
                    <a:pt x="38" y="18"/>
                    <a:pt x="39" y="17"/>
                  </a:cubicBezTo>
                  <a:cubicBezTo>
                    <a:pt x="39" y="18"/>
                    <a:pt x="39" y="18"/>
                    <a:pt x="39" y="18"/>
                  </a:cubicBezTo>
                  <a:cubicBezTo>
                    <a:pt x="40" y="19"/>
                    <a:pt x="40" y="18"/>
                    <a:pt x="40" y="17"/>
                  </a:cubicBezTo>
                  <a:cubicBezTo>
                    <a:pt x="40" y="18"/>
                    <a:pt x="41" y="18"/>
                    <a:pt x="42" y="18"/>
                  </a:cubicBezTo>
                  <a:cubicBezTo>
                    <a:pt x="42" y="17"/>
                    <a:pt x="41" y="16"/>
                    <a:pt x="41" y="15"/>
                  </a:cubicBezTo>
                  <a:cubicBezTo>
                    <a:pt x="43" y="17"/>
                    <a:pt x="41" y="13"/>
                    <a:pt x="43" y="14"/>
                  </a:cubicBezTo>
                  <a:cubicBezTo>
                    <a:pt x="43" y="15"/>
                    <a:pt x="43" y="16"/>
                    <a:pt x="44" y="16"/>
                  </a:cubicBezTo>
                  <a:cubicBezTo>
                    <a:pt x="46" y="18"/>
                    <a:pt x="44" y="14"/>
                    <a:pt x="46" y="14"/>
                  </a:cubicBezTo>
                  <a:cubicBezTo>
                    <a:pt x="44" y="13"/>
                    <a:pt x="44" y="13"/>
                    <a:pt x="44" y="13"/>
                  </a:cubicBezTo>
                  <a:cubicBezTo>
                    <a:pt x="45" y="13"/>
                    <a:pt x="45" y="11"/>
                    <a:pt x="46" y="13"/>
                  </a:cubicBezTo>
                  <a:cubicBezTo>
                    <a:pt x="46" y="12"/>
                    <a:pt x="47" y="12"/>
                    <a:pt x="46" y="11"/>
                  </a:cubicBezTo>
                  <a:cubicBezTo>
                    <a:pt x="48" y="11"/>
                    <a:pt x="50" y="7"/>
                    <a:pt x="52" y="11"/>
                  </a:cubicBezTo>
                  <a:cubicBezTo>
                    <a:pt x="52" y="10"/>
                    <a:pt x="53" y="11"/>
                    <a:pt x="52" y="10"/>
                  </a:cubicBezTo>
                  <a:cubicBezTo>
                    <a:pt x="52" y="9"/>
                    <a:pt x="52" y="11"/>
                    <a:pt x="52" y="10"/>
                  </a:cubicBezTo>
                  <a:cubicBezTo>
                    <a:pt x="52" y="10"/>
                    <a:pt x="52" y="9"/>
                    <a:pt x="52" y="9"/>
                  </a:cubicBezTo>
                  <a:cubicBezTo>
                    <a:pt x="52" y="9"/>
                    <a:pt x="53" y="9"/>
                    <a:pt x="53" y="11"/>
                  </a:cubicBezTo>
                  <a:cubicBezTo>
                    <a:pt x="55" y="12"/>
                    <a:pt x="53" y="7"/>
                    <a:pt x="55" y="7"/>
                  </a:cubicBezTo>
                  <a:cubicBezTo>
                    <a:pt x="55" y="8"/>
                    <a:pt x="55" y="9"/>
                    <a:pt x="56" y="8"/>
                  </a:cubicBezTo>
                  <a:cubicBezTo>
                    <a:pt x="56" y="7"/>
                    <a:pt x="56" y="7"/>
                    <a:pt x="56" y="7"/>
                  </a:cubicBezTo>
                  <a:cubicBezTo>
                    <a:pt x="57" y="7"/>
                    <a:pt x="57" y="8"/>
                    <a:pt x="57" y="10"/>
                  </a:cubicBezTo>
                  <a:cubicBezTo>
                    <a:pt x="58" y="9"/>
                    <a:pt x="58" y="9"/>
                    <a:pt x="59" y="8"/>
                  </a:cubicBezTo>
                  <a:cubicBezTo>
                    <a:pt x="59" y="10"/>
                    <a:pt x="59" y="10"/>
                    <a:pt x="59" y="10"/>
                  </a:cubicBezTo>
                  <a:cubicBezTo>
                    <a:pt x="59" y="9"/>
                    <a:pt x="60" y="9"/>
                    <a:pt x="60" y="9"/>
                  </a:cubicBezTo>
                  <a:cubicBezTo>
                    <a:pt x="60" y="9"/>
                    <a:pt x="60" y="9"/>
                    <a:pt x="60" y="9"/>
                  </a:cubicBezTo>
                  <a:cubicBezTo>
                    <a:pt x="60" y="10"/>
                    <a:pt x="60" y="9"/>
                    <a:pt x="61" y="9"/>
                  </a:cubicBezTo>
                  <a:cubicBezTo>
                    <a:pt x="61" y="8"/>
                    <a:pt x="60" y="8"/>
                    <a:pt x="59" y="8"/>
                  </a:cubicBezTo>
                  <a:cubicBezTo>
                    <a:pt x="60" y="7"/>
                    <a:pt x="60" y="7"/>
                    <a:pt x="60" y="6"/>
                  </a:cubicBezTo>
                  <a:cubicBezTo>
                    <a:pt x="60" y="8"/>
                    <a:pt x="61" y="7"/>
                    <a:pt x="62" y="7"/>
                  </a:cubicBezTo>
                  <a:cubicBezTo>
                    <a:pt x="62" y="8"/>
                    <a:pt x="62" y="6"/>
                    <a:pt x="62" y="6"/>
                  </a:cubicBezTo>
                  <a:cubicBezTo>
                    <a:pt x="62" y="7"/>
                    <a:pt x="63" y="6"/>
                    <a:pt x="63" y="7"/>
                  </a:cubicBezTo>
                  <a:cubicBezTo>
                    <a:pt x="63" y="8"/>
                    <a:pt x="62" y="7"/>
                    <a:pt x="62" y="7"/>
                  </a:cubicBezTo>
                  <a:cubicBezTo>
                    <a:pt x="63" y="8"/>
                    <a:pt x="63" y="9"/>
                    <a:pt x="63" y="8"/>
                  </a:cubicBezTo>
                  <a:cubicBezTo>
                    <a:pt x="64" y="7"/>
                    <a:pt x="63" y="5"/>
                    <a:pt x="64" y="6"/>
                  </a:cubicBezTo>
                  <a:cubicBezTo>
                    <a:pt x="64" y="8"/>
                    <a:pt x="64" y="8"/>
                    <a:pt x="64" y="8"/>
                  </a:cubicBezTo>
                  <a:cubicBezTo>
                    <a:pt x="64" y="8"/>
                    <a:pt x="64" y="8"/>
                    <a:pt x="64" y="8"/>
                  </a:cubicBezTo>
                  <a:cubicBezTo>
                    <a:pt x="64" y="7"/>
                    <a:pt x="64" y="7"/>
                    <a:pt x="64" y="7"/>
                  </a:cubicBezTo>
                  <a:cubicBezTo>
                    <a:pt x="65" y="8"/>
                    <a:pt x="65" y="8"/>
                    <a:pt x="65" y="8"/>
                  </a:cubicBezTo>
                  <a:cubicBezTo>
                    <a:pt x="65" y="6"/>
                    <a:pt x="66" y="7"/>
                    <a:pt x="66" y="6"/>
                  </a:cubicBezTo>
                  <a:cubicBezTo>
                    <a:pt x="67" y="6"/>
                    <a:pt x="67" y="7"/>
                    <a:pt x="67" y="7"/>
                  </a:cubicBezTo>
                  <a:cubicBezTo>
                    <a:pt x="67" y="7"/>
                    <a:pt x="67" y="7"/>
                    <a:pt x="67" y="7"/>
                  </a:cubicBezTo>
                  <a:cubicBezTo>
                    <a:pt x="68" y="7"/>
                    <a:pt x="68" y="7"/>
                    <a:pt x="68" y="7"/>
                  </a:cubicBezTo>
                  <a:cubicBezTo>
                    <a:pt x="68" y="7"/>
                    <a:pt x="68" y="7"/>
                    <a:pt x="68" y="7"/>
                  </a:cubicBezTo>
                  <a:cubicBezTo>
                    <a:pt x="68" y="7"/>
                    <a:pt x="68" y="7"/>
                    <a:pt x="68" y="7"/>
                  </a:cubicBezTo>
                  <a:cubicBezTo>
                    <a:pt x="68" y="7"/>
                    <a:pt x="68" y="7"/>
                    <a:pt x="68" y="7"/>
                  </a:cubicBezTo>
                  <a:cubicBezTo>
                    <a:pt x="68" y="7"/>
                    <a:pt x="68" y="7"/>
                    <a:pt x="68" y="7"/>
                  </a:cubicBezTo>
                  <a:cubicBezTo>
                    <a:pt x="79" y="23"/>
                    <a:pt x="71" y="12"/>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7"/>
                    <a:pt x="74" y="17"/>
                    <a:pt x="74" y="17"/>
                  </a:cubicBezTo>
                  <a:cubicBezTo>
                    <a:pt x="74" y="17"/>
                    <a:pt x="74" y="17"/>
                    <a:pt x="74" y="17"/>
                  </a:cubicBezTo>
                  <a:cubicBezTo>
                    <a:pt x="73" y="17"/>
                    <a:pt x="73" y="18"/>
                    <a:pt x="74" y="19"/>
                  </a:cubicBezTo>
                  <a:cubicBezTo>
                    <a:pt x="72" y="19"/>
                    <a:pt x="69" y="17"/>
                    <a:pt x="70" y="19"/>
                  </a:cubicBezTo>
                  <a:cubicBezTo>
                    <a:pt x="69" y="19"/>
                    <a:pt x="71" y="21"/>
                    <a:pt x="72" y="22"/>
                  </a:cubicBezTo>
                  <a:cubicBezTo>
                    <a:pt x="70" y="22"/>
                    <a:pt x="70" y="25"/>
                    <a:pt x="68" y="24"/>
                  </a:cubicBezTo>
                  <a:cubicBezTo>
                    <a:pt x="68" y="25"/>
                    <a:pt x="68" y="25"/>
                    <a:pt x="68" y="26"/>
                  </a:cubicBezTo>
                  <a:cubicBezTo>
                    <a:pt x="66" y="26"/>
                    <a:pt x="65" y="30"/>
                    <a:pt x="62" y="28"/>
                  </a:cubicBezTo>
                  <a:cubicBezTo>
                    <a:pt x="62" y="27"/>
                    <a:pt x="62" y="27"/>
                    <a:pt x="61" y="26"/>
                  </a:cubicBezTo>
                  <a:cubicBezTo>
                    <a:pt x="61" y="27"/>
                    <a:pt x="60" y="25"/>
                    <a:pt x="61" y="27"/>
                  </a:cubicBezTo>
                  <a:cubicBezTo>
                    <a:pt x="61" y="28"/>
                    <a:pt x="62" y="29"/>
                    <a:pt x="62" y="29"/>
                  </a:cubicBezTo>
                  <a:cubicBezTo>
                    <a:pt x="62" y="30"/>
                    <a:pt x="60" y="31"/>
                    <a:pt x="59" y="30"/>
                  </a:cubicBezTo>
                  <a:cubicBezTo>
                    <a:pt x="59" y="30"/>
                    <a:pt x="59" y="31"/>
                    <a:pt x="59" y="31"/>
                  </a:cubicBezTo>
                  <a:cubicBezTo>
                    <a:pt x="59" y="29"/>
                    <a:pt x="58" y="29"/>
                    <a:pt x="57" y="30"/>
                  </a:cubicBezTo>
                  <a:cubicBezTo>
                    <a:pt x="58" y="31"/>
                    <a:pt x="58" y="31"/>
                    <a:pt x="58" y="31"/>
                  </a:cubicBezTo>
                  <a:cubicBezTo>
                    <a:pt x="57" y="30"/>
                    <a:pt x="57" y="30"/>
                    <a:pt x="57" y="30"/>
                  </a:cubicBezTo>
                  <a:cubicBezTo>
                    <a:pt x="57" y="31"/>
                    <a:pt x="57" y="33"/>
                    <a:pt x="57" y="32"/>
                  </a:cubicBezTo>
                  <a:cubicBezTo>
                    <a:pt x="56" y="31"/>
                    <a:pt x="56" y="31"/>
                    <a:pt x="56" y="31"/>
                  </a:cubicBezTo>
                  <a:cubicBezTo>
                    <a:pt x="56" y="32"/>
                    <a:pt x="55" y="34"/>
                    <a:pt x="54" y="33"/>
                  </a:cubicBezTo>
                  <a:cubicBezTo>
                    <a:pt x="53" y="31"/>
                    <a:pt x="53" y="31"/>
                    <a:pt x="53" y="31"/>
                  </a:cubicBezTo>
                  <a:cubicBezTo>
                    <a:pt x="53" y="31"/>
                    <a:pt x="53" y="33"/>
                    <a:pt x="54" y="33"/>
                  </a:cubicBezTo>
                  <a:cubicBezTo>
                    <a:pt x="52" y="32"/>
                    <a:pt x="51" y="32"/>
                    <a:pt x="51" y="31"/>
                  </a:cubicBezTo>
                  <a:cubicBezTo>
                    <a:pt x="50" y="35"/>
                    <a:pt x="47" y="35"/>
                    <a:pt x="44" y="36"/>
                  </a:cubicBezTo>
                  <a:cubicBezTo>
                    <a:pt x="44" y="35"/>
                    <a:pt x="44" y="35"/>
                    <a:pt x="44" y="35"/>
                  </a:cubicBezTo>
                  <a:cubicBezTo>
                    <a:pt x="44" y="34"/>
                    <a:pt x="44" y="36"/>
                    <a:pt x="44" y="36"/>
                  </a:cubicBezTo>
                  <a:cubicBezTo>
                    <a:pt x="44" y="35"/>
                    <a:pt x="43" y="34"/>
                    <a:pt x="43" y="33"/>
                  </a:cubicBezTo>
                  <a:cubicBezTo>
                    <a:pt x="42" y="32"/>
                    <a:pt x="42" y="34"/>
                    <a:pt x="42" y="35"/>
                  </a:cubicBezTo>
                  <a:cubicBezTo>
                    <a:pt x="42" y="36"/>
                    <a:pt x="42" y="34"/>
                    <a:pt x="42" y="36"/>
                  </a:cubicBezTo>
                  <a:cubicBezTo>
                    <a:pt x="42" y="36"/>
                    <a:pt x="41" y="35"/>
                    <a:pt x="41" y="37"/>
                  </a:cubicBezTo>
                  <a:cubicBezTo>
                    <a:pt x="41" y="36"/>
                    <a:pt x="41" y="35"/>
                    <a:pt x="41" y="34"/>
                  </a:cubicBezTo>
                  <a:cubicBezTo>
                    <a:pt x="40" y="35"/>
                    <a:pt x="40" y="35"/>
                    <a:pt x="40" y="35"/>
                  </a:cubicBezTo>
                  <a:cubicBezTo>
                    <a:pt x="40" y="33"/>
                    <a:pt x="42" y="31"/>
                    <a:pt x="41" y="28"/>
                  </a:cubicBezTo>
                  <a:cubicBezTo>
                    <a:pt x="40" y="29"/>
                    <a:pt x="40" y="29"/>
                    <a:pt x="40" y="29"/>
                  </a:cubicBezTo>
                  <a:cubicBezTo>
                    <a:pt x="40" y="27"/>
                    <a:pt x="41" y="27"/>
                    <a:pt x="40" y="26"/>
                  </a:cubicBezTo>
                  <a:cubicBezTo>
                    <a:pt x="40" y="27"/>
                    <a:pt x="39" y="30"/>
                    <a:pt x="40" y="30"/>
                  </a:cubicBezTo>
                  <a:cubicBezTo>
                    <a:pt x="39" y="31"/>
                    <a:pt x="40" y="35"/>
                    <a:pt x="39" y="34"/>
                  </a:cubicBezTo>
                  <a:cubicBezTo>
                    <a:pt x="38" y="33"/>
                    <a:pt x="40" y="34"/>
                    <a:pt x="39" y="33"/>
                  </a:cubicBezTo>
                  <a:cubicBezTo>
                    <a:pt x="39" y="31"/>
                    <a:pt x="38" y="34"/>
                    <a:pt x="38" y="33"/>
                  </a:cubicBezTo>
                  <a:cubicBezTo>
                    <a:pt x="38" y="34"/>
                    <a:pt x="38" y="36"/>
                    <a:pt x="38" y="36"/>
                  </a:cubicBezTo>
                  <a:cubicBezTo>
                    <a:pt x="37" y="35"/>
                    <a:pt x="38" y="34"/>
                    <a:pt x="37" y="34"/>
                  </a:cubicBezTo>
                  <a:cubicBezTo>
                    <a:pt x="37" y="35"/>
                    <a:pt x="36" y="36"/>
                    <a:pt x="37" y="37"/>
                  </a:cubicBezTo>
                  <a:cubicBezTo>
                    <a:pt x="37" y="39"/>
                    <a:pt x="36" y="36"/>
                    <a:pt x="35" y="38"/>
                  </a:cubicBezTo>
                  <a:cubicBezTo>
                    <a:pt x="35" y="36"/>
                    <a:pt x="36" y="34"/>
                    <a:pt x="35" y="33"/>
                  </a:cubicBezTo>
                  <a:cubicBezTo>
                    <a:pt x="35" y="35"/>
                    <a:pt x="34" y="35"/>
                    <a:pt x="35" y="38"/>
                  </a:cubicBezTo>
                  <a:cubicBezTo>
                    <a:pt x="34" y="37"/>
                    <a:pt x="34" y="36"/>
                    <a:pt x="35" y="35"/>
                  </a:cubicBezTo>
                  <a:cubicBezTo>
                    <a:pt x="34" y="34"/>
                    <a:pt x="33" y="38"/>
                    <a:pt x="33" y="35"/>
                  </a:cubicBezTo>
                  <a:cubicBezTo>
                    <a:pt x="33" y="36"/>
                    <a:pt x="33" y="36"/>
                    <a:pt x="33" y="36"/>
                  </a:cubicBezTo>
                  <a:cubicBezTo>
                    <a:pt x="33" y="36"/>
                    <a:pt x="32" y="35"/>
                    <a:pt x="32" y="35"/>
                  </a:cubicBezTo>
                  <a:cubicBezTo>
                    <a:pt x="32" y="35"/>
                    <a:pt x="31" y="37"/>
                    <a:pt x="31" y="34"/>
                  </a:cubicBezTo>
                  <a:cubicBezTo>
                    <a:pt x="31" y="35"/>
                    <a:pt x="30" y="34"/>
                    <a:pt x="30" y="36"/>
                  </a:cubicBezTo>
                  <a:cubicBezTo>
                    <a:pt x="31" y="37"/>
                    <a:pt x="31" y="35"/>
                    <a:pt x="31" y="37"/>
                  </a:cubicBezTo>
                  <a:cubicBezTo>
                    <a:pt x="31" y="35"/>
                    <a:pt x="30" y="37"/>
                    <a:pt x="30" y="38"/>
                  </a:cubicBezTo>
                  <a:cubicBezTo>
                    <a:pt x="30" y="37"/>
                    <a:pt x="30" y="37"/>
                    <a:pt x="30" y="37"/>
                  </a:cubicBezTo>
                  <a:cubicBezTo>
                    <a:pt x="29" y="37"/>
                    <a:pt x="29" y="37"/>
                    <a:pt x="29" y="38"/>
                  </a:cubicBezTo>
                  <a:cubicBezTo>
                    <a:pt x="29" y="38"/>
                    <a:pt x="29" y="37"/>
                    <a:pt x="29" y="37"/>
                  </a:cubicBezTo>
                  <a:cubicBezTo>
                    <a:pt x="28" y="38"/>
                    <a:pt x="28" y="38"/>
                    <a:pt x="28" y="38"/>
                  </a:cubicBezTo>
                  <a:cubicBezTo>
                    <a:pt x="27" y="39"/>
                    <a:pt x="28" y="36"/>
                    <a:pt x="27" y="36"/>
                  </a:cubicBezTo>
                  <a:cubicBezTo>
                    <a:pt x="28" y="35"/>
                    <a:pt x="28" y="35"/>
                    <a:pt x="28" y="35"/>
                  </a:cubicBezTo>
                  <a:cubicBezTo>
                    <a:pt x="28" y="35"/>
                    <a:pt x="28" y="34"/>
                    <a:pt x="27" y="34"/>
                  </a:cubicBezTo>
                  <a:cubicBezTo>
                    <a:pt x="27" y="35"/>
                    <a:pt x="26" y="37"/>
                    <a:pt x="26" y="38"/>
                  </a:cubicBezTo>
                  <a:cubicBezTo>
                    <a:pt x="26" y="39"/>
                    <a:pt x="26" y="37"/>
                    <a:pt x="25" y="38"/>
                  </a:cubicBezTo>
                  <a:cubicBezTo>
                    <a:pt x="26" y="36"/>
                    <a:pt x="26" y="36"/>
                    <a:pt x="26" y="36"/>
                  </a:cubicBezTo>
                  <a:cubicBezTo>
                    <a:pt x="26" y="36"/>
                    <a:pt x="26" y="34"/>
                    <a:pt x="25" y="34"/>
                  </a:cubicBezTo>
                  <a:cubicBezTo>
                    <a:pt x="25" y="35"/>
                    <a:pt x="24" y="36"/>
                    <a:pt x="25" y="37"/>
                  </a:cubicBezTo>
                  <a:cubicBezTo>
                    <a:pt x="24" y="37"/>
                    <a:pt x="24" y="36"/>
                    <a:pt x="24" y="35"/>
                  </a:cubicBezTo>
                  <a:cubicBezTo>
                    <a:pt x="23" y="36"/>
                    <a:pt x="24" y="37"/>
                    <a:pt x="23" y="37"/>
                  </a:cubicBezTo>
                  <a:cubicBezTo>
                    <a:pt x="23" y="37"/>
                    <a:pt x="22" y="35"/>
                    <a:pt x="22" y="34"/>
                  </a:cubicBezTo>
                  <a:cubicBezTo>
                    <a:pt x="23" y="32"/>
                    <a:pt x="23" y="32"/>
                    <a:pt x="23" y="32"/>
                  </a:cubicBezTo>
                  <a:cubicBezTo>
                    <a:pt x="23" y="32"/>
                    <a:pt x="23" y="32"/>
                    <a:pt x="23" y="32"/>
                  </a:cubicBezTo>
                  <a:cubicBezTo>
                    <a:pt x="24" y="30"/>
                    <a:pt x="23" y="30"/>
                    <a:pt x="23" y="29"/>
                  </a:cubicBezTo>
                  <a:cubicBezTo>
                    <a:pt x="23" y="28"/>
                    <a:pt x="22" y="29"/>
                    <a:pt x="22" y="29"/>
                  </a:cubicBezTo>
                  <a:cubicBezTo>
                    <a:pt x="23" y="32"/>
                    <a:pt x="20" y="33"/>
                    <a:pt x="20" y="36"/>
                  </a:cubicBezTo>
                  <a:cubicBezTo>
                    <a:pt x="19" y="36"/>
                    <a:pt x="21" y="29"/>
                    <a:pt x="18" y="33"/>
                  </a:cubicBezTo>
                  <a:cubicBezTo>
                    <a:pt x="19" y="34"/>
                    <a:pt x="17" y="36"/>
                    <a:pt x="18" y="35"/>
                  </a:cubicBezTo>
                  <a:cubicBezTo>
                    <a:pt x="18" y="35"/>
                    <a:pt x="17" y="37"/>
                    <a:pt x="17" y="36"/>
                  </a:cubicBezTo>
                  <a:cubicBezTo>
                    <a:pt x="17" y="35"/>
                    <a:pt x="16" y="33"/>
                    <a:pt x="18" y="32"/>
                  </a:cubicBezTo>
                  <a:cubicBezTo>
                    <a:pt x="18" y="33"/>
                    <a:pt x="18" y="33"/>
                    <a:pt x="18" y="33"/>
                  </a:cubicBezTo>
                  <a:cubicBezTo>
                    <a:pt x="18" y="32"/>
                    <a:pt x="19" y="30"/>
                    <a:pt x="18" y="30"/>
                  </a:cubicBezTo>
                  <a:cubicBezTo>
                    <a:pt x="18" y="30"/>
                    <a:pt x="17" y="30"/>
                    <a:pt x="17" y="31"/>
                  </a:cubicBezTo>
                  <a:cubicBezTo>
                    <a:pt x="16" y="33"/>
                    <a:pt x="18" y="31"/>
                    <a:pt x="17" y="33"/>
                  </a:cubicBezTo>
                  <a:cubicBezTo>
                    <a:pt x="16" y="33"/>
                    <a:pt x="16" y="31"/>
                    <a:pt x="15" y="33"/>
                  </a:cubicBezTo>
                  <a:cubicBezTo>
                    <a:pt x="16" y="33"/>
                    <a:pt x="16" y="35"/>
                    <a:pt x="15" y="36"/>
                  </a:cubicBezTo>
                  <a:cubicBezTo>
                    <a:pt x="14" y="36"/>
                    <a:pt x="14" y="36"/>
                    <a:pt x="14" y="36"/>
                  </a:cubicBezTo>
                  <a:cubicBezTo>
                    <a:pt x="15" y="35"/>
                    <a:pt x="15" y="35"/>
                    <a:pt x="15" y="35"/>
                  </a:cubicBezTo>
                  <a:cubicBezTo>
                    <a:pt x="14" y="34"/>
                    <a:pt x="14" y="37"/>
                    <a:pt x="13" y="36"/>
                  </a:cubicBezTo>
                  <a:cubicBezTo>
                    <a:pt x="13" y="34"/>
                    <a:pt x="13" y="34"/>
                    <a:pt x="13" y="34"/>
                  </a:cubicBezTo>
                  <a:cubicBezTo>
                    <a:pt x="13" y="32"/>
                    <a:pt x="14" y="35"/>
                    <a:pt x="15" y="33"/>
                  </a:cubicBezTo>
                  <a:cubicBezTo>
                    <a:pt x="14" y="32"/>
                    <a:pt x="13" y="33"/>
                    <a:pt x="13" y="33"/>
                  </a:cubicBezTo>
                  <a:cubicBezTo>
                    <a:pt x="14" y="32"/>
                    <a:pt x="14" y="32"/>
                    <a:pt x="14" y="32"/>
                  </a:cubicBezTo>
                  <a:cubicBezTo>
                    <a:pt x="13" y="32"/>
                    <a:pt x="14" y="28"/>
                    <a:pt x="12" y="30"/>
                  </a:cubicBezTo>
                  <a:cubicBezTo>
                    <a:pt x="12" y="31"/>
                    <a:pt x="12" y="31"/>
                    <a:pt x="12" y="32"/>
                  </a:cubicBezTo>
                  <a:cubicBezTo>
                    <a:pt x="10" y="32"/>
                    <a:pt x="9" y="33"/>
                    <a:pt x="9" y="32"/>
                  </a:cubicBezTo>
                  <a:cubicBezTo>
                    <a:pt x="10" y="31"/>
                    <a:pt x="7" y="31"/>
                    <a:pt x="9" y="30"/>
                  </a:cubicBezTo>
                  <a:cubicBezTo>
                    <a:pt x="9" y="31"/>
                    <a:pt x="11" y="32"/>
                    <a:pt x="12" y="30"/>
                  </a:cubicBezTo>
                  <a:cubicBezTo>
                    <a:pt x="12" y="28"/>
                    <a:pt x="13" y="31"/>
                    <a:pt x="14" y="29"/>
                  </a:cubicBezTo>
                  <a:cubicBezTo>
                    <a:pt x="13" y="28"/>
                    <a:pt x="14" y="26"/>
                    <a:pt x="14" y="25"/>
                  </a:cubicBezTo>
                  <a:cubicBezTo>
                    <a:pt x="14" y="24"/>
                    <a:pt x="14" y="25"/>
                    <a:pt x="13" y="25"/>
                  </a:cubicBezTo>
                  <a:cubicBezTo>
                    <a:pt x="13" y="27"/>
                    <a:pt x="13" y="27"/>
                    <a:pt x="12" y="28"/>
                  </a:cubicBezTo>
                  <a:cubicBezTo>
                    <a:pt x="12" y="27"/>
                    <a:pt x="10" y="28"/>
                    <a:pt x="9" y="29"/>
                  </a:cubicBezTo>
                  <a:cubicBezTo>
                    <a:pt x="9" y="28"/>
                    <a:pt x="10" y="26"/>
                    <a:pt x="10" y="27"/>
                  </a:cubicBezTo>
                  <a:cubicBezTo>
                    <a:pt x="9" y="26"/>
                    <a:pt x="8" y="25"/>
                    <a:pt x="7" y="24"/>
                  </a:cubicBezTo>
                  <a:cubicBezTo>
                    <a:pt x="6" y="27"/>
                    <a:pt x="5" y="24"/>
                    <a:pt x="5" y="26"/>
                  </a:cubicBezTo>
                  <a:cubicBezTo>
                    <a:pt x="5" y="27"/>
                    <a:pt x="5" y="29"/>
                    <a:pt x="4" y="29"/>
                  </a:cubicBezTo>
                  <a:cubicBezTo>
                    <a:pt x="3" y="29"/>
                    <a:pt x="4" y="28"/>
                    <a:pt x="4" y="28"/>
                  </a:cubicBezTo>
                  <a:cubicBezTo>
                    <a:pt x="3" y="29"/>
                    <a:pt x="5" y="26"/>
                    <a:pt x="3" y="27"/>
                  </a:cubicBezTo>
                  <a:cubicBezTo>
                    <a:pt x="5" y="27"/>
                    <a:pt x="5" y="25"/>
                    <a:pt x="6" y="23"/>
                  </a:cubicBezTo>
                  <a:cubicBezTo>
                    <a:pt x="5" y="24"/>
                    <a:pt x="7" y="22"/>
                    <a:pt x="7" y="22"/>
                  </a:cubicBezTo>
                  <a:cubicBezTo>
                    <a:pt x="5" y="22"/>
                    <a:pt x="4" y="22"/>
                    <a:pt x="3" y="21"/>
                  </a:cubicBezTo>
                  <a:cubicBezTo>
                    <a:pt x="3" y="19"/>
                    <a:pt x="1" y="18"/>
                    <a:pt x="0" y="17"/>
                  </a:cubicBezTo>
                  <a:cubicBezTo>
                    <a:pt x="1" y="16"/>
                    <a:pt x="3" y="16"/>
                    <a:pt x="3" y="15"/>
                  </a:cubicBezTo>
                  <a:cubicBezTo>
                    <a:pt x="3" y="14"/>
                    <a:pt x="1" y="16"/>
                    <a:pt x="1" y="15"/>
                  </a:cubicBezTo>
                  <a:cubicBezTo>
                    <a:pt x="2" y="15"/>
                    <a:pt x="2" y="15"/>
                    <a:pt x="2" y="15"/>
                  </a:cubicBezTo>
                  <a:cubicBezTo>
                    <a:pt x="1" y="15"/>
                    <a:pt x="3" y="13"/>
                    <a:pt x="0" y="13"/>
                  </a:cubicBezTo>
                  <a:cubicBezTo>
                    <a:pt x="2" y="13"/>
                    <a:pt x="2" y="13"/>
                    <a:pt x="2" y="13"/>
                  </a:cubicBezTo>
                  <a:cubicBezTo>
                    <a:pt x="3" y="12"/>
                    <a:pt x="2" y="12"/>
                    <a:pt x="2" y="12"/>
                  </a:cubicBezTo>
                  <a:cubicBezTo>
                    <a:pt x="2" y="12"/>
                    <a:pt x="3" y="12"/>
                    <a:pt x="4" y="12"/>
                  </a:cubicBezTo>
                  <a:cubicBezTo>
                    <a:pt x="5" y="11"/>
                    <a:pt x="3" y="11"/>
                    <a:pt x="3" y="10"/>
                  </a:cubicBezTo>
                  <a:cubicBezTo>
                    <a:pt x="2" y="11"/>
                    <a:pt x="2" y="11"/>
                    <a:pt x="2" y="11"/>
                  </a:cubicBezTo>
                  <a:cubicBezTo>
                    <a:pt x="1" y="9"/>
                    <a:pt x="2" y="9"/>
                    <a:pt x="2" y="8"/>
                  </a:cubicBezTo>
                  <a:cubicBezTo>
                    <a:pt x="3" y="8"/>
                    <a:pt x="3" y="8"/>
                    <a:pt x="3" y="8"/>
                  </a:cubicBezTo>
                  <a:cubicBezTo>
                    <a:pt x="3" y="7"/>
                    <a:pt x="3" y="7"/>
                    <a:pt x="3" y="7"/>
                  </a:cubicBezTo>
                  <a:cubicBezTo>
                    <a:pt x="4" y="8"/>
                    <a:pt x="5" y="7"/>
                    <a:pt x="4" y="7"/>
                  </a:cubicBezTo>
                  <a:cubicBezTo>
                    <a:pt x="7" y="9"/>
                    <a:pt x="7" y="9"/>
                    <a:pt x="7" y="9"/>
                  </a:cubicBezTo>
                  <a:cubicBezTo>
                    <a:pt x="6" y="9"/>
                    <a:pt x="5" y="8"/>
                    <a:pt x="4" y="8"/>
                  </a:cubicBezTo>
                  <a:cubicBezTo>
                    <a:pt x="3" y="8"/>
                    <a:pt x="3" y="9"/>
                    <a:pt x="4" y="9"/>
                  </a:cubicBezTo>
                  <a:cubicBezTo>
                    <a:pt x="4" y="9"/>
                    <a:pt x="4" y="9"/>
                    <a:pt x="4" y="9"/>
                  </a:cubicBezTo>
                  <a:cubicBezTo>
                    <a:pt x="6" y="9"/>
                    <a:pt x="5" y="9"/>
                    <a:pt x="6" y="10"/>
                  </a:cubicBezTo>
                  <a:cubicBezTo>
                    <a:pt x="6" y="9"/>
                    <a:pt x="7" y="9"/>
                    <a:pt x="6" y="9"/>
                  </a:cubicBezTo>
                  <a:cubicBezTo>
                    <a:pt x="7" y="10"/>
                    <a:pt x="7" y="10"/>
                    <a:pt x="7" y="10"/>
                  </a:cubicBezTo>
                  <a:cubicBezTo>
                    <a:pt x="7" y="10"/>
                    <a:pt x="6" y="10"/>
                    <a:pt x="6" y="10"/>
                  </a:cubicBezTo>
                  <a:cubicBezTo>
                    <a:pt x="7" y="10"/>
                    <a:pt x="8" y="11"/>
                    <a:pt x="8" y="11"/>
                  </a:cubicBezTo>
                  <a:cubicBezTo>
                    <a:pt x="6" y="12"/>
                    <a:pt x="9" y="12"/>
                    <a:pt x="8" y="13"/>
                  </a:cubicBezTo>
                  <a:cubicBezTo>
                    <a:pt x="7" y="13"/>
                    <a:pt x="5" y="13"/>
                    <a:pt x="5" y="12"/>
                  </a:cubicBezTo>
                  <a:cubicBezTo>
                    <a:pt x="4" y="13"/>
                    <a:pt x="5" y="13"/>
                    <a:pt x="4" y="14"/>
                  </a:cubicBezTo>
                  <a:cubicBezTo>
                    <a:pt x="5" y="14"/>
                    <a:pt x="7" y="13"/>
                    <a:pt x="8" y="13"/>
                  </a:cubicBezTo>
                  <a:cubicBezTo>
                    <a:pt x="7" y="14"/>
                    <a:pt x="7" y="14"/>
                    <a:pt x="7" y="14"/>
                  </a:cubicBezTo>
                  <a:cubicBezTo>
                    <a:pt x="8" y="14"/>
                    <a:pt x="9" y="13"/>
                    <a:pt x="9" y="14"/>
                  </a:cubicBezTo>
                  <a:cubicBezTo>
                    <a:pt x="9" y="15"/>
                    <a:pt x="10" y="16"/>
                    <a:pt x="10" y="16"/>
                  </a:cubicBezTo>
                  <a:cubicBezTo>
                    <a:pt x="10" y="17"/>
                    <a:pt x="10" y="17"/>
                    <a:pt x="10" y="17"/>
                  </a:cubicBezTo>
                  <a:cubicBezTo>
                    <a:pt x="12" y="16"/>
                    <a:pt x="11" y="18"/>
                    <a:pt x="13" y="17"/>
                  </a:cubicBezTo>
                  <a:cubicBezTo>
                    <a:pt x="13" y="18"/>
                    <a:pt x="15" y="17"/>
                    <a:pt x="15" y="19"/>
                  </a:cubicBezTo>
                  <a:cubicBezTo>
                    <a:pt x="17" y="19"/>
                    <a:pt x="19" y="19"/>
                    <a:pt x="21" y="20"/>
                  </a:cubicBezTo>
                  <a:cubicBezTo>
                    <a:pt x="20" y="21"/>
                    <a:pt x="20" y="21"/>
                    <a:pt x="20" y="21"/>
                  </a:cubicBezTo>
                  <a:cubicBezTo>
                    <a:pt x="21" y="20"/>
                    <a:pt x="20" y="22"/>
                    <a:pt x="21" y="22"/>
                  </a:cubicBezTo>
                  <a:cubicBezTo>
                    <a:pt x="21" y="21"/>
                    <a:pt x="22" y="21"/>
                    <a:pt x="22" y="20"/>
                  </a:cubicBezTo>
                  <a:cubicBezTo>
                    <a:pt x="23" y="21"/>
                    <a:pt x="24" y="20"/>
                    <a:pt x="25" y="19"/>
                  </a:cubicBezTo>
                  <a:cubicBezTo>
                    <a:pt x="25" y="20"/>
                    <a:pt x="25" y="20"/>
                    <a:pt x="25" y="20"/>
                  </a:cubicBezTo>
                  <a:cubicBezTo>
                    <a:pt x="26" y="18"/>
                    <a:pt x="27" y="20"/>
                    <a:pt x="28" y="20"/>
                  </a:cubicBezTo>
                  <a:cubicBezTo>
                    <a:pt x="28" y="21"/>
                    <a:pt x="29" y="22"/>
                    <a:pt x="29" y="22"/>
                  </a:cubicBezTo>
                  <a:cubicBezTo>
                    <a:pt x="30" y="20"/>
                    <a:pt x="30" y="20"/>
                    <a:pt x="31" y="19"/>
                  </a:cubicBezTo>
                  <a:cubicBezTo>
                    <a:pt x="32" y="19"/>
                    <a:pt x="33" y="19"/>
                    <a:pt x="33" y="20"/>
                  </a:cubicBezTo>
                  <a:cubicBezTo>
                    <a:pt x="36" y="18"/>
                    <a:pt x="38" y="19"/>
                    <a:pt x="41" y="17"/>
                  </a:cubicBezTo>
                  <a:cubicBezTo>
                    <a:pt x="41" y="19"/>
                    <a:pt x="41" y="19"/>
                    <a:pt x="41" y="19"/>
                  </a:cubicBezTo>
                  <a:cubicBezTo>
                    <a:pt x="43" y="15"/>
                    <a:pt x="46" y="18"/>
                    <a:pt x="48" y="16"/>
                  </a:cubicBezTo>
                  <a:cubicBezTo>
                    <a:pt x="48" y="18"/>
                    <a:pt x="48" y="18"/>
                    <a:pt x="48" y="18"/>
                  </a:cubicBezTo>
                  <a:cubicBezTo>
                    <a:pt x="49" y="19"/>
                    <a:pt x="50" y="17"/>
                    <a:pt x="49" y="15"/>
                  </a:cubicBezTo>
                  <a:cubicBezTo>
                    <a:pt x="50" y="16"/>
                    <a:pt x="50" y="14"/>
                    <a:pt x="51" y="16"/>
                  </a:cubicBezTo>
                  <a:cubicBezTo>
                    <a:pt x="52" y="16"/>
                    <a:pt x="52" y="14"/>
                    <a:pt x="52" y="14"/>
                  </a:cubicBezTo>
                  <a:cubicBezTo>
                    <a:pt x="53" y="14"/>
                    <a:pt x="54" y="14"/>
                    <a:pt x="54" y="13"/>
                  </a:cubicBezTo>
                  <a:cubicBezTo>
                    <a:pt x="54" y="13"/>
                    <a:pt x="54" y="13"/>
                    <a:pt x="54" y="13"/>
                  </a:cubicBezTo>
                  <a:cubicBezTo>
                    <a:pt x="54" y="14"/>
                    <a:pt x="55" y="15"/>
                    <a:pt x="55" y="15"/>
                  </a:cubicBezTo>
                  <a:cubicBezTo>
                    <a:pt x="55" y="14"/>
                    <a:pt x="57" y="15"/>
                    <a:pt x="55" y="12"/>
                  </a:cubicBezTo>
                  <a:cubicBezTo>
                    <a:pt x="56" y="13"/>
                    <a:pt x="56" y="10"/>
                    <a:pt x="58" y="12"/>
                  </a:cubicBezTo>
                  <a:cubicBezTo>
                    <a:pt x="57" y="11"/>
                    <a:pt x="57" y="11"/>
                    <a:pt x="57" y="10"/>
                  </a:cubicBezTo>
                  <a:cubicBezTo>
                    <a:pt x="57" y="11"/>
                    <a:pt x="58" y="10"/>
                    <a:pt x="58" y="11"/>
                  </a:cubicBezTo>
                  <a:cubicBezTo>
                    <a:pt x="59" y="11"/>
                    <a:pt x="58" y="11"/>
                    <a:pt x="59" y="11"/>
                  </a:cubicBezTo>
                  <a:cubicBezTo>
                    <a:pt x="59" y="11"/>
                    <a:pt x="59" y="11"/>
                    <a:pt x="59" y="11"/>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1" y="12"/>
                    <a:pt x="61" y="12"/>
                    <a:pt x="61" y="12"/>
                  </a:cubicBezTo>
                  <a:cubicBezTo>
                    <a:pt x="63" y="17"/>
                    <a:pt x="56" y="0"/>
                    <a:pt x="66" y="24"/>
                  </a:cubicBezTo>
                  <a:cubicBezTo>
                    <a:pt x="66" y="24"/>
                    <a:pt x="66" y="24"/>
                    <a:pt x="66" y="24"/>
                  </a:cubicBezTo>
                  <a:cubicBezTo>
                    <a:pt x="66" y="24"/>
                    <a:pt x="66" y="24"/>
                    <a:pt x="66" y="24"/>
                  </a:cubicBezTo>
                  <a:cubicBezTo>
                    <a:pt x="65" y="24"/>
                    <a:pt x="65" y="24"/>
                    <a:pt x="65" y="24"/>
                  </a:cubicBezTo>
                  <a:cubicBezTo>
                    <a:pt x="65" y="23"/>
                    <a:pt x="64" y="23"/>
                    <a:pt x="63" y="23"/>
                  </a:cubicBezTo>
                  <a:cubicBezTo>
                    <a:pt x="61" y="24"/>
                    <a:pt x="59" y="25"/>
                    <a:pt x="57" y="25"/>
                  </a:cubicBezTo>
                  <a:cubicBezTo>
                    <a:pt x="57" y="25"/>
                    <a:pt x="57" y="25"/>
                    <a:pt x="57" y="25"/>
                  </a:cubicBezTo>
                  <a:cubicBezTo>
                    <a:pt x="57" y="27"/>
                    <a:pt x="54" y="24"/>
                    <a:pt x="55" y="27"/>
                  </a:cubicBezTo>
                  <a:cubicBezTo>
                    <a:pt x="55" y="26"/>
                    <a:pt x="55" y="27"/>
                    <a:pt x="54" y="26"/>
                  </a:cubicBezTo>
                  <a:cubicBezTo>
                    <a:pt x="55" y="27"/>
                    <a:pt x="52" y="26"/>
                    <a:pt x="52" y="28"/>
                  </a:cubicBezTo>
                  <a:cubicBezTo>
                    <a:pt x="52" y="27"/>
                    <a:pt x="52" y="27"/>
                    <a:pt x="52" y="27"/>
                  </a:cubicBezTo>
                  <a:cubicBezTo>
                    <a:pt x="51" y="27"/>
                    <a:pt x="51" y="29"/>
                    <a:pt x="50" y="29"/>
                  </a:cubicBezTo>
                  <a:cubicBezTo>
                    <a:pt x="50" y="29"/>
                    <a:pt x="50" y="28"/>
                    <a:pt x="49" y="28"/>
                  </a:cubicBezTo>
                  <a:cubicBezTo>
                    <a:pt x="48" y="27"/>
                    <a:pt x="50" y="30"/>
                    <a:pt x="48" y="28"/>
                  </a:cubicBezTo>
                  <a:cubicBezTo>
                    <a:pt x="48" y="29"/>
                    <a:pt x="49" y="30"/>
                    <a:pt x="49" y="29"/>
                  </a:cubicBezTo>
                  <a:cubicBezTo>
                    <a:pt x="47" y="30"/>
                    <a:pt x="47" y="34"/>
                    <a:pt x="46" y="36"/>
                  </a:cubicBezTo>
                  <a:cubicBezTo>
                    <a:pt x="43" y="37"/>
                    <a:pt x="42" y="34"/>
                    <a:pt x="43" y="36"/>
                  </a:cubicBezTo>
                  <a:cubicBezTo>
                    <a:pt x="42" y="36"/>
                    <a:pt x="44" y="37"/>
                    <a:pt x="43" y="36"/>
                  </a:cubicBezTo>
                  <a:cubicBezTo>
                    <a:pt x="43" y="37"/>
                    <a:pt x="40" y="36"/>
                    <a:pt x="41" y="37"/>
                  </a:cubicBezTo>
                  <a:cubicBezTo>
                    <a:pt x="42" y="37"/>
                    <a:pt x="42" y="37"/>
                    <a:pt x="43" y="38"/>
                  </a:cubicBezTo>
                  <a:cubicBezTo>
                    <a:pt x="41" y="39"/>
                    <a:pt x="39" y="38"/>
                    <a:pt x="40" y="40"/>
                  </a:cubicBezTo>
                  <a:cubicBezTo>
                    <a:pt x="39" y="39"/>
                    <a:pt x="39" y="39"/>
                    <a:pt x="39" y="39"/>
                  </a:cubicBezTo>
                  <a:cubicBezTo>
                    <a:pt x="41" y="41"/>
                    <a:pt x="39" y="42"/>
                    <a:pt x="42" y="44"/>
                  </a:cubicBezTo>
                  <a:cubicBezTo>
                    <a:pt x="40" y="50"/>
                    <a:pt x="40" y="56"/>
                    <a:pt x="38" y="62"/>
                  </a:cubicBezTo>
                  <a:cubicBezTo>
                    <a:pt x="36" y="68"/>
                    <a:pt x="36" y="74"/>
                    <a:pt x="34" y="80"/>
                  </a:cubicBezTo>
                  <a:cubicBezTo>
                    <a:pt x="31" y="81"/>
                    <a:pt x="31" y="82"/>
                    <a:pt x="32" y="83"/>
                  </a:cubicBezTo>
                  <a:cubicBezTo>
                    <a:pt x="31" y="83"/>
                    <a:pt x="31" y="83"/>
                    <a:pt x="31" y="83"/>
                  </a:cubicBezTo>
                  <a:cubicBezTo>
                    <a:pt x="33" y="84"/>
                    <a:pt x="31" y="84"/>
                    <a:pt x="33" y="85"/>
                  </a:cubicBezTo>
                  <a:cubicBezTo>
                    <a:pt x="32" y="87"/>
                    <a:pt x="32" y="89"/>
                    <a:pt x="32" y="92"/>
                  </a:cubicBezTo>
                  <a:cubicBezTo>
                    <a:pt x="32" y="91"/>
                    <a:pt x="30" y="91"/>
                    <a:pt x="31" y="92"/>
                  </a:cubicBezTo>
                  <a:cubicBezTo>
                    <a:pt x="32" y="92"/>
                    <a:pt x="32" y="92"/>
                    <a:pt x="32" y="92"/>
                  </a:cubicBezTo>
                  <a:cubicBezTo>
                    <a:pt x="31" y="92"/>
                    <a:pt x="31" y="92"/>
                    <a:pt x="31" y="92"/>
                  </a:cubicBezTo>
                  <a:cubicBezTo>
                    <a:pt x="31" y="93"/>
                    <a:pt x="32" y="93"/>
                    <a:pt x="33" y="93"/>
                  </a:cubicBezTo>
                  <a:cubicBezTo>
                    <a:pt x="34" y="99"/>
                    <a:pt x="30" y="105"/>
                    <a:pt x="30" y="111"/>
                  </a:cubicBezTo>
                  <a:cubicBezTo>
                    <a:pt x="29" y="112"/>
                    <a:pt x="30" y="115"/>
                    <a:pt x="30" y="116"/>
                  </a:cubicBezTo>
                  <a:cubicBezTo>
                    <a:pt x="27" y="121"/>
                    <a:pt x="25" y="125"/>
                    <a:pt x="27" y="130"/>
                  </a:cubicBezTo>
                  <a:cubicBezTo>
                    <a:pt x="27" y="130"/>
                    <a:pt x="21" y="129"/>
                    <a:pt x="20" y="1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31"/>
            <p:cNvSpPr/>
            <p:nvPr/>
          </p:nvSpPr>
          <p:spPr bwMode="auto">
            <a:xfrm>
              <a:off x="9253538" y="2632076"/>
              <a:ext cx="11112"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2" y="0"/>
                    <a:pt x="2" y="0"/>
                    <a:pt x="0" y="0"/>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32"/>
            <p:cNvSpPr/>
            <p:nvPr/>
          </p:nvSpPr>
          <p:spPr bwMode="auto">
            <a:xfrm>
              <a:off x="9245600" y="2698751"/>
              <a:ext cx="4762" cy="4763"/>
            </a:xfrm>
            <a:custGeom>
              <a:avLst/>
              <a:gdLst>
                <a:gd name="T0" fmla="*/ 1 w 1"/>
                <a:gd name="T1" fmla="*/ 0 h 1"/>
                <a:gd name="T2" fmla="*/ 1 w 1"/>
                <a:gd name="T3" fmla="*/ 1 h 1"/>
                <a:gd name="T4" fmla="*/ 0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1"/>
                  </a:cubicBezTo>
                  <a:cubicBezTo>
                    <a:pt x="1" y="0"/>
                    <a:pt x="0"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3"/>
            <p:cNvSpPr/>
            <p:nvPr/>
          </p:nvSpPr>
          <p:spPr bwMode="auto">
            <a:xfrm>
              <a:off x="9258300" y="2709863"/>
              <a:ext cx="6350" cy="4763"/>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1"/>
                    <a:pt x="0" y="1"/>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34"/>
            <p:cNvSpPr/>
            <p:nvPr/>
          </p:nvSpPr>
          <p:spPr bwMode="auto">
            <a:xfrm>
              <a:off x="9272588" y="2733676"/>
              <a:ext cx="3175"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p:nvPr/>
          </p:nvSpPr>
          <p:spPr bwMode="auto">
            <a:xfrm>
              <a:off x="9275763" y="272573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1" y="0"/>
                    <a:pt x="1" y="1"/>
                  </a:cubicBezTo>
                  <a:cubicBezTo>
                    <a:pt x="2"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p:nvPr/>
          </p:nvSpPr>
          <p:spPr bwMode="auto">
            <a:xfrm>
              <a:off x="9310688" y="2740026"/>
              <a:ext cx="6350" cy="7938"/>
            </a:xfrm>
            <a:custGeom>
              <a:avLst/>
              <a:gdLst>
                <a:gd name="T0" fmla="*/ 1 w 2"/>
                <a:gd name="T1" fmla="*/ 1 h 2"/>
                <a:gd name="T2" fmla="*/ 2 w 2"/>
                <a:gd name="T3" fmla="*/ 1 h 2"/>
                <a:gd name="T4" fmla="*/ 1 w 2"/>
                <a:gd name="T5" fmla="*/ 1 h 2"/>
              </a:gdLst>
              <a:ahLst/>
              <a:cxnLst>
                <a:cxn ang="0">
                  <a:pos x="T0" y="T1"/>
                </a:cxn>
                <a:cxn ang="0">
                  <a:pos x="T2" y="T3"/>
                </a:cxn>
                <a:cxn ang="0">
                  <a:pos x="T4" y="T5"/>
                </a:cxn>
              </a:cxnLst>
              <a:rect l="0" t="0" r="r" b="b"/>
              <a:pathLst>
                <a:path w="2" h="2">
                  <a:moveTo>
                    <a:pt x="1" y="1"/>
                  </a:moveTo>
                  <a:cubicBezTo>
                    <a:pt x="1" y="1"/>
                    <a:pt x="2" y="0"/>
                    <a:pt x="2" y="1"/>
                  </a:cubicBezTo>
                  <a:cubicBezTo>
                    <a:pt x="1" y="0"/>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p:nvPr/>
          </p:nvSpPr>
          <p:spPr bwMode="auto">
            <a:xfrm>
              <a:off x="9329738" y="2740026"/>
              <a:ext cx="3175" cy="4763"/>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p:nvPr/>
          </p:nvSpPr>
          <p:spPr bwMode="auto">
            <a:xfrm>
              <a:off x="9401175" y="2654301"/>
              <a:ext cx="3175" cy="3175"/>
            </a:xfrm>
            <a:custGeom>
              <a:avLst/>
              <a:gdLst>
                <a:gd name="T0" fmla="*/ 0 w 2"/>
                <a:gd name="T1" fmla="*/ 0 h 2"/>
                <a:gd name="T2" fmla="*/ 0 w 2"/>
                <a:gd name="T3" fmla="*/ 0 h 2"/>
                <a:gd name="T4" fmla="*/ 2 w 2"/>
                <a:gd name="T5" fmla="*/ 2 h 2"/>
                <a:gd name="T6" fmla="*/ 0 w 2"/>
                <a:gd name="T7" fmla="*/ 0 h 2"/>
              </a:gdLst>
              <a:ahLst/>
              <a:cxnLst>
                <a:cxn ang="0">
                  <a:pos x="T0" y="T1"/>
                </a:cxn>
                <a:cxn ang="0">
                  <a:pos x="T2" y="T3"/>
                </a:cxn>
                <a:cxn ang="0">
                  <a:pos x="T4" y="T5"/>
                </a:cxn>
                <a:cxn ang="0">
                  <a:pos x="T6" y="T7"/>
                </a:cxn>
              </a:cxnLst>
              <a:rect l="0" t="0" r="r" b="b"/>
              <a:pathLst>
                <a:path w="2" h="2">
                  <a:moveTo>
                    <a:pt x="0" y="0"/>
                  </a:moveTo>
                  <a:lnTo>
                    <a:pt x="0" y="0"/>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p:nvPr/>
          </p:nvSpPr>
          <p:spPr bwMode="auto">
            <a:xfrm>
              <a:off x="9324975" y="2752726"/>
              <a:ext cx="7937" cy="3175"/>
            </a:xfrm>
            <a:custGeom>
              <a:avLst/>
              <a:gdLst>
                <a:gd name="T0" fmla="*/ 1 w 2"/>
                <a:gd name="T1" fmla="*/ 1 h 1"/>
                <a:gd name="T2" fmla="*/ 0 w 2"/>
                <a:gd name="T3" fmla="*/ 1 h 1"/>
                <a:gd name="T4" fmla="*/ 1 w 2"/>
                <a:gd name="T5" fmla="*/ 1 h 1"/>
              </a:gdLst>
              <a:ahLst/>
              <a:cxnLst>
                <a:cxn ang="0">
                  <a:pos x="T0" y="T1"/>
                </a:cxn>
                <a:cxn ang="0">
                  <a:pos x="T2" y="T3"/>
                </a:cxn>
                <a:cxn ang="0">
                  <a:pos x="T4" y="T5"/>
                </a:cxn>
              </a:cxnLst>
              <a:rect l="0" t="0" r="r" b="b"/>
              <a:pathLst>
                <a:path w="2" h="1">
                  <a:moveTo>
                    <a:pt x="1" y="1"/>
                  </a:moveTo>
                  <a:cubicBezTo>
                    <a:pt x="2" y="1"/>
                    <a:pt x="0" y="1"/>
                    <a:pt x="0" y="1"/>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p:nvPr/>
          </p:nvSpPr>
          <p:spPr bwMode="auto">
            <a:xfrm>
              <a:off x="9324975" y="2816226"/>
              <a:ext cx="7937" cy="3175"/>
            </a:xfrm>
            <a:custGeom>
              <a:avLst/>
              <a:gdLst>
                <a:gd name="T0" fmla="*/ 0 w 5"/>
                <a:gd name="T1" fmla="*/ 0 h 2"/>
                <a:gd name="T2" fmla="*/ 0 w 5"/>
                <a:gd name="T3" fmla="*/ 0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lnTo>
                    <a:pt x="0" y="0"/>
                  </a:lnTo>
                  <a:lnTo>
                    <a:pt x="5"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2225" y="2943226"/>
              <a:ext cx="0" cy="7938"/>
            </a:xfrm>
            <a:custGeom>
              <a:avLst/>
              <a:gdLst>
                <a:gd name="T0" fmla="*/ 2 h 2"/>
                <a:gd name="T1" fmla="*/ 1 h 2"/>
                <a:gd name="T2" fmla="*/ 2 h 2"/>
              </a:gdLst>
              <a:ahLst/>
              <a:cxnLst>
                <a:cxn ang="0">
                  <a:pos x="0" y="T0"/>
                </a:cxn>
                <a:cxn ang="0">
                  <a:pos x="0" y="T1"/>
                </a:cxn>
                <a:cxn ang="0">
                  <a:pos x="0" y="T2"/>
                </a:cxn>
              </a:cxnLst>
              <a:rect l="0" t="0" r="r" b="b"/>
              <a:pathLst>
                <a:path h="2">
                  <a:moveTo>
                    <a:pt x="0" y="2"/>
                  </a:moveTo>
                  <a:cubicBezTo>
                    <a:pt x="0" y="1"/>
                    <a:pt x="0" y="0"/>
                    <a:pt x="0" y="1"/>
                  </a:cubicBezTo>
                  <a:cubicBezTo>
                    <a:pt x="0" y="2"/>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569325" y="2898776"/>
              <a:ext cx="338137" cy="146050"/>
            </a:xfrm>
            <a:custGeom>
              <a:avLst/>
              <a:gdLst>
                <a:gd name="T0" fmla="*/ 9 w 90"/>
                <a:gd name="T1" fmla="*/ 27 h 39"/>
                <a:gd name="T2" fmla="*/ 12 w 90"/>
                <a:gd name="T3" fmla="*/ 26 h 39"/>
                <a:gd name="T4" fmla="*/ 17 w 90"/>
                <a:gd name="T5" fmla="*/ 21 h 39"/>
                <a:gd name="T6" fmla="*/ 19 w 90"/>
                <a:gd name="T7" fmla="*/ 21 h 39"/>
                <a:gd name="T8" fmla="*/ 25 w 90"/>
                <a:gd name="T9" fmla="*/ 21 h 39"/>
                <a:gd name="T10" fmla="*/ 27 w 90"/>
                <a:gd name="T11" fmla="*/ 21 h 39"/>
                <a:gd name="T12" fmla="*/ 30 w 90"/>
                <a:gd name="T13" fmla="*/ 19 h 39"/>
                <a:gd name="T14" fmla="*/ 33 w 90"/>
                <a:gd name="T15" fmla="*/ 19 h 39"/>
                <a:gd name="T16" fmla="*/ 35 w 90"/>
                <a:gd name="T17" fmla="*/ 20 h 39"/>
                <a:gd name="T18" fmla="*/ 36 w 90"/>
                <a:gd name="T19" fmla="*/ 18 h 39"/>
                <a:gd name="T20" fmla="*/ 38 w 90"/>
                <a:gd name="T21" fmla="*/ 15 h 39"/>
                <a:gd name="T22" fmla="*/ 40 w 90"/>
                <a:gd name="T23" fmla="*/ 15 h 39"/>
                <a:gd name="T24" fmla="*/ 42 w 90"/>
                <a:gd name="T25" fmla="*/ 13 h 39"/>
                <a:gd name="T26" fmla="*/ 44 w 90"/>
                <a:gd name="T27" fmla="*/ 14 h 39"/>
                <a:gd name="T28" fmla="*/ 47 w 90"/>
                <a:gd name="T29" fmla="*/ 13 h 39"/>
                <a:gd name="T30" fmla="*/ 50 w 90"/>
                <a:gd name="T31" fmla="*/ 14 h 39"/>
                <a:gd name="T32" fmla="*/ 52 w 90"/>
                <a:gd name="T33" fmla="*/ 12 h 39"/>
                <a:gd name="T34" fmla="*/ 53 w 90"/>
                <a:gd name="T35" fmla="*/ 13 h 39"/>
                <a:gd name="T36" fmla="*/ 54 w 90"/>
                <a:gd name="T37" fmla="*/ 11 h 39"/>
                <a:gd name="T38" fmla="*/ 55 w 90"/>
                <a:gd name="T39" fmla="*/ 11 h 39"/>
                <a:gd name="T40" fmla="*/ 56 w 90"/>
                <a:gd name="T41" fmla="*/ 10 h 39"/>
                <a:gd name="T42" fmla="*/ 60 w 90"/>
                <a:gd name="T43" fmla="*/ 9 h 39"/>
                <a:gd name="T44" fmla="*/ 62 w 90"/>
                <a:gd name="T45" fmla="*/ 9 h 39"/>
                <a:gd name="T46" fmla="*/ 64 w 90"/>
                <a:gd name="T47" fmla="*/ 8 h 39"/>
                <a:gd name="T48" fmla="*/ 68 w 90"/>
                <a:gd name="T49" fmla="*/ 8 h 39"/>
                <a:gd name="T50" fmla="*/ 69 w 90"/>
                <a:gd name="T51" fmla="*/ 12 h 39"/>
                <a:gd name="T52" fmla="*/ 70 w 90"/>
                <a:gd name="T53" fmla="*/ 8 h 39"/>
                <a:gd name="T54" fmla="*/ 70 w 90"/>
                <a:gd name="T55" fmla="*/ 3 h 39"/>
                <a:gd name="T56" fmla="*/ 72 w 90"/>
                <a:gd name="T57" fmla="*/ 4 h 39"/>
                <a:gd name="T58" fmla="*/ 72 w 90"/>
                <a:gd name="T59" fmla="*/ 2 h 39"/>
                <a:gd name="T60" fmla="*/ 73 w 90"/>
                <a:gd name="T61" fmla="*/ 3 h 39"/>
                <a:gd name="T62" fmla="*/ 75 w 90"/>
                <a:gd name="T63" fmla="*/ 7 h 39"/>
                <a:gd name="T64" fmla="*/ 76 w 90"/>
                <a:gd name="T65" fmla="*/ 3 h 39"/>
                <a:gd name="T66" fmla="*/ 77 w 90"/>
                <a:gd name="T67" fmla="*/ 5 h 39"/>
                <a:gd name="T68" fmla="*/ 78 w 90"/>
                <a:gd name="T69" fmla="*/ 2 h 39"/>
                <a:gd name="T70" fmla="*/ 79 w 90"/>
                <a:gd name="T71" fmla="*/ 2 h 39"/>
                <a:gd name="T72" fmla="*/ 80 w 90"/>
                <a:gd name="T73" fmla="*/ 7 h 39"/>
                <a:gd name="T74" fmla="*/ 81 w 90"/>
                <a:gd name="T75" fmla="*/ 3 h 39"/>
                <a:gd name="T76" fmla="*/ 86 w 90"/>
                <a:gd name="T77" fmla="*/ 10 h 39"/>
                <a:gd name="T78" fmla="*/ 87 w 90"/>
                <a:gd name="T79" fmla="*/ 11 h 39"/>
                <a:gd name="T80" fmla="*/ 89 w 90"/>
                <a:gd name="T81" fmla="*/ 10 h 39"/>
                <a:gd name="T82" fmla="*/ 89 w 90"/>
                <a:gd name="T83" fmla="*/ 13 h 39"/>
                <a:gd name="T84" fmla="*/ 87 w 90"/>
                <a:gd name="T85" fmla="*/ 11 h 39"/>
                <a:gd name="T86" fmla="*/ 84 w 90"/>
                <a:gd name="T87" fmla="*/ 17 h 39"/>
                <a:gd name="T88" fmla="*/ 78 w 90"/>
                <a:gd name="T89" fmla="*/ 20 h 39"/>
                <a:gd name="T90" fmla="*/ 71 w 90"/>
                <a:gd name="T91" fmla="*/ 23 h 39"/>
                <a:gd name="T92" fmla="*/ 66 w 90"/>
                <a:gd name="T93" fmla="*/ 25 h 39"/>
                <a:gd name="T94" fmla="*/ 62 w 90"/>
                <a:gd name="T95" fmla="*/ 27 h 39"/>
                <a:gd name="T96" fmla="*/ 53 w 90"/>
                <a:gd name="T97" fmla="*/ 28 h 39"/>
                <a:gd name="T98" fmla="*/ 48 w 90"/>
                <a:gd name="T99" fmla="*/ 27 h 39"/>
                <a:gd name="T100" fmla="*/ 41 w 90"/>
                <a:gd name="T101" fmla="*/ 27 h 39"/>
                <a:gd name="T102" fmla="*/ 22 w 90"/>
                <a:gd name="T103" fmla="*/ 35 h 39"/>
                <a:gd name="T104" fmla="*/ 17 w 90"/>
                <a:gd name="T105" fmla="*/ 35 h 39"/>
                <a:gd name="T106" fmla="*/ 0 w 90"/>
                <a:gd name="T10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9">
                  <a:moveTo>
                    <a:pt x="0" y="28"/>
                  </a:moveTo>
                  <a:cubicBezTo>
                    <a:pt x="1" y="24"/>
                    <a:pt x="3" y="28"/>
                    <a:pt x="4" y="25"/>
                  </a:cubicBezTo>
                  <a:cubicBezTo>
                    <a:pt x="4" y="25"/>
                    <a:pt x="4" y="27"/>
                    <a:pt x="4" y="27"/>
                  </a:cubicBezTo>
                  <a:cubicBezTo>
                    <a:pt x="5" y="23"/>
                    <a:pt x="7" y="25"/>
                    <a:pt x="9" y="28"/>
                  </a:cubicBezTo>
                  <a:cubicBezTo>
                    <a:pt x="9" y="28"/>
                    <a:pt x="9" y="28"/>
                    <a:pt x="9" y="28"/>
                  </a:cubicBezTo>
                  <a:cubicBezTo>
                    <a:pt x="9" y="29"/>
                    <a:pt x="9" y="26"/>
                    <a:pt x="9" y="27"/>
                  </a:cubicBezTo>
                  <a:cubicBezTo>
                    <a:pt x="9" y="27"/>
                    <a:pt x="9" y="27"/>
                    <a:pt x="10" y="28"/>
                  </a:cubicBezTo>
                  <a:cubicBezTo>
                    <a:pt x="9" y="26"/>
                    <a:pt x="10" y="27"/>
                    <a:pt x="10" y="26"/>
                  </a:cubicBezTo>
                  <a:cubicBezTo>
                    <a:pt x="10" y="27"/>
                    <a:pt x="10" y="28"/>
                    <a:pt x="10" y="28"/>
                  </a:cubicBezTo>
                  <a:cubicBezTo>
                    <a:pt x="10" y="27"/>
                    <a:pt x="10" y="27"/>
                    <a:pt x="10" y="27"/>
                  </a:cubicBezTo>
                  <a:cubicBezTo>
                    <a:pt x="10" y="23"/>
                    <a:pt x="12" y="27"/>
                    <a:pt x="12" y="25"/>
                  </a:cubicBezTo>
                  <a:cubicBezTo>
                    <a:pt x="12" y="26"/>
                    <a:pt x="12" y="26"/>
                    <a:pt x="12" y="26"/>
                  </a:cubicBezTo>
                  <a:cubicBezTo>
                    <a:pt x="13" y="23"/>
                    <a:pt x="14" y="24"/>
                    <a:pt x="15" y="23"/>
                  </a:cubicBezTo>
                  <a:cubicBezTo>
                    <a:pt x="15" y="25"/>
                    <a:pt x="15" y="25"/>
                    <a:pt x="15" y="25"/>
                  </a:cubicBezTo>
                  <a:cubicBezTo>
                    <a:pt x="15" y="23"/>
                    <a:pt x="15" y="23"/>
                    <a:pt x="16" y="22"/>
                  </a:cubicBezTo>
                  <a:cubicBezTo>
                    <a:pt x="16" y="24"/>
                    <a:pt x="16" y="21"/>
                    <a:pt x="16" y="22"/>
                  </a:cubicBezTo>
                  <a:cubicBezTo>
                    <a:pt x="17" y="22"/>
                    <a:pt x="17" y="22"/>
                    <a:pt x="17" y="22"/>
                  </a:cubicBezTo>
                  <a:cubicBezTo>
                    <a:pt x="17" y="20"/>
                    <a:pt x="17" y="23"/>
                    <a:pt x="17" y="21"/>
                  </a:cubicBezTo>
                  <a:cubicBezTo>
                    <a:pt x="17" y="22"/>
                    <a:pt x="17" y="22"/>
                    <a:pt x="17" y="22"/>
                  </a:cubicBezTo>
                  <a:cubicBezTo>
                    <a:pt x="17" y="20"/>
                    <a:pt x="18" y="23"/>
                    <a:pt x="18" y="22"/>
                  </a:cubicBezTo>
                  <a:cubicBezTo>
                    <a:pt x="18" y="21"/>
                    <a:pt x="18" y="21"/>
                    <a:pt x="18" y="21"/>
                  </a:cubicBezTo>
                  <a:cubicBezTo>
                    <a:pt x="18" y="21"/>
                    <a:pt x="18" y="22"/>
                    <a:pt x="18" y="22"/>
                  </a:cubicBezTo>
                  <a:cubicBezTo>
                    <a:pt x="18" y="22"/>
                    <a:pt x="18" y="22"/>
                    <a:pt x="18" y="22"/>
                  </a:cubicBezTo>
                  <a:cubicBezTo>
                    <a:pt x="19" y="21"/>
                    <a:pt x="19" y="23"/>
                    <a:pt x="19" y="21"/>
                  </a:cubicBezTo>
                  <a:cubicBezTo>
                    <a:pt x="19" y="22"/>
                    <a:pt x="19" y="21"/>
                    <a:pt x="19" y="24"/>
                  </a:cubicBezTo>
                  <a:cubicBezTo>
                    <a:pt x="20" y="21"/>
                    <a:pt x="22" y="22"/>
                    <a:pt x="23" y="21"/>
                  </a:cubicBezTo>
                  <a:cubicBezTo>
                    <a:pt x="24" y="23"/>
                    <a:pt x="24" y="23"/>
                    <a:pt x="24" y="23"/>
                  </a:cubicBezTo>
                  <a:cubicBezTo>
                    <a:pt x="24" y="23"/>
                    <a:pt x="24" y="23"/>
                    <a:pt x="24" y="22"/>
                  </a:cubicBezTo>
                  <a:cubicBezTo>
                    <a:pt x="24" y="22"/>
                    <a:pt x="24" y="23"/>
                    <a:pt x="25" y="23"/>
                  </a:cubicBezTo>
                  <a:cubicBezTo>
                    <a:pt x="25" y="23"/>
                    <a:pt x="25" y="21"/>
                    <a:pt x="25" y="21"/>
                  </a:cubicBezTo>
                  <a:cubicBezTo>
                    <a:pt x="25" y="23"/>
                    <a:pt x="25" y="23"/>
                    <a:pt x="25" y="23"/>
                  </a:cubicBezTo>
                  <a:cubicBezTo>
                    <a:pt x="25" y="22"/>
                    <a:pt x="26" y="22"/>
                    <a:pt x="26" y="21"/>
                  </a:cubicBezTo>
                  <a:cubicBezTo>
                    <a:pt x="26" y="22"/>
                    <a:pt x="26" y="22"/>
                    <a:pt x="26" y="22"/>
                  </a:cubicBezTo>
                  <a:cubicBezTo>
                    <a:pt x="26" y="21"/>
                    <a:pt x="26" y="23"/>
                    <a:pt x="27" y="22"/>
                  </a:cubicBezTo>
                  <a:cubicBezTo>
                    <a:pt x="27" y="23"/>
                    <a:pt x="27" y="23"/>
                    <a:pt x="27" y="23"/>
                  </a:cubicBezTo>
                  <a:cubicBezTo>
                    <a:pt x="27" y="24"/>
                    <a:pt x="26" y="20"/>
                    <a:pt x="27" y="21"/>
                  </a:cubicBezTo>
                  <a:cubicBezTo>
                    <a:pt x="27" y="22"/>
                    <a:pt x="27" y="22"/>
                    <a:pt x="27" y="22"/>
                  </a:cubicBezTo>
                  <a:cubicBezTo>
                    <a:pt x="27" y="20"/>
                    <a:pt x="28" y="21"/>
                    <a:pt x="28" y="20"/>
                  </a:cubicBezTo>
                  <a:cubicBezTo>
                    <a:pt x="28" y="21"/>
                    <a:pt x="28" y="21"/>
                    <a:pt x="28" y="21"/>
                  </a:cubicBezTo>
                  <a:cubicBezTo>
                    <a:pt x="28" y="20"/>
                    <a:pt x="29" y="21"/>
                    <a:pt x="29" y="20"/>
                  </a:cubicBezTo>
                  <a:cubicBezTo>
                    <a:pt x="29" y="20"/>
                    <a:pt x="30" y="23"/>
                    <a:pt x="30" y="22"/>
                  </a:cubicBezTo>
                  <a:cubicBezTo>
                    <a:pt x="30" y="20"/>
                    <a:pt x="30" y="21"/>
                    <a:pt x="30" y="19"/>
                  </a:cubicBezTo>
                  <a:cubicBezTo>
                    <a:pt x="30" y="19"/>
                    <a:pt x="31" y="20"/>
                    <a:pt x="31" y="19"/>
                  </a:cubicBezTo>
                  <a:cubicBezTo>
                    <a:pt x="31" y="20"/>
                    <a:pt x="32" y="22"/>
                    <a:pt x="31" y="22"/>
                  </a:cubicBezTo>
                  <a:cubicBezTo>
                    <a:pt x="32" y="23"/>
                    <a:pt x="32" y="23"/>
                    <a:pt x="32" y="23"/>
                  </a:cubicBezTo>
                  <a:cubicBezTo>
                    <a:pt x="32" y="24"/>
                    <a:pt x="32" y="23"/>
                    <a:pt x="32" y="24"/>
                  </a:cubicBezTo>
                  <a:cubicBezTo>
                    <a:pt x="32" y="24"/>
                    <a:pt x="32" y="23"/>
                    <a:pt x="32" y="23"/>
                  </a:cubicBezTo>
                  <a:cubicBezTo>
                    <a:pt x="32" y="22"/>
                    <a:pt x="32" y="19"/>
                    <a:pt x="33" y="19"/>
                  </a:cubicBezTo>
                  <a:cubicBezTo>
                    <a:pt x="33" y="20"/>
                    <a:pt x="33" y="22"/>
                    <a:pt x="33" y="22"/>
                  </a:cubicBezTo>
                  <a:cubicBezTo>
                    <a:pt x="33" y="18"/>
                    <a:pt x="33" y="18"/>
                    <a:pt x="33" y="18"/>
                  </a:cubicBezTo>
                  <a:cubicBezTo>
                    <a:pt x="33" y="17"/>
                    <a:pt x="33" y="19"/>
                    <a:pt x="34" y="19"/>
                  </a:cubicBezTo>
                  <a:cubicBezTo>
                    <a:pt x="33" y="17"/>
                    <a:pt x="33" y="17"/>
                    <a:pt x="33" y="17"/>
                  </a:cubicBezTo>
                  <a:cubicBezTo>
                    <a:pt x="34" y="18"/>
                    <a:pt x="34" y="17"/>
                    <a:pt x="34" y="19"/>
                  </a:cubicBezTo>
                  <a:cubicBezTo>
                    <a:pt x="35" y="20"/>
                    <a:pt x="34" y="19"/>
                    <a:pt x="35" y="20"/>
                  </a:cubicBezTo>
                  <a:cubicBezTo>
                    <a:pt x="35" y="20"/>
                    <a:pt x="35" y="19"/>
                    <a:pt x="35" y="19"/>
                  </a:cubicBezTo>
                  <a:cubicBezTo>
                    <a:pt x="35" y="19"/>
                    <a:pt x="35" y="19"/>
                    <a:pt x="35" y="19"/>
                  </a:cubicBezTo>
                  <a:cubicBezTo>
                    <a:pt x="35" y="20"/>
                    <a:pt x="35" y="18"/>
                    <a:pt x="35" y="17"/>
                  </a:cubicBezTo>
                  <a:cubicBezTo>
                    <a:pt x="35" y="17"/>
                    <a:pt x="35" y="19"/>
                    <a:pt x="35" y="18"/>
                  </a:cubicBezTo>
                  <a:cubicBezTo>
                    <a:pt x="35" y="17"/>
                    <a:pt x="35" y="16"/>
                    <a:pt x="35" y="16"/>
                  </a:cubicBezTo>
                  <a:cubicBezTo>
                    <a:pt x="36" y="18"/>
                    <a:pt x="36" y="18"/>
                    <a:pt x="36" y="18"/>
                  </a:cubicBezTo>
                  <a:cubicBezTo>
                    <a:pt x="36" y="16"/>
                    <a:pt x="36" y="15"/>
                    <a:pt x="36" y="15"/>
                  </a:cubicBezTo>
                  <a:cubicBezTo>
                    <a:pt x="36" y="14"/>
                    <a:pt x="36" y="17"/>
                    <a:pt x="36" y="16"/>
                  </a:cubicBezTo>
                  <a:cubicBezTo>
                    <a:pt x="37" y="17"/>
                    <a:pt x="37" y="14"/>
                    <a:pt x="38" y="16"/>
                  </a:cubicBezTo>
                  <a:cubicBezTo>
                    <a:pt x="38" y="16"/>
                    <a:pt x="37" y="14"/>
                    <a:pt x="38" y="15"/>
                  </a:cubicBezTo>
                  <a:cubicBezTo>
                    <a:pt x="38" y="15"/>
                    <a:pt x="38" y="16"/>
                    <a:pt x="38" y="16"/>
                  </a:cubicBezTo>
                  <a:cubicBezTo>
                    <a:pt x="38" y="17"/>
                    <a:pt x="38" y="15"/>
                    <a:pt x="38" y="15"/>
                  </a:cubicBezTo>
                  <a:cubicBezTo>
                    <a:pt x="38" y="14"/>
                    <a:pt x="38" y="16"/>
                    <a:pt x="38" y="16"/>
                  </a:cubicBezTo>
                  <a:cubicBezTo>
                    <a:pt x="38" y="15"/>
                    <a:pt x="39" y="13"/>
                    <a:pt x="40" y="15"/>
                  </a:cubicBezTo>
                  <a:cubicBezTo>
                    <a:pt x="40" y="14"/>
                    <a:pt x="40" y="12"/>
                    <a:pt x="40" y="12"/>
                  </a:cubicBezTo>
                  <a:cubicBezTo>
                    <a:pt x="40" y="14"/>
                    <a:pt x="40" y="14"/>
                    <a:pt x="40" y="14"/>
                  </a:cubicBezTo>
                  <a:cubicBezTo>
                    <a:pt x="40" y="15"/>
                    <a:pt x="41" y="14"/>
                    <a:pt x="41" y="15"/>
                  </a:cubicBezTo>
                  <a:cubicBezTo>
                    <a:pt x="41" y="13"/>
                    <a:pt x="40" y="16"/>
                    <a:pt x="40" y="15"/>
                  </a:cubicBezTo>
                  <a:cubicBezTo>
                    <a:pt x="40" y="16"/>
                    <a:pt x="40" y="13"/>
                    <a:pt x="41" y="15"/>
                  </a:cubicBezTo>
                  <a:cubicBezTo>
                    <a:pt x="41" y="15"/>
                    <a:pt x="41" y="13"/>
                    <a:pt x="41" y="14"/>
                  </a:cubicBezTo>
                  <a:cubicBezTo>
                    <a:pt x="41" y="14"/>
                    <a:pt x="41" y="16"/>
                    <a:pt x="42" y="16"/>
                  </a:cubicBezTo>
                  <a:cubicBezTo>
                    <a:pt x="42" y="16"/>
                    <a:pt x="42" y="15"/>
                    <a:pt x="42" y="15"/>
                  </a:cubicBezTo>
                  <a:cubicBezTo>
                    <a:pt x="42" y="14"/>
                    <a:pt x="42" y="14"/>
                    <a:pt x="42" y="14"/>
                  </a:cubicBezTo>
                  <a:cubicBezTo>
                    <a:pt x="42" y="13"/>
                    <a:pt x="42" y="14"/>
                    <a:pt x="42" y="13"/>
                  </a:cubicBezTo>
                  <a:cubicBezTo>
                    <a:pt x="42" y="14"/>
                    <a:pt x="42" y="12"/>
                    <a:pt x="43" y="14"/>
                  </a:cubicBezTo>
                  <a:cubicBezTo>
                    <a:pt x="43" y="16"/>
                    <a:pt x="43" y="16"/>
                    <a:pt x="43" y="16"/>
                  </a:cubicBezTo>
                  <a:cubicBezTo>
                    <a:pt x="43" y="16"/>
                    <a:pt x="43" y="14"/>
                    <a:pt x="43" y="14"/>
                  </a:cubicBezTo>
                  <a:cubicBezTo>
                    <a:pt x="43" y="14"/>
                    <a:pt x="43" y="14"/>
                    <a:pt x="43" y="14"/>
                  </a:cubicBezTo>
                  <a:cubicBezTo>
                    <a:pt x="42" y="12"/>
                    <a:pt x="43" y="14"/>
                    <a:pt x="43" y="12"/>
                  </a:cubicBezTo>
                  <a:cubicBezTo>
                    <a:pt x="44" y="13"/>
                    <a:pt x="44" y="12"/>
                    <a:pt x="44" y="14"/>
                  </a:cubicBezTo>
                  <a:cubicBezTo>
                    <a:pt x="44" y="13"/>
                    <a:pt x="45" y="12"/>
                    <a:pt x="45" y="13"/>
                  </a:cubicBezTo>
                  <a:cubicBezTo>
                    <a:pt x="45" y="13"/>
                    <a:pt x="45" y="13"/>
                    <a:pt x="45" y="14"/>
                  </a:cubicBezTo>
                  <a:cubicBezTo>
                    <a:pt x="45" y="14"/>
                    <a:pt x="45" y="14"/>
                    <a:pt x="45" y="13"/>
                  </a:cubicBezTo>
                  <a:cubicBezTo>
                    <a:pt x="45" y="14"/>
                    <a:pt x="46" y="15"/>
                    <a:pt x="46" y="16"/>
                  </a:cubicBezTo>
                  <a:cubicBezTo>
                    <a:pt x="46" y="15"/>
                    <a:pt x="46" y="13"/>
                    <a:pt x="46" y="12"/>
                  </a:cubicBezTo>
                  <a:cubicBezTo>
                    <a:pt x="47" y="15"/>
                    <a:pt x="46" y="11"/>
                    <a:pt x="47" y="13"/>
                  </a:cubicBezTo>
                  <a:cubicBezTo>
                    <a:pt x="47" y="13"/>
                    <a:pt x="47" y="14"/>
                    <a:pt x="47" y="15"/>
                  </a:cubicBezTo>
                  <a:cubicBezTo>
                    <a:pt x="48" y="17"/>
                    <a:pt x="47" y="13"/>
                    <a:pt x="48" y="14"/>
                  </a:cubicBezTo>
                  <a:cubicBezTo>
                    <a:pt x="47" y="12"/>
                    <a:pt x="47" y="12"/>
                    <a:pt x="47" y="12"/>
                  </a:cubicBezTo>
                  <a:cubicBezTo>
                    <a:pt x="48" y="13"/>
                    <a:pt x="48" y="10"/>
                    <a:pt x="48" y="13"/>
                  </a:cubicBezTo>
                  <a:cubicBezTo>
                    <a:pt x="48" y="12"/>
                    <a:pt x="49" y="13"/>
                    <a:pt x="48" y="11"/>
                  </a:cubicBezTo>
                  <a:cubicBezTo>
                    <a:pt x="49" y="13"/>
                    <a:pt x="49" y="10"/>
                    <a:pt x="50" y="14"/>
                  </a:cubicBezTo>
                  <a:cubicBezTo>
                    <a:pt x="50" y="13"/>
                    <a:pt x="51" y="14"/>
                    <a:pt x="51" y="12"/>
                  </a:cubicBezTo>
                  <a:cubicBezTo>
                    <a:pt x="50" y="11"/>
                    <a:pt x="50" y="13"/>
                    <a:pt x="50" y="13"/>
                  </a:cubicBezTo>
                  <a:cubicBezTo>
                    <a:pt x="50" y="12"/>
                    <a:pt x="50" y="12"/>
                    <a:pt x="50" y="12"/>
                  </a:cubicBezTo>
                  <a:cubicBezTo>
                    <a:pt x="50" y="12"/>
                    <a:pt x="51" y="12"/>
                    <a:pt x="51" y="14"/>
                  </a:cubicBezTo>
                  <a:cubicBezTo>
                    <a:pt x="51" y="15"/>
                    <a:pt x="51" y="10"/>
                    <a:pt x="51" y="11"/>
                  </a:cubicBezTo>
                  <a:cubicBezTo>
                    <a:pt x="51" y="12"/>
                    <a:pt x="51" y="12"/>
                    <a:pt x="52" y="12"/>
                  </a:cubicBezTo>
                  <a:cubicBezTo>
                    <a:pt x="52" y="10"/>
                    <a:pt x="52" y="10"/>
                    <a:pt x="52" y="10"/>
                  </a:cubicBezTo>
                  <a:cubicBezTo>
                    <a:pt x="52" y="11"/>
                    <a:pt x="52" y="12"/>
                    <a:pt x="52" y="14"/>
                  </a:cubicBezTo>
                  <a:cubicBezTo>
                    <a:pt x="53" y="14"/>
                    <a:pt x="53" y="14"/>
                    <a:pt x="53" y="12"/>
                  </a:cubicBezTo>
                  <a:cubicBezTo>
                    <a:pt x="53" y="14"/>
                    <a:pt x="53" y="14"/>
                    <a:pt x="53" y="14"/>
                  </a:cubicBezTo>
                  <a:cubicBezTo>
                    <a:pt x="53" y="13"/>
                    <a:pt x="53" y="13"/>
                    <a:pt x="53" y="13"/>
                  </a:cubicBezTo>
                  <a:cubicBezTo>
                    <a:pt x="53" y="13"/>
                    <a:pt x="53" y="13"/>
                    <a:pt x="53" y="13"/>
                  </a:cubicBezTo>
                  <a:cubicBezTo>
                    <a:pt x="53" y="14"/>
                    <a:pt x="54" y="14"/>
                    <a:pt x="54" y="13"/>
                  </a:cubicBezTo>
                  <a:cubicBezTo>
                    <a:pt x="53" y="12"/>
                    <a:pt x="53" y="12"/>
                    <a:pt x="53" y="12"/>
                  </a:cubicBezTo>
                  <a:cubicBezTo>
                    <a:pt x="53" y="11"/>
                    <a:pt x="53" y="11"/>
                    <a:pt x="53" y="11"/>
                  </a:cubicBezTo>
                  <a:cubicBezTo>
                    <a:pt x="53" y="12"/>
                    <a:pt x="54" y="12"/>
                    <a:pt x="54" y="12"/>
                  </a:cubicBezTo>
                  <a:cubicBezTo>
                    <a:pt x="54" y="12"/>
                    <a:pt x="54" y="10"/>
                    <a:pt x="54" y="10"/>
                  </a:cubicBezTo>
                  <a:cubicBezTo>
                    <a:pt x="54" y="11"/>
                    <a:pt x="54" y="10"/>
                    <a:pt x="54" y="11"/>
                  </a:cubicBezTo>
                  <a:cubicBezTo>
                    <a:pt x="54" y="12"/>
                    <a:pt x="54" y="11"/>
                    <a:pt x="54" y="11"/>
                  </a:cubicBezTo>
                  <a:cubicBezTo>
                    <a:pt x="54" y="12"/>
                    <a:pt x="54" y="13"/>
                    <a:pt x="54" y="12"/>
                  </a:cubicBezTo>
                  <a:cubicBezTo>
                    <a:pt x="54" y="12"/>
                    <a:pt x="54" y="9"/>
                    <a:pt x="54" y="10"/>
                  </a:cubicBezTo>
                  <a:cubicBezTo>
                    <a:pt x="54" y="12"/>
                    <a:pt x="54" y="12"/>
                    <a:pt x="54" y="12"/>
                  </a:cubicBezTo>
                  <a:cubicBezTo>
                    <a:pt x="55" y="13"/>
                    <a:pt x="55" y="13"/>
                    <a:pt x="55" y="13"/>
                  </a:cubicBezTo>
                  <a:cubicBezTo>
                    <a:pt x="55" y="11"/>
                    <a:pt x="55" y="11"/>
                    <a:pt x="55" y="11"/>
                  </a:cubicBezTo>
                  <a:cubicBezTo>
                    <a:pt x="55" y="12"/>
                    <a:pt x="55" y="12"/>
                    <a:pt x="55" y="12"/>
                  </a:cubicBezTo>
                  <a:cubicBezTo>
                    <a:pt x="55" y="10"/>
                    <a:pt x="55" y="11"/>
                    <a:pt x="55" y="10"/>
                  </a:cubicBezTo>
                  <a:cubicBezTo>
                    <a:pt x="55" y="10"/>
                    <a:pt x="55" y="11"/>
                    <a:pt x="56" y="11"/>
                  </a:cubicBezTo>
                  <a:cubicBezTo>
                    <a:pt x="56" y="11"/>
                    <a:pt x="56" y="11"/>
                    <a:pt x="56" y="11"/>
                  </a:cubicBezTo>
                  <a:cubicBezTo>
                    <a:pt x="56" y="12"/>
                    <a:pt x="56" y="11"/>
                    <a:pt x="56" y="10"/>
                  </a:cubicBezTo>
                  <a:cubicBezTo>
                    <a:pt x="56" y="10"/>
                    <a:pt x="56" y="10"/>
                    <a:pt x="56" y="10"/>
                  </a:cubicBezTo>
                  <a:cubicBezTo>
                    <a:pt x="56" y="10"/>
                    <a:pt x="56" y="10"/>
                    <a:pt x="56" y="9"/>
                  </a:cubicBezTo>
                  <a:cubicBezTo>
                    <a:pt x="57" y="10"/>
                    <a:pt x="57" y="14"/>
                    <a:pt x="57" y="13"/>
                  </a:cubicBezTo>
                  <a:cubicBezTo>
                    <a:pt x="58" y="13"/>
                    <a:pt x="57" y="10"/>
                    <a:pt x="57" y="9"/>
                  </a:cubicBezTo>
                  <a:cubicBezTo>
                    <a:pt x="58" y="10"/>
                    <a:pt x="58" y="8"/>
                    <a:pt x="58" y="10"/>
                  </a:cubicBezTo>
                  <a:cubicBezTo>
                    <a:pt x="58" y="9"/>
                    <a:pt x="58" y="9"/>
                    <a:pt x="58" y="9"/>
                  </a:cubicBezTo>
                  <a:cubicBezTo>
                    <a:pt x="59" y="9"/>
                    <a:pt x="59" y="7"/>
                    <a:pt x="60" y="9"/>
                  </a:cubicBezTo>
                  <a:cubicBezTo>
                    <a:pt x="60" y="10"/>
                    <a:pt x="61" y="11"/>
                    <a:pt x="61" y="11"/>
                  </a:cubicBezTo>
                  <a:cubicBezTo>
                    <a:pt x="61" y="10"/>
                    <a:pt x="61" y="13"/>
                    <a:pt x="61" y="10"/>
                  </a:cubicBezTo>
                  <a:cubicBezTo>
                    <a:pt x="61" y="9"/>
                    <a:pt x="61" y="9"/>
                    <a:pt x="60" y="8"/>
                  </a:cubicBezTo>
                  <a:cubicBezTo>
                    <a:pt x="61" y="8"/>
                    <a:pt x="61" y="7"/>
                    <a:pt x="62" y="8"/>
                  </a:cubicBezTo>
                  <a:cubicBezTo>
                    <a:pt x="61" y="7"/>
                    <a:pt x="61" y="7"/>
                    <a:pt x="61" y="7"/>
                  </a:cubicBezTo>
                  <a:cubicBezTo>
                    <a:pt x="62" y="9"/>
                    <a:pt x="62" y="9"/>
                    <a:pt x="62" y="9"/>
                  </a:cubicBezTo>
                  <a:cubicBezTo>
                    <a:pt x="62" y="7"/>
                    <a:pt x="62" y="7"/>
                    <a:pt x="62" y="7"/>
                  </a:cubicBezTo>
                  <a:cubicBezTo>
                    <a:pt x="62" y="9"/>
                    <a:pt x="62" y="9"/>
                    <a:pt x="62" y="9"/>
                  </a:cubicBezTo>
                  <a:cubicBezTo>
                    <a:pt x="62" y="8"/>
                    <a:pt x="62" y="6"/>
                    <a:pt x="62" y="7"/>
                  </a:cubicBezTo>
                  <a:cubicBezTo>
                    <a:pt x="63" y="8"/>
                    <a:pt x="63" y="8"/>
                    <a:pt x="63" y="8"/>
                  </a:cubicBezTo>
                  <a:cubicBezTo>
                    <a:pt x="63" y="7"/>
                    <a:pt x="63" y="6"/>
                    <a:pt x="63" y="7"/>
                  </a:cubicBezTo>
                  <a:cubicBezTo>
                    <a:pt x="64" y="8"/>
                    <a:pt x="64" y="8"/>
                    <a:pt x="64" y="8"/>
                  </a:cubicBezTo>
                  <a:cubicBezTo>
                    <a:pt x="64" y="8"/>
                    <a:pt x="64" y="7"/>
                    <a:pt x="64" y="7"/>
                  </a:cubicBezTo>
                  <a:cubicBezTo>
                    <a:pt x="64" y="8"/>
                    <a:pt x="64" y="8"/>
                    <a:pt x="65" y="9"/>
                  </a:cubicBezTo>
                  <a:cubicBezTo>
                    <a:pt x="65" y="5"/>
                    <a:pt x="66" y="5"/>
                    <a:pt x="67" y="5"/>
                  </a:cubicBezTo>
                  <a:cubicBezTo>
                    <a:pt x="67" y="6"/>
                    <a:pt x="67" y="6"/>
                    <a:pt x="67" y="6"/>
                  </a:cubicBezTo>
                  <a:cubicBezTo>
                    <a:pt x="67" y="7"/>
                    <a:pt x="67" y="4"/>
                    <a:pt x="67" y="5"/>
                  </a:cubicBezTo>
                  <a:cubicBezTo>
                    <a:pt x="68" y="8"/>
                    <a:pt x="68" y="8"/>
                    <a:pt x="68" y="8"/>
                  </a:cubicBezTo>
                  <a:cubicBezTo>
                    <a:pt x="68" y="9"/>
                    <a:pt x="68" y="6"/>
                    <a:pt x="68" y="6"/>
                  </a:cubicBezTo>
                  <a:cubicBezTo>
                    <a:pt x="68" y="5"/>
                    <a:pt x="68" y="7"/>
                    <a:pt x="67" y="5"/>
                  </a:cubicBezTo>
                  <a:cubicBezTo>
                    <a:pt x="67" y="5"/>
                    <a:pt x="68" y="6"/>
                    <a:pt x="68" y="4"/>
                  </a:cubicBezTo>
                  <a:cubicBezTo>
                    <a:pt x="68" y="5"/>
                    <a:pt x="68" y="6"/>
                    <a:pt x="68" y="7"/>
                  </a:cubicBezTo>
                  <a:cubicBezTo>
                    <a:pt x="68" y="6"/>
                    <a:pt x="68" y="6"/>
                    <a:pt x="68" y="6"/>
                  </a:cubicBezTo>
                  <a:cubicBezTo>
                    <a:pt x="69" y="8"/>
                    <a:pt x="69" y="10"/>
                    <a:pt x="69" y="12"/>
                  </a:cubicBezTo>
                  <a:cubicBezTo>
                    <a:pt x="69" y="12"/>
                    <a:pt x="69" y="12"/>
                    <a:pt x="69" y="12"/>
                  </a:cubicBezTo>
                  <a:cubicBezTo>
                    <a:pt x="70" y="14"/>
                    <a:pt x="69" y="14"/>
                    <a:pt x="70" y="14"/>
                  </a:cubicBezTo>
                  <a:cubicBezTo>
                    <a:pt x="70" y="14"/>
                    <a:pt x="70" y="11"/>
                    <a:pt x="69" y="10"/>
                  </a:cubicBezTo>
                  <a:cubicBezTo>
                    <a:pt x="70" y="10"/>
                    <a:pt x="69" y="6"/>
                    <a:pt x="69" y="6"/>
                  </a:cubicBezTo>
                  <a:cubicBezTo>
                    <a:pt x="69" y="7"/>
                    <a:pt x="69" y="7"/>
                    <a:pt x="69" y="8"/>
                  </a:cubicBezTo>
                  <a:cubicBezTo>
                    <a:pt x="70" y="9"/>
                    <a:pt x="69" y="7"/>
                    <a:pt x="70" y="8"/>
                  </a:cubicBezTo>
                  <a:cubicBezTo>
                    <a:pt x="69" y="7"/>
                    <a:pt x="69" y="5"/>
                    <a:pt x="69" y="5"/>
                  </a:cubicBezTo>
                  <a:cubicBezTo>
                    <a:pt x="70" y="6"/>
                    <a:pt x="69" y="6"/>
                    <a:pt x="70" y="7"/>
                  </a:cubicBezTo>
                  <a:cubicBezTo>
                    <a:pt x="70" y="6"/>
                    <a:pt x="70" y="5"/>
                    <a:pt x="69" y="4"/>
                  </a:cubicBezTo>
                  <a:cubicBezTo>
                    <a:pt x="69" y="2"/>
                    <a:pt x="70" y="5"/>
                    <a:pt x="70" y="3"/>
                  </a:cubicBezTo>
                  <a:cubicBezTo>
                    <a:pt x="70" y="4"/>
                    <a:pt x="70" y="7"/>
                    <a:pt x="71" y="7"/>
                  </a:cubicBezTo>
                  <a:cubicBezTo>
                    <a:pt x="70" y="6"/>
                    <a:pt x="71" y="5"/>
                    <a:pt x="70" y="3"/>
                  </a:cubicBezTo>
                  <a:cubicBezTo>
                    <a:pt x="70" y="3"/>
                    <a:pt x="70" y="5"/>
                    <a:pt x="71" y="5"/>
                  </a:cubicBezTo>
                  <a:cubicBezTo>
                    <a:pt x="71" y="6"/>
                    <a:pt x="70" y="3"/>
                    <a:pt x="71" y="6"/>
                  </a:cubicBezTo>
                  <a:cubicBezTo>
                    <a:pt x="71" y="4"/>
                    <a:pt x="71" y="4"/>
                    <a:pt x="71" y="4"/>
                  </a:cubicBezTo>
                  <a:cubicBezTo>
                    <a:pt x="71" y="5"/>
                    <a:pt x="71" y="5"/>
                    <a:pt x="71" y="6"/>
                  </a:cubicBezTo>
                  <a:cubicBezTo>
                    <a:pt x="72" y="6"/>
                    <a:pt x="72" y="4"/>
                    <a:pt x="72" y="6"/>
                  </a:cubicBezTo>
                  <a:cubicBezTo>
                    <a:pt x="72" y="6"/>
                    <a:pt x="72" y="6"/>
                    <a:pt x="72" y="4"/>
                  </a:cubicBezTo>
                  <a:cubicBezTo>
                    <a:pt x="72" y="3"/>
                    <a:pt x="72" y="5"/>
                    <a:pt x="71" y="3"/>
                  </a:cubicBezTo>
                  <a:cubicBezTo>
                    <a:pt x="72" y="5"/>
                    <a:pt x="72" y="3"/>
                    <a:pt x="72" y="2"/>
                  </a:cubicBezTo>
                  <a:cubicBezTo>
                    <a:pt x="72" y="3"/>
                    <a:pt x="72" y="3"/>
                    <a:pt x="72" y="3"/>
                  </a:cubicBezTo>
                  <a:cubicBezTo>
                    <a:pt x="72" y="3"/>
                    <a:pt x="72" y="3"/>
                    <a:pt x="72" y="2"/>
                  </a:cubicBezTo>
                  <a:cubicBezTo>
                    <a:pt x="72" y="2"/>
                    <a:pt x="72" y="3"/>
                    <a:pt x="72" y="3"/>
                  </a:cubicBezTo>
                  <a:cubicBezTo>
                    <a:pt x="72" y="2"/>
                    <a:pt x="72" y="2"/>
                    <a:pt x="72" y="2"/>
                  </a:cubicBezTo>
                  <a:cubicBezTo>
                    <a:pt x="72" y="1"/>
                    <a:pt x="73" y="4"/>
                    <a:pt x="73" y="4"/>
                  </a:cubicBezTo>
                  <a:cubicBezTo>
                    <a:pt x="73" y="5"/>
                    <a:pt x="73" y="5"/>
                    <a:pt x="73" y="5"/>
                  </a:cubicBezTo>
                  <a:cubicBezTo>
                    <a:pt x="73" y="5"/>
                    <a:pt x="73" y="6"/>
                    <a:pt x="73" y="5"/>
                  </a:cubicBezTo>
                  <a:cubicBezTo>
                    <a:pt x="73" y="4"/>
                    <a:pt x="73" y="3"/>
                    <a:pt x="73" y="2"/>
                  </a:cubicBezTo>
                  <a:cubicBezTo>
                    <a:pt x="73" y="1"/>
                    <a:pt x="73" y="3"/>
                    <a:pt x="73" y="2"/>
                  </a:cubicBezTo>
                  <a:cubicBezTo>
                    <a:pt x="73" y="3"/>
                    <a:pt x="73" y="3"/>
                    <a:pt x="73" y="3"/>
                  </a:cubicBezTo>
                  <a:cubicBezTo>
                    <a:pt x="73" y="4"/>
                    <a:pt x="74" y="5"/>
                    <a:pt x="74" y="5"/>
                  </a:cubicBezTo>
                  <a:cubicBezTo>
                    <a:pt x="74" y="5"/>
                    <a:pt x="74" y="3"/>
                    <a:pt x="74" y="2"/>
                  </a:cubicBezTo>
                  <a:cubicBezTo>
                    <a:pt x="74" y="2"/>
                    <a:pt x="74" y="3"/>
                    <a:pt x="74" y="4"/>
                  </a:cubicBezTo>
                  <a:cubicBezTo>
                    <a:pt x="74" y="3"/>
                    <a:pt x="74" y="3"/>
                    <a:pt x="74" y="2"/>
                  </a:cubicBezTo>
                  <a:cubicBezTo>
                    <a:pt x="74" y="3"/>
                    <a:pt x="75" y="4"/>
                    <a:pt x="75" y="5"/>
                  </a:cubicBezTo>
                  <a:cubicBezTo>
                    <a:pt x="75" y="7"/>
                    <a:pt x="75" y="7"/>
                    <a:pt x="75" y="7"/>
                  </a:cubicBezTo>
                  <a:cubicBezTo>
                    <a:pt x="76" y="7"/>
                    <a:pt x="76" y="7"/>
                    <a:pt x="76" y="7"/>
                  </a:cubicBezTo>
                  <a:cubicBezTo>
                    <a:pt x="76" y="9"/>
                    <a:pt x="76" y="8"/>
                    <a:pt x="76" y="10"/>
                  </a:cubicBezTo>
                  <a:cubicBezTo>
                    <a:pt x="76" y="10"/>
                    <a:pt x="76" y="10"/>
                    <a:pt x="76" y="9"/>
                  </a:cubicBezTo>
                  <a:cubicBezTo>
                    <a:pt x="75" y="6"/>
                    <a:pt x="76" y="5"/>
                    <a:pt x="75" y="3"/>
                  </a:cubicBezTo>
                  <a:cubicBezTo>
                    <a:pt x="76" y="2"/>
                    <a:pt x="77" y="9"/>
                    <a:pt x="77" y="5"/>
                  </a:cubicBezTo>
                  <a:cubicBezTo>
                    <a:pt x="76" y="4"/>
                    <a:pt x="76" y="2"/>
                    <a:pt x="76" y="3"/>
                  </a:cubicBezTo>
                  <a:cubicBezTo>
                    <a:pt x="76" y="3"/>
                    <a:pt x="76" y="0"/>
                    <a:pt x="76" y="1"/>
                  </a:cubicBezTo>
                  <a:cubicBezTo>
                    <a:pt x="76" y="2"/>
                    <a:pt x="77" y="4"/>
                    <a:pt x="77" y="5"/>
                  </a:cubicBezTo>
                  <a:cubicBezTo>
                    <a:pt x="77" y="5"/>
                    <a:pt x="77" y="5"/>
                    <a:pt x="77" y="5"/>
                  </a:cubicBezTo>
                  <a:cubicBezTo>
                    <a:pt x="77" y="6"/>
                    <a:pt x="77" y="8"/>
                    <a:pt x="77" y="8"/>
                  </a:cubicBezTo>
                  <a:cubicBezTo>
                    <a:pt x="78" y="7"/>
                    <a:pt x="78" y="7"/>
                    <a:pt x="78" y="6"/>
                  </a:cubicBezTo>
                  <a:cubicBezTo>
                    <a:pt x="77" y="4"/>
                    <a:pt x="77" y="6"/>
                    <a:pt x="77" y="5"/>
                  </a:cubicBezTo>
                  <a:cubicBezTo>
                    <a:pt x="77" y="4"/>
                    <a:pt x="78" y="6"/>
                    <a:pt x="77" y="4"/>
                  </a:cubicBezTo>
                  <a:cubicBezTo>
                    <a:pt x="77" y="4"/>
                    <a:pt x="77" y="2"/>
                    <a:pt x="77" y="1"/>
                  </a:cubicBezTo>
                  <a:cubicBezTo>
                    <a:pt x="77" y="1"/>
                    <a:pt x="77" y="1"/>
                    <a:pt x="77" y="1"/>
                  </a:cubicBezTo>
                  <a:cubicBezTo>
                    <a:pt x="77" y="2"/>
                    <a:pt x="77" y="2"/>
                    <a:pt x="77" y="2"/>
                  </a:cubicBezTo>
                  <a:cubicBezTo>
                    <a:pt x="78" y="2"/>
                    <a:pt x="77" y="0"/>
                    <a:pt x="77" y="0"/>
                  </a:cubicBezTo>
                  <a:cubicBezTo>
                    <a:pt x="78" y="2"/>
                    <a:pt x="78" y="2"/>
                    <a:pt x="78" y="2"/>
                  </a:cubicBezTo>
                  <a:cubicBezTo>
                    <a:pt x="78" y="4"/>
                    <a:pt x="77" y="1"/>
                    <a:pt x="78" y="4"/>
                  </a:cubicBezTo>
                  <a:cubicBezTo>
                    <a:pt x="78" y="4"/>
                    <a:pt x="78" y="3"/>
                    <a:pt x="78" y="3"/>
                  </a:cubicBezTo>
                  <a:cubicBezTo>
                    <a:pt x="78" y="4"/>
                    <a:pt x="78" y="4"/>
                    <a:pt x="78" y="4"/>
                  </a:cubicBezTo>
                  <a:cubicBezTo>
                    <a:pt x="78" y="4"/>
                    <a:pt x="79" y="8"/>
                    <a:pt x="79" y="5"/>
                  </a:cubicBezTo>
                  <a:cubicBezTo>
                    <a:pt x="79" y="5"/>
                    <a:pt x="79" y="4"/>
                    <a:pt x="79" y="3"/>
                  </a:cubicBezTo>
                  <a:cubicBezTo>
                    <a:pt x="79" y="3"/>
                    <a:pt x="79" y="2"/>
                    <a:pt x="79" y="2"/>
                  </a:cubicBezTo>
                  <a:cubicBezTo>
                    <a:pt x="79" y="4"/>
                    <a:pt x="80" y="2"/>
                    <a:pt x="80" y="4"/>
                  </a:cubicBezTo>
                  <a:cubicBezTo>
                    <a:pt x="79" y="3"/>
                    <a:pt x="79" y="3"/>
                    <a:pt x="79" y="5"/>
                  </a:cubicBezTo>
                  <a:cubicBezTo>
                    <a:pt x="80" y="7"/>
                    <a:pt x="79" y="5"/>
                    <a:pt x="79" y="7"/>
                  </a:cubicBezTo>
                  <a:cubicBezTo>
                    <a:pt x="79" y="7"/>
                    <a:pt x="80" y="9"/>
                    <a:pt x="80" y="11"/>
                  </a:cubicBezTo>
                  <a:cubicBezTo>
                    <a:pt x="80" y="11"/>
                    <a:pt x="80" y="10"/>
                    <a:pt x="80" y="10"/>
                  </a:cubicBezTo>
                  <a:cubicBezTo>
                    <a:pt x="80" y="9"/>
                    <a:pt x="80" y="9"/>
                    <a:pt x="80" y="7"/>
                  </a:cubicBezTo>
                  <a:cubicBezTo>
                    <a:pt x="80" y="8"/>
                    <a:pt x="80" y="7"/>
                    <a:pt x="80" y="5"/>
                  </a:cubicBezTo>
                  <a:cubicBezTo>
                    <a:pt x="81" y="6"/>
                    <a:pt x="81" y="7"/>
                    <a:pt x="81" y="8"/>
                  </a:cubicBezTo>
                  <a:cubicBezTo>
                    <a:pt x="81" y="7"/>
                    <a:pt x="82" y="7"/>
                    <a:pt x="82" y="7"/>
                  </a:cubicBezTo>
                  <a:cubicBezTo>
                    <a:pt x="81" y="5"/>
                    <a:pt x="82" y="7"/>
                    <a:pt x="82" y="5"/>
                  </a:cubicBezTo>
                  <a:cubicBezTo>
                    <a:pt x="81" y="4"/>
                    <a:pt x="81" y="3"/>
                    <a:pt x="81" y="2"/>
                  </a:cubicBezTo>
                  <a:cubicBezTo>
                    <a:pt x="81" y="2"/>
                    <a:pt x="81" y="3"/>
                    <a:pt x="81" y="3"/>
                  </a:cubicBezTo>
                  <a:cubicBezTo>
                    <a:pt x="81" y="2"/>
                    <a:pt x="82" y="5"/>
                    <a:pt x="82" y="3"/>
                  </a:cubicBezTo>
                  <a:cubicBezTo>
                    <a:pt x="81" y="4"/>
                    <a:pt x="82" y="6"/>
                    <a:pt x="83" y="8"/>
                  </a:cubicBezTo>
                  <a:cubicBezTo>
                    <a:pt x="83" y="7"/>
                    <a:pt x="83" y="9"/>
                    <a:pt x="83" y="9"/>
                  </a:cubicBezTo>
                  <a:cubicBezTo>
                    <a:pt x="83" y="8"/>
                    <a:pt x="83" y="7"/>
                    <a:pt x="84" y="7"/>
                  </a:cubicBezTo>
                  <a:cubicBezTo>
                    <a:pt x="84" y="8"/>
                    <a:pt x="85" y="7"/>
                    <a:pt x="85" y="6"/>
                  </a:cubicBezTo>
                  <a:cubicBezTo>
                    <a:pt x="85" y="7"/>
                    <a:pt x="86" y="9"/>
                    <a:pt x="86" y="10"/>
                  </a:cubicBezTo>
                  <a:cubicBezTo>
                    <a:pt x="86" y="10"/>
                    <a:pt x="85" y="7"/>
                    <a:pt x="86" y="8"/>
                  </a:cubicBezTo>
                  <a:cubicBezTo>
                    <a:pt x="86" y="9"/>
                    <a:pt x="86" y="9"/>
                    <a:pt x="86" y="9"/>
                  </a:cubicBezTo>
                  <a:cubicBezTo>
                    <a:pt x="86" y="8"/>
                    <a:pt x="87" y="10"/>
                    <a:pt x="86" y="7"/>
                  </a:cubicBezTo>
                  <a:cubicBezTo>
                    <a:pt x="87" y="9"/>
                    <a:pt x="87" y="9"/>
                    <a:pt x="87" y="9"/>
                  </a:cubicBezTo>
                  <a:cubicBezTo>
                    <a:pt x="87" y="10"/>
                    <a:pt x="87" y="9"/>
                    <a:pt x="87" y="9"/>
                  </a:cubicBezTo>
                  <a:cubicBezTo>
                    <a:pt x="87" y="11"/>
                    <a:pt x="87" y="11"/>
                    <a:pt x="87" y="11"/>
                  </a:cubicBezTo>
                  <a:cubicBezTo>
                    <a:pt x="88" y="12"/>
                    <a:pt x="88" y="10"/>
                    <a:pt x="88" y="10"/>
                  </a:cubicBezTo>
                  <a:cubicBezTo>
                    <a:pt x="88" y="9"/>
                    <a:pt x="88" y="9"/>
                    <a:pt x="88" y="9"/>
                  </a:cubicBezTo>
                  <a:cubicBezTo>
                    <a:pt x="88" y="8"/>
                    <a:pt x="88" y="9"/>
                    <a:pt x="89" y="8"/>
                  </a:cubicBezTo>
                  <a:cubicBezTo>
                    <a:pt x="89" y="10"/>
                    <a:pt x="89" y="10"/>
                    <a:pt x="89" y="10"/>
                  </a:cubicBezTo>
                  <a:cubicBezTo>
                    <a:pt x="89" y="9"/>
                    <a:pt x="89" y="9"/>
                    <a:pt x="89" y="9"/>
                  </a:cubicBezTo>
                  <a:cubicBezTo>
                    <a:pt x="89" y="10"/>
                    <a:pt x="90" y="11"/>
                    <a:pt x="89" y="10"/>
                  </a:cubicBezTo>
                  <a:cubicBezTo>
                    <a:pt x="90" y="13"/>
                    <a:pt x="90" y="13"/>
                    <a:pt x="90" y="13"/>
                  </a:cubicBezTo>
                  <a:cubicBezTo>
                    <a:pt x="89" y="13"/>
                    <a:pt x="89" y="12"/>
                    <a:pt x="89" y="10"/>
                  </a:cubicBezTo>
                  <a:cubicBezTo>
                    <a:pt x="89" y="9"/>
                    <a:pt x="88" y="10"/>
                    <a:pt x="89" y="11"/>
                  </a:cubicBezTo>
                  <a:cubicBezTo>
                    <a:pt x="89" y="11"/>
                    <a:pt x="89" y="11"/>
                    <a:pt x="89" y="10"/>
                  </a:cubicBezTo>
                  <a:cubicBezTo>
                    <a:pt x="89" y="12"/>
                    <a:pt x="89" y="12"/>
                    <a:pt x="89" y="13"/>
                  </a:cubicBezTo>
                  <a:cubicBezTo>
                    <a:pt x="89" y="13"/>
                    <a:pt x="89" y="14"/>
                    <a:pt x="89" y="13"/>
                  </a:cubicBezTo>
                  <a:cubicBezTo>
                    <a:pt x="89" y="14"/>
                    <a:pt x="89" y="14"/>
                    <a:pt x="89" y="14"/>
                  </a:cubicBezTo>
                  <a:cubicBezTo>
                    <a:pt x="89" y="14"/>
                    <a:pt x="89" y="13"/>
                    <a:pt x="89" y="13"/>
                  </a:cubicBezTo>
                  <a:cubicBezTo>
                    <a:pt x="89" y="14"/>
                    <a:pt x="89" y="15"/>
                    <a:pt x="88" y="14"/>
                  </a:cubicBezTo>
                  <a:cubicBezTo>
                    <a:pt x="88" y="13"/>
                    <a:pt x="88" y="16"/>
                    <a:pt x="88" y="15"/>
                  </a:cubicBezTo>
                  <a:cubicBezTo>
                    <a:pt x="87" y="14"/>
                    <a:pt x="87" y="12"/>
                    <a:pt x="87" y="12"/>
                  </a:cubicBezTo>
                  <a:cubicBezTo>
                    <a:pt x="87" y="11"/>
                    <a:pt x="87" y="12"/>
                    <a:pt x="87" y="11"/>
                  </a:cubicBezTo>
                  <a:cubicBezTo>
                    <a:pt x="87" y="12"/>
                    <a:pt x="87" y="14"/>
                    <a:pt x="87" y="15"/>
                  </a:cubicBezTo>
                  <a:cubicBezTo>
                    <a:pt x="87" y="14"/>
                    <a:pt x="87" y="14"/>
                    <a:pt x="87" y="14"/>
                  </a:cubicBezTo>
                  <a:cubicBezTo>
                    <a:pt x="87" y="14"/>
                    <a:pt x="87" y="16"/>
                    <a:pt x="87" y="16"/>
                  </a:cubicBezTo>
                  <a:cubicBezTo>
                    <a:pt x="86" y="15"/>
                    <a:pt x="85" y="16"/>
                    <a:pt x="85" y="15"/>
                  </a:cubicBezTo>
                  <a:cubicBezTo>
                    <a:pt x="85" y="14"/>
                    <a:pt x="85" y="14"/>
                    <a:pt x="85" y="14"/>
                  </a:cubicBezTo>
                  <a:cubicBezTo>
                    <a:pt x="85" y="17"/>
                    <a:pt x="84" y="15"/>
                    <a:pt x="84" y="17"/>
                  </a:cubicBezTo>
                  <a:cubicBezTo>
                    <a:pt x="83" y="16"/>
                    <a:pt x="83" y="18"/>
                    <a:pt x="82" y="16"/>
                  </a:cubicBezTo>
                  <a:cubicBezTo>
                    <a:pt x="81" y="17"/>
                    <a:pt x="81" y="18"/>
                    <a:pt x="80" y="18"/>
                  </a:cubicBezTo>
                  <a:cubicBezTo>
                    <a:pt x="79" y="16"/>
                    <a:pt x="79" y="16"/>
                    <a:pt x="79" y="16"/>
                  </a:cubicBezTo>
                  <a:cubicBezTo>
                    <a:pt x="79" y="18"/>
                    <a:pt x="79" y="15"/>
                    <a:pt x="79" y="15"/>
                  </a:cubicBezTo>
                  <a:cubicBezTo>
                    <a:pt x="79" y="17"/>
                    <a:pt x="79" y="17"/>
                    <a:pt x="79" y="18"/>
                  </a:cubicBezTo>
                  <a:cubicBezTo>
                    <a:pt x="78" y="17"/>
                    <a:pt x="78" y="19"/>
                    <a:pt x="78" y="20"/>
                  </a:cubicBezTo>
                  <a:cubicBezTo>
                    <a:pt x="78" y="19"/>
                    <a:pt x="78" y="19"/>
                    <a:pt x="78" y="19"/>
                  </a:cubicBezTo>
                  <a:cubicBezTo>
                    <a:pt x="78" y="21"/>
                    <a:pt x="77" y="19"/>
                    <a:pt x="76" y="19"/>
                  </a:cubicBezTo>
                  <a:cubicBezTo>
                    <a:pt x="76" y="19"/>
                    <a:pt x="76" y="18"/>
                    <a:pt x="76" y="18"/>
                  </a:cubicBezTo>
                  <a:cubicBezTo>
                    <a:pt x="76" y="20"/>
                    <a:pt x="76" y="20"/>
                    <a:pt x="75" y="21"/>
                  </a:cubicBezTo>
                  <a:cubicBezTo>
                    <a:pt x="75" y="21"/>
                    <a:pt x="74" y="21"/>
                    <a:pt x="74" y="20"/>
                  </a:cubicBezTo>
                  <a:cubicBezTo>
                    <a:pt x="73" y="23"/>
                    <a:pt x="72" y="21"/>
                    <a:pt x="71" y="23"/>
                  </a:cubicBezTo>
                  <a:cubicBezTo>
                    <a:pt x="71" y="22"/>
                    <a:pt x="71" y="22"/>
                    <a:pt x="71" y="22"/>
                  </a:cubicBezTo>
                  <a:cubicBezTo>
                    <a:pt x="70" y="25"/>
                    <a:pt x="68" y="23"/>
                    <a:pt x="68" y="24"/>
                  </a:cubicBezTo>
                  <a:cubicBezTo>
                    <a:pt x="67" y="22"/>
                    <a:pt x="67" y="22"/>
                    <a:pt x="67" y="22"/>
                  </a:cubicBezTo>
                  <a:cubicBezTo>
                    <a:pt x="67" y="21"/>
                    <a:pt x="67" y="23"/>
                    <a:pt x="67" y="24"/>
                  </a:cubicBezTo>
                  <a:cubicBezTo>
                    <a:pt x="67" y="24"/>
                    <a:pt x="67" y="26"/>
                    <a:pt x="66" y="24"/>
                  </a:cubicBezTo>
                  <a:cubicBezTo>
                    <a:pt x="66" y="23"/>
                    <a:pt x="66" y="25"/>
                    <a:pt x="66" y="25"/>
                  </a:cubicBezTo>
                  <a:cubicBezTo>
                    <a:pt x="65" y="25"/>
                    <a:pt x="65" y="25"/>
                    <a:pt x="64" y="25"/>
                  </a:cubicBezTo>
                  <a:cubicBezTo>
                    <a:pt x="64" y="25"/>
                    <a:pt x="64" y="25"/>
                    <a:pt x="64" y="25"/>
                  </a:cubicBezTo>
                  <a:cubicBezTo>
                    <a:pt x="64" y="25"/>
                    <a:pt x="64" y="24"/>
                    <a:pt x="64" y="24"/>
                  </a:cubicBezTo>
                  <a:cubicBezTo>
                    <a:pt x="64" y="25"/>
                    <a:pt x="63" y="23"/>
                    <a:pt x="64" y="26"/>
                  </a:cubicBezTo>
                  <a:cubicBezTo>
                    <a:pt x="63" y="25"/>
                    <a:pt x="62" y="28"/>
                    <a:pt x="61" y="26"/>
                  </a:cubicBezTo>
                  <a:cubicBezTo>
                    <a:pt x="62" y="26"/>
                    <a:pt x="62" y="27"/>
                    <a:pt x="62" y="27"/>
                  </a:cubicBezTo>
                  <a:cubicBezTo>
                    <a:pt x="61" y="27"/>
                    <a:pt x="60" y="26"/>
                    <a:pt x="60" y="27"/>
                  </a:cubicBezTo>
                  <a:cubicBezTo>
                    <a:pt x="60" y="27"/>
                    <a:pt x="60" y="26"/>
                    <a:pt x="60" y="26"/>
                  </a:cubicBezTo>
                  <a:cubicBezTo>
                    <a:pt x="60" y="27"/>
                    <a:pt x="60" y="27"/>
                    <a:pt x="60" y="27"/>
                  </a:cubicBezTo>
                  <a:cubicBezTo>
                    <a:pt x="59" y="29"/>
                    <a:pt x="58" y="26"/>
                    <a:pt x="57" y="27"/>
                  </a:cubicBezTo>
                  <a:cubicBezTo>
                    <a:pt x="56" y="29"/>
                    <a:pt x="54" y="28"/>
                    <a:pt x="53" y="29"/>
                  </a:cubicBezTo>
                  <a:cubicBezTo>
                    <a:pt x="53" y="28"/>
                    <a:pt x="53" y="28"/>
                    <a:pt x="53" y="28"/>
                  </a:cubicBezTo>
                  <a:cubicBezTo>
                    <a:pt x="53" y="30"/>
                    <a:pt x="51" y="26"/>
                    <a:pt x="51" y="29"/>
                  </a:cubicBezTo>
                  <a:cubicBezTo>
                    <a:pt x="51" y="29"/>
                    <a:pt x="51" y="29"/>
                    <a:pt x="51" y="28"/>
                  </a:cubicBezTo>
                  <a:cubicBezTo>
                    <a:pt x="51" y="30"/>
                    <a:pt x="49" y="27"/>
                    <a:pt x="49" y="29"/>
                  </a:cubicBezTo>
                  <a:cubicBezTo>
                    <a:pt x="49" y="29"/>
                    <a:pt x="49" y="29"/>
                    <a:pt x="49" y="29"/>
                  </a:cubicBezTo>
                  <a:cubicBezTo>
                    <a:pt x="49" y="27"/>
                    <a:pt x="48" y="29"/>
                    <a:pt x="48" y="28"/>
                  </a:cubicBezTo>
                  <a:cubicBezTo>
                    <a:pt x="48" y="28"/>
                    <a:pt x="48" y="28"/>
                    <a:pt x="48" y="27"/>
                  </a:cubicBezTo>
                  <a:cubicBezTo>
                    <a:pt x="47" y="26"/>
                    <a:pt x="48" y="30"/>
                    <a:pt x="47" y="27"/>
                  </a:cubicBezTo>
                  <a:cubicBezTo>
                    <a:pt x="47" y="27"/>
                    <a:pt x="47" y="28"/>
                    <a:pt x="47" y="28"/>
                  </a:cubicBezTo>
                  <a:cubicBezTo>
                    <a:pt x="46" y="28"/>
                    <a:pt x="45" y="29"/>
                    <a:pt x="43" y="30"/>
                  </a:cubicBezTo>
                  <a:cubicBezTo>
                    <a:pt x="42" y="29"/>
                    <a:pt x="43" y="26"/>
                    <a:pt x="42" y="28"/>
                  </a:cubicBezTo>
                  <a:cubicBezTo>
                    <a:pt x="42" y="27"/>
                    <a:pt x="42" y="29"/>
                    <a:pt x="42" y="28"/>
                  </a:cubicBezTo>
                  <a:cubicBezTo>
                    <a:pt x="42" y="29"/>
                    <a:pt x="41" y="25"/>
                    <a:pt x="41" y="27"/>
                  </a:cubicBezTo>
                  <a:cubicBezTo>
                    <a:pt x="42" y="28"/>
                    <a:pt x="41" y="28"/>
                    <a:pt x="42" y="29"/>
                  </a:cubicBezTo>
                  <a:cubicBezTo>
                    <a:pt x="41" y="28"/>
                    <a:pt x="40" y="26"/>
                    <a:pt x="40" y="28"/>
                  </a:cubicBezTo>
                  <a:cubicBezTo>
                    <a:pt x="40" y="27"/>
                    <a:pt x="40" y="27"/>
                    <a:pt x="40" y="27"/>
                  </a:cubicBezTo>
                  <a:cubicBezTo>
                    <a:pt x="40" y="29"/>
                    <a:pt x="39" y="28"/>
                    <a:pt x="39" y="31"/>
                  </a:cubicBezTo>
                  <a:cubicBezTo>
                    <a:pt x="36" y="32"/>
                    <a:pt x="34" y="34"/>
                    <a:pt x="31" y="35"/>
                  </a:cubicBezTo>
                  <a:cubicBezTo>
                    <a:pt x="28" y="35"/>
                    <a:pt x="25" y="36"/>
                    <a:pt x="22" y="35"/>
                  </a:cubicBezTo>
                  <a:cubicBezTo>
                    <a:pt x="21" y="33"/>
                    <a:pt x="21" y="33"/>
                    <a:pt x="20" y="34"/>
                  </a:cubicBezTo>
                  <a:cubicBezTo>
                    <a:pt x="20" y="33"/>
                    <a:pt x="20" y="33"/>
                    <a:pt x="20" y="33"/>
                  </a:cubicBezTo>
                  <a:cubicBezTo>
                    <a:pt x="21" y="35"/>
                    <a:pt x="20" y="33"/>
                    <a:pt x="20" y="35"/>
                  </a:cubicBezTo>
                  <a:cubicBezTo>
                    <a:pt x="19" y="35"/>
                    <a:pt x="18" y="36"/>
                    <a:pt x="17" y="36"/>
                  </a:cubicBezTo>
                  <a:cubicBezTo>
                    <a:pt x="17" y="36"/>
                    <a:pt x="17" y="34"/>
                    <a:pt x="17" y="34"/>
                  </a:cubicBezTo>
                  <a:cubicBezTo>
                    <a:pt x="17" y="35"/>
                    <a:pt x="17" y="35"/>
                    <a:pt x="17" y="35"/>
                  </a:cubicBezTo>
                  <a:cubicBezTo>
                    <a:pt x="17" y="35"/>
                    <a:pt x="17" y="35"/>
                    <a:pt x="17" y="35"/>
                  </a:cubicBezTo>
                  <a:cubicBezTo>
                    <a:pt x="17" y="35"/>
                    <a:pt x="16" y="36"/>
                    <a:pt x="17" y="37"/>
                  </a:cubicBezTo>
                  <a:cubicBezTo>
                    <a:pt x="14" y="39"/>
                    <a:pt x="11" y="35"/>
                    <a:pt x="8" y="36"/>
                  </a:cubicBezTo>
                  <a:cubicBezTo>
                    <a:pt x="8" y="35"/>
                    <a:pt x="7" y="36"/>
                    <a:pt x="6" y="37"/>
                  </a:cubicBezTo>
                  <a:cubicBezTo>
                    <a:pt x="4" y="35"/>
                    <a:pt x="2" y="33"/>
                    <a:pt x="0" y="35"/>
                  </a:cubicBezTo>
                  <a:cubicBezTo>
                    <a:pt x="0" y="35"/>
                    <a:pt x="0" y="30"/>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907463" y="2940051"/>
              <a:ext cx="4762" cy="11113"/>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0" y="2"/>
                    <a:pt x="0" y="2"/>
                    <a:pt x="0" y="0"/>
                  </a:cubicBezTo>
                  <a:lnTo>
                    <a:pt x="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p:nvPr/>
          </p:nvSpPr>
          <p:spPr bwMode="auto">
            <a:xfrm>
              <a:off x="8877300" y="2913063"/>
              <a:ext cx="0" cy="7938"/>
            </a:xfrm>
            <a:custGeom>
              <a:avLst/>
              <a:gdLst>
                <a:gd name="T0" fmla="*/ 1 h 2"/>
                <a:gd name="T1" fmla="*/ 1 h 2"/>
                <a:gd name="T2" fmla="*/ 0 h 2"/>
                <a:gd name="T3" fmla="*/ 1 h 2"/>
              </a:gdLst>
              <a:ahLst/>
              <a:cxnLst>
                <a:cxn ang="0">
                  <a:pos x="0" y="T0"/>
                </a:cxn>
                <a:cxn ang="0">
                  <a:pos x="0" y="T1"/>
                </a:cxn>
                <a:cxn ang="0">
                  <a:pos x="0" y="T2"/>
                </a:cxn>
                <a:cxn ang="0">
                  <a:pos x="0" y="T3"/>
                </a:cxn>
              </a:cxnLst>
              <a:rect l="0" t="0" r="r" b="b"/>
              <a:pathLst>
                <a:path h="2">
                  <a:moveTo>
                    <a:pt x="0" y="1"/>
                  </a:moveTo>
                  <a:cubicBezTo>
                    <a:pt x="0" y="2"/>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p:nvPr/>
          </p:nvSpPr>
          <p:spPr bwMode="auto">
            <a:xfrm>
              <a:off x="8870950" y="2909888"/>
              <a:ext cx="3175" cy="7938"/>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0" y="1"/>
                    <a:pt x="1" y="0"/>
                    <a:pt x="1"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p:nvPr/>
          </p:nvSpPr>
          <p:spPr bwMode="auto">
            <a:xfrm>
              <a:off x="8863013" y="2901951"/>
              <a:ext cx="0" cy="476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p:nvPr/>
          </p:nvSpPr>
          <p:spPr bwMode="auto">
            <a:xfrm>
              <a:off x="8863013" y="2906713"/>
              <a:ext cx="3175" cy="6350"/>
            </a:xfrm>
            <a:custGeom>
              <a:avLst/>
              <a:gdLst>
                <a:gd name="T0" fmla="*/ 1 w 1"/>
                <a:gd name="T1" fmla="*/ 2 h 2"/>
                <a:gd name="T2" fmla="*/ 0 w 1"/>
                <a:gd name="T3" fmla="*/ 1 h 2"/>
                <a:gd name="T4" fmla="*/ 1 w 1"/>
                <a:gd name="T5" fmla="*/ 2 h 2"/>
              </a:gdLst>
              <a:ahLst/>
              <a:cxnLst>
                <a:cxn ang="0">
                  <a:pos x="T0" y="T1"/>
                </a:cxn>
                <a:cxn ang="0">
                  <a:pos x="T2" y="T3"/>
                </a:cxn>
                <a:cxn ang="0">
                  <a:pos x="T4" y="T5"/>
                </a:cxn>
              </a:cxnLst>
              <a:rect l="0" t="0" r="r" b="b"/>
              <a:pathLst>
                <a:path w="1" h="2">
                  <a:moveTo>
                    <a:pt x="1" y="2"/>
                  </a:moveTo>
                  <a:cubicBezTo>
                    <a:pt x="0" y="2"/>
                    <a:pt x="0" y="1"/>
                    <a:pt x="0" y="1"/>
                  </a:cubicBezTo>
                  <a:cubicBezTo>
                    <a:pt x="0" y="2"/>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p:nvPr/>
          </p:nvSpPr>
          <p:spPr bwMode="auto">
            <a:xfrm>
              <a:off x="8851900" y="2901951"/>
              <a:ext cx="0" cy="7938"/>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1"/>
                    <a:pt x="0" y="2"/>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p:nvPr/>
          </p:nvSpPr>
          <p:spPr bwMode="auto">
            <a:xfrm>
              <a:off x="8843963" y="2906713"/>
              <a:ext cx="3175" cy="6350"/>
            </a:xfrm>
            <a:custGeom>
              <a:avLst/>
              <a:gdLst>
                <a:gd name="T0" fmla="*/ 1 w 1"/>
                <a:gd name="T1" fmla="*/ 1 h 2"/>
                <a:gd name="T2" fmla="*/ 1 w 1"/>
                <a:gd name="T3" fmla="*/ 2 h 2"/>
                <a:gd name="T4" fmla="*/ 0 w 1"/>
                <a:gd name="T5" fmla="*/ 0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2"/>
                  </a:cubicBezTo>
                  <a:cubicBezTo>
                    <a:pt x="0" y="1"/>
                    <a:pt x="0" y="1"/>
                    <a:pt x="0"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p:nvPr/>
          </p:nvSpPr>
          <p:spPr bwMode="auto">
            <a:xfrm>
              <a:off x="8745538" y="2943226"/>
              <a:ext cx="0" cy="476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p:nvPr/>
          </p:nvSpPr>
          <p:spPr bwMode="auto">
            <a:xfrm>
              <a:off x="8701088" y="294798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2"/>
                    <a:pt x="0" y="1"/>
                    <a:pt x="0" y="1"/>
                  </a:cubicBezTo>
                  <a:cubicBezTo>
                    <a:pt x="0" y="0"/>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p:nvPr/>
          </p:nvSpPr>
          <p:spPr bwMode="auto">
            <a:xfrm>
              <a:off x="8678863" y="2973388"/>
              <a:ext cx="3175" cy="7938"/>
            </a:xfrm>
            <a:custGeom>
              <a:avLst/>
              <a:gdLst>
                <a:gd name="T0" fmla="*/ 0 w 2"/>
                <a:gd name="T1" fmla="*/ 0 h 5"/>
                <a:gd name="T2" fmla="*/ 2 w 2"/>
                <a:gd name="T3" fmla="*/ 0 h 5"/>
                <a:gd name="T4" fmla="*/ 2 w 2"/>
                <a:gd name="T5" fmla="*/ 5 h 5"/>
                <a:gd name="T6" fmla="*/ 0 w 2"/>
                <a:gd name="T7" fmla="*/ 0 h 5"/>
              </a:gdLst>
              <a:ahLst/>
              <a:cxnLst>
                <a:cxn ang="0">
                  <a:pos x="T0" y="T1"/>
                </a:cxn>
                <a:cxn ang="0">
                  <a:pos x="T2" y="T3"/>
                </a:cxn>
                <a:cxn ang="0">
                  <a:pos x="T4" y="T5"/>
                </a:cxn>
                <a:cxn ang="0">
                  <a:pos x="T6" y="T7"/>
                </a:cxn>
              </a:cxnLst>
              <a:rect l="0" t="0" r="r" b="b"/>
              <a:pathLst>
                <a:path w="2" h="5">
                  <a:moveTo>
                    <a:pt x="0" y="0"/>
                  </a:moveTo>
                  <a:lnTo>
                    <a:pt x="2" y="0"/>
                  </a:lnTo>
                  <a:lnTo>
                    <a:pt x="2"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3"/>
            <p:cNvSpPr/>
            <p:nvPr/>
          </p:nvSpPr>
          <p:spPr bwMode="auto">
            <a:xfrm>
              <a:off x="8799513" y="2439988"/>
              <a:ext cx="3175" cy="7938"/>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1"/>
                    <a:pt x="1" y="0"/>
                    <a:pt x="1" y="1"/>
                  </a:cubicBezTo>
                  <a:cubicBezTo>
                    <a:pt x="0" y="1"/>
                    <a:pt x="0"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4"/>
            <p:cNvSpPr/>
            <p:nvPr/>
          </p:nvSpPr>
          <p:spPr bwMode="auto">
            <a:xfrm>
              <a:off x="8412163" y="2289176"/>
              <a:ext cx="393700" cy="153988"/>
            </a:xfrm>
            <a:custGeom>
              <a:avLst/>
              <a:gdLst>
                <a:gd name="T0" fmla="*/ 14 w 105"/>
                <a:gd name="T1" fmla="*/ 7 h 41"/>
                <a:gd name="T2" fmla="*/ 17 w 105"/>
                <a:gd name="T3" fmla="*/ 8 h 41"/>
                <a:gd name="T4" fmla="*/ 24 w 105"/>
                <a:gd name="T5" fmla="*/ 5 h 41"/>
                <a:gd name="T6" fmla="*/ 26 w 105"/>
                <a:gd name="T7" fmla="*/ 6 h 41"/>
                <a:gd name="T8" fmla="*/ 33 w 105"/>
                <a:gd name="T9" fmla="*/ 10 h 41"/>
                <a:gd name="T10" fmla="*/ 35 w 105"/>
                <a:gd name="T11" fmla="*/ 11 h 41"/>
                <a:gd name="T12" fmla="*/ 39 w 105"/>
                <a:gd name="T13" fmla="*/ 10 h 41"/>
                <a:gd name="T14" fmla="*/ 42 w 105"/>
                <a:gd name="T15" fmla="*/ 11 h 41"/>
                <a:gd name="T16" fmla="*/ 43 w 105"/>
                <a:gd name="T17" fmla="*/ 13 h 41"/>
                <a:gd name="T18" fmla="*/ 46 w 105"/>
                <a:gd name="T19" fmla="*/ 12 h 41"/>
                <a:gd name="T20" fmla="*/ 50 w 105"/>
                <a:gd name="T21" fmla="*/ 10 h 41"/>
                <a:gd name="T22" fmla="*/ 52 w 105"/>
                <a:gd name="T23" fmla="*/ 11 h 41"/>
                <a:gd name="T24" fmla="*/ 55 w 105"/>
                <a:gd name="T25" fmla="*/ 10 h 41"/>
                <a:gd name="T26" fmla="*/ 57 w 105"/>
                <a:gd name="T27" fmla="*/ 12 h 41"/>
                <a:gd name="T28" fmla="*/ 60 w 105"/>
                <a:gd name="T29" fmla="*/ 13 h 41"/>
                <a:gd name="T30" fmla="*/ 63 w 105"/>
                <a:gd name="T31" fmla="*/ 16 h 41"/>
                <a:gd name="T32" fmla="*/ 65 w 105"/>
                <a:gd name="T33" fmla="*/ 15 h 41"/>
                <a:gd name="T34" fmla="*/ 66 w 105"/>
                <a:gd name="T35" fmla="*/ 17 h 41"/>
                <a:gd name="T36" fmla="*/ 68 w 105"/>
                <a:gd name="T37" fmla="*/ 16 h 41"/>
                <a:gd name="T38" fmla="*/ 69 w 105"/>
                <a:gd name="T39" fmla="*/ 16 h 41"/>
                <a:gd name="T40" fmla="*/ 71 w 105"/>
                <a:gd name="T41" fmla="*/ 16 h 41"/>
                <a:gd name="T42" fmla="*/ 76 w 105"/>
                <a:gd name="T43" fmla="*/ 18 h 41"/>
                <a:gd name="T44" fmla="*/ 78 w 105"/>
                <a:gd name="T45" fmla="*/ 18 h 41"/>
                <a:gd name="T46" fmla="*/ 80 w 105"/>
                <a:gd name="T47" fmla="*/ 19 h 41"/>
                <a:gd name="T48" fmla="*/ 84 w 105"/>
                <a:gd name="T49" fmla="*/ 21 h 41"/>
                <a:gd name="T50" fmla="*/ 84 w 105"/>
                <a:gd name="T51" fmla="*/ 25 h 41"/>
                <a:gd name="T52" fmla="*/ 87 w 105"/>
                <a:gd name="T53" fmla="*/ 22 h 41"/>
                <a:gd name="T54" fmla="*/ 90 w 105"/>
                <a:gd name="T55" fmla="*/ 19 h 41"/>
                <a:gd name="T56" fmla="*/ 91 w 105"/>
                <a:gd name="T57" fmla="*/ 21 h 41"/>
                <a:gd name="T58" fmla="*/ 93 w 105"/>
                <a:gd name="T59" fmla="*/ 19 h 41"/>
                <a:gd name="T60" fmla="*/ 93 w 105"/>
                <a:gd name="T61" fmla="*/ 21 h 41"/>
                <a:gd name="T62" fmla="*/ 93 w 105"/>
                <a:gd name="T63" fmla="*/ 26 h 41"/>
                <a:gd name="T64" fmla="*/ 96 w 105"/>
                <a:gd name="T65" fmla="*/ 23 h 41"/>
                <a:gd name="T66" fmla="*/ 96 w 105"/>
                <a:gd name="T67" fmla="*/ 25 h 41"/>
                <a:gd name="T68" fmla="*/ 98 w 105"/>
                <a:gd name="T69" fmla="*/ 23 h 41"/>
                <a:gd name="T70" fmla="*/ 100 w 105"/>
                <a:gd name="T71" fmla="*/ 24 h 41"/>
                <a:gd name="T72" fmla="*/ 97 w 105"/>
                <a:gd name="T73" fmla="*/ 29 h 41"/>
                <a:gd name="T74" fmla="*/ 101 w 105"/>
                <a:gd name="T75" fmla="*/ 27 h 41"/>
                <a:gd name="T76" fmla="*/ 101 w 105"/>
                <a:gd name="T77" fmla="*/ 35 h 41"/>
                <a:gd name="T78" fmla="*/ 102 w 105"/>
                <a:gd name="T79" fmla="*/ 36 h 41"/>
                <a:gd name="T80" fmla="*/ 104 w 105"/>
                <a:gd name="T81" fmla="*/ 37 h 41"/>
                <a:gd name="T82" fmla="*/ 102 w 105"/>
                <a:gd name="T83" fmla="*/ 40 h 41"/>
                <a:gd name="T84" fmla="*/ 101 w 105"/>
                <a:gd name="T85" fmla="*/ 36 h 41"/>
                <a:gd name="T86" fmla="*/ 95 w 105"/>
                <a:gd name="T87" fmla="*/ 39 h 41"/>
                <a:gd name="T88" fmla="*/ 87 w 105"/>
                <a:gd name="T89" fmla="*/ 38 h 41"/>
                <a:gd name="T90" fmla="*/ 79 w 105"/>
                <a:gd name="T91" fmla="*/ 36 h 41"/>
                <a:gd name="T92" fmla="*/ 72 w 105"/>
                <a:gd name="T93" fmla="*/ 34 h 41"/>
                <a:gd name="T94" fmla="*/ 67 w 105"/>
                <a:gd name="T95" fmla="*/ 33 h 41"/>
                <a:gd name="T96" fmla="*/ 58 w 105"/>
                <a:gd name="T97" fmla="*/ 29 h 41"/>
                <a:gd name="T98" fmla="*/ 54 w 105"/>
                <a:gd name="T99" fmla="*/ 26 h 41"/>
                <a:gd name="T100" fmla="*/ 47 w 105"/>
                <a:gd name="T101" fmla="*/ 22 h 41"/>
                <a:gd name="T102" fmla="*/ 24 w 105"/>
                <a:gd name="T103" fmla="*/ 21 h 41"/>
                <a:gd name="T104" fmla="*/ 18 w 105"/>
                <a:gd name="T105" fmla="*/ 19 h 41"/>
                <a:gd name="T106" fmla="*/ 3 w 105"/>
                <a:gd name="T107"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41">
                  <a:moveTo>
                    <a:pt x="3" y="5"/>
                  </a:moveTo>
                  <a:cubicBezTo>
                    <a:pt x="6" y="0"/>
                    <a:pt x="6" y="5"/>
                    <a:pt x="8" y="3"/>
                  </a:cubicBezTo>
                  <a:cubicBezTo>
                    <a:pt x="8" y="3"/>
                    <a:pt x="7" y="5"/>
                    <a:pt x="8" y="5"/>
                  </a:cubicBezTo>
                  <a:cubicBezTo>
                    <a:pt x="10" y="2"/>
                    <a:pt x="12" y="5"/>
                    <a:pt x="12" y="8"/>
                  </a:cubicBezTo>
                  <a:cubicBezTo>
                    <a:pt x="12" y="8"/>
                    <a:pt x="12" y="8"/>
                    <a:pt x="12" y="8"/>
                  </a:cubicBezTo>
                  <a:cubicBezTo>
                    <a:pt x="12" y="9"/>
                    <a:pt x="13" y="7"/>
                    <a:pt x="14" y="7"/>
                  </a:cubicBezTo>
                  <a:cubicBezTo>
                    <a:pt x="13" y="8"/>
                    <a:pt x="13" y="8"/>
                    <a:pt x="13" y="8"/>
                  </a:cubicBezTo>
                  <a:cubicBezTo>
                    <a:pt x="14" y="7"/>
                    <a:pt x="14" y="8"/>
                    <a:pt x="14" y="7"/>
                  </a:cubicBezTo>
                  <a:cubicBezTo>
                    <a:pt x="14" y="8"/>
                    <a:pt x="14" y="9"/>
                    <a:pt x="14" y="9"/>
                  </a:cubicBezTo>
                  <a:cubicBezTo>
                    <a:pt x="15" y="8"/>
                    <a:pt x="15" y="8"/>
                    <a:pt x="15" y="8"/>
                  </a:cubicBezTo>
                  <a:cubicBezTo>
                    <a:pt x="16" y="4"/>
                    <a:pt x="16" y="8"/>
                    <a:pt x="17" y="7"/>
                  </a:cubicBezTo>
                  <a:cubicBezTo>
                    <a:pt x="17" y="8"/>
                    <a:pt x="17" y="8"/>
                    <a:pt x="17" y="8"/>
                  </a:cubicBezTo>
                  <a:cubicBezTo>
                    <a:pt x="19" y="6"/>
                    <a:pt x="20" y="7"/>
                    <a:pt x="21" y="6"/>
                  </a:cubicBezTo>
                  <a:cubicBezTo>
                    <a:pt x="21" y="8"/>
                    <a:pt x="21" y="8"/>
                    <a:pt x="21" y="8"/>
                  </a:cubicBezTo>
                  <a:cubicBezTo>
                    <a:pt x="21" y="7"/>
                    <a:pt x="22" y="6"/>
                    <a:pt x="22" y="6"/>
                  </a:cubicBezTo>
                  <a:cubicBezTo>
                    <a:pt x="22" y="8"/>
                    <a:pt x="23" y="5"/>
                    <a:pt x="23" y="6"/>
                  </a:cubicBezTo>
                  <a:cubicBezTo>
                    <a:pt x="23" y="6"/>
                    <a:pt x="23" y="6"/>
                    <a:pt x="23" y="6"/>
                  </a:cubicBezTo>
                  <a:cubicBezTo>
                    <a:pt x="24" y="5"/>
                    <a:pt x="23" y="7"/>
                    <a:pt x="24" y="5"/>
                  </a:cubicBezTo>
                  <a:cubicBezTo>
                    <a:pt x="24" y="7"/>
                    <a:pt x="24" y="7"/>
                    <a:pt x="24" y="7"/>
                  </a:cubicBezTo>
                  <a:cubicBezTo>
                    <a:pt x="25" y="4"/>
                    <a:pt x="24" y="8"/>
                    <a:pt x="25" y="7"/>
                  </a:cubicBezTo>
                  <a:cubicBezTo>
                    <a:pt x="25" y="7"/>
                    <a:pt x="25" y="7"/>
                    <a:pt x="25" y="7"/>
                  </a:cubicBezTo>
                  <a:cubicBezTo>
                    <a:pt x="25" y="6"/>
                    <a:pt x="25" y="7"/>
                    <a:pt x="25" y="7"/>
                  </a:cubicBezTo>
                  <a:cubicBezTo>
                    <a:pt x="25" y="7"/>
                    <a:pt x="25" y="7"/>
                    <a:pt x="25" y="7"/>
                  </a:cubicBezTo>
                  <a:cubicBezTo>
                    <a:pt x="26" y="7"/>
                    <a:pt x="26" y="8"/>
                    <a:pt x="26" y="6"/>
                  </a:cubicBezTo>
                  <a:cubicBezTo>
                    <a:pt x="26" y="8"/>
                    <a:pt x="26" y="7"/>
                    <a:pt x="25" y="9"/>
                  </a:cubicBezTo>
                  <a:cubicBezTo>
                    <a:pt x="27" y="8"/>
                    <a:pt x="29" y="9"/>
                    <a:pt x="31" y="9"/>
                  </a:cubicBezTo>
                  <a:cubicBezTo>
                    <a:pt x="31" y="10"/>
                    <a:pt x="31" y="10"/>
                    <a:pt x="30" y="11"/>
                  </a:cubicBezTo>
                  <a:cubicBezTo>
                    <a:pt x="31" y="10"/>
                    <a:pt x="31" y="11"/>
                    <a:pt x="32" y="10"/>
                  </a:cubicBezTo>
                  <a:cubicBezTo>
                    <a:pt x="32" y="10"/>
                    <a:pt x="31" y="11"/>
                    <a:pt x="32" y="11"/>
                  </a:cubicBezTo>
                  <a:cubicBezTo>
                    <a:pt x="32" y="12"/>
                    <a:pt x="32" y="9"/>
                    <a:pt x="33" y="10"/>
                  </a:cubicBezTo>
                  <a:cubicBezTo>
                    <a:pt x="32" y="12"/>
                    <a:pt x="32" y="12"/>
                    <a:pt x="32" y="12"/>
                  </a:cubicBezTo>
                  <a:cubicBezTo>
                    <a:pt x="33" y="10"/>
                    <a:pt x="33" y="10"/>
                    <a:pt x="33" y="10"/>
                  </a:cubicBezTo>
                  <a:cubicBezTo>
                    <a:pt x="33" y="10"/>
                    <a:pt x="33" y="11"/>
                    <a:pt x="33" y="11"/>
                  </a:cubicBezTo>
                  <a:cubicBezTo>
                    <a:pt x="34" y="10"/>
                    <a:pt x="33" y="12"/>
                    <a:pt x="34" y="11"/>
                  </a:cubicBezTo>
                  <a:cubicBezTo>
                    <a:pt x="34" y="12"/>
                    <a:pt x="34" y="12"/>
                    <a:pt x="34" y="12"/>
                  </a:cubicBezTo>
                  <a:cubicBezTo>
                    <a:pt x="34" y="13"/>
                    <a:pt x="34" y="10"/>
                    <a:pt x="35" y="11"/>
                  </a:cubicBezTo>
                  <a:cubicBezTo>
                    <a:pt x="34" y="12"/>
                    <a:pt x="34" y="12"/>
                    <a:pt x="34" y="12"/>
                  </a:cubicBezTo>
                  <a:cubicBezTo>
                    <a:pt x="35" y="10"/>
                    <a:pt x="36" y="11"/>
                    <a:pt x="36" y="10"/>
                  </a:cubicBezTo>
                  <a:cubicBezTo>
                    <a:pt x="36" y="11"/>
                    <a:pt x="36" y="11"/>
                    <a:pt x="36" y="11"/>
                  </a:cubicBezTo>
                  <a:cubicBezTo>
                    <a:pt x="37" y="10"/>
                    <a:pt x="37" y="11"/>
                    <a:pt x="38" y="11"/>
                  </a:cubicBezTo>
                  <a:cubicBezTo>
                    <a:pt x="38" y="11"/>
                    <a:pt x="37" y="13"/>
                    <a:pt x="37" y="13"/>
                  </a:cubicBezTo>
                  <a:cubicBezTo>
                    <a:pt x="38" y="11"/>
                    <a:pt x="39" y="12"/>
                    <a:pt x="39" y="10"/>
                  </a:cubicBezTo>
                  <a:cubicBezTo>
                    <a:pt x="39" y="10"/>
                    <a:pt x="40" y="11"/>
                    <a:pt x="40" y="11"/>
                  </a:cubicBezTo>
                  <a:cubicBezTo>
                    <a:pt x="40" y="11"/>
                    <a:pt x="40" y="13"/>
                    <a:pt x="39" y="13"/>
                  </a:cubicBezTo>
                  <a:cubicBezTo>
                    <a:pt x="39" y="15"/>
                    <a:pt x="39" y="15"/>
                    <a:pt x="39" y="15"/>
                  </a:cubicBezTo>
                  <a:cubicBezTo>
                    <a:pt x="39" y="16"/>
                    <a:pt x="39" y="14"/>
                    <a:pt x="39" y="15"/>
                  </a:cubicBezTo>
                  <a:cubicBezTo>
                    <a:pt x="39" y="15"/>
                    <a:pt x="40" y="15"/>
                    <a:pt x="40" y="15"/>
                  </a:cubicBezTo>
                  <a:cubicBezTo>
                    <a:pt x="40" y="14"/>
                    <a:pt x="41" y="11"/>
                    <a:pt x="42" y="11"/>
                  </a:cubicBezTo>
                  <a:cubicBezTo>
                    <a:pt x="41" y="12"/>
                    <a:pt x="41" y="14"/>
                    <a:pt x="41" y="14"/>
                  </a:cubicBezTo>
                  <a:cubicBezTo>
                    <a:pt x="43" y="10"/>
                    <a:pt x="43" y="10"/>
                    <a:pt x="43" y="10"/>
                  </a:cubicBezTo>
                  <a:cubicBezTo>
                    <a:pt x="43" y="10"/>
                    <a:pt x="43" y="12"/>
                    <a:pt x="43" y="11"/>
                  </a:cubicBezTo>
                  <a:cubicBezTo>
                    <a:pt x="44" y="10"/>
                    <a:pt x="44" y="10"/>
                    <a:pt x="44" y="10"/>
                  </a:cubicBezTo>
                  <a:cubicBezTo>
                    <a:pt x="44" y="10"/>
                    <a:pt x="44" y="10"/>
                    <a:pt x="44" y="12"/>
                  </a:cubicBezTo>
                  <a:cubicBezTo>
                    <a:pt x="44" y="13"/>
                    <a:pt x="43" y="12"/>
                    <a:pt x="43" y="13"/>
                  </a:cubicBezTo>
                  <a:cubicBezTo>
                    <a:pt x="44" y="13"/>
                    <a:pt x="44" y="12"/>
                    <a:pt x="44" y="12"/>
                  </a:cubicBezTo>
                  <a:cubicBezTo>
                    <a:pt x="44" y="13"/>
                    <a:pt x="44" y="13"/>
                    <a:pt x="44" y="13"/>
                  </a:cubicBezTo>
                  <a:cubicBezTo>
                    <a:pt x="44" y="13"/>
                    <a:pt x="45" y="12"/>
                    <a:pt x="45" y="11"/>
                  </a:cubicBezTo>
                  <a:cubicBezTo>
                    <a:pt x="45" y="11"/>
                    <a:pt x="45" y="12"/>
                    <a:pt x="45" y="11"/>
                  </a:cubicBezTo>
                  <a:cubicBezTo>
                    <a:pt x="45" y="10"/>
                    <a:pt x="46" y="10"/>
                    <a:pt x="46" y="10"/>
                  </a:cubicBezTo>
                  <a:cubicBezTo>
                    <a:pt x="46" y="12"/>
                    <a:pt x="46" y="12"/>
                    <a:pt x="46" y="12"/>
                  </a:cubicBezTo>
                  <a:cubicBezTo>
                    <a:pt x="46" y="10"/>
                    <a:pt x="47" y="10"/>
                    <a:pt x="48" y="9"/>
                  </a:cubicBezTo>
                  <a:cubicBezTo>
                    <a:pt x="48" y="8"/>
                    <a:pt x="47" y="11"/>
                    <a:pt x="47" y="10"/>
                  </a:cubicBezTo>
                  <a:cubicBezTo>
                    <a:pt x="47" y="12"/>
                    <a:pt x="49" y="9"/>
                    <a:pt x="49" y="11"/>
                  </a:cubicBezTo>
                  <a:cubicBezTo>
                    <a:pt x="49" y="11"/>
                    <a:pt x="49" y="9"/>
                    <a:pt x="49" y="10"/>
                  </a:cubicBezTo>
                  <a:cubicBezTo>
                    <a:pt x="49" y="10"/>
                    <a:pt x="49" y="11"/>
                    <a:pt x="49" y="11"/>
                  </a:cubicBezTo>
                  <a:cubicBezTo>
                    <a:pt x="49" y="12"/>
                    <a:pt x="50" y="11"/>
                    <a:pt x="50" y="10"/>
                  </a:cubicBezTo>
                  <a:cubicBezTo>
                    <a:pt x="50" y="10"/>
                    <a:pt x="50" y="11"/>
                    <a:pt x="50" y="11"/>
                  </a:cubicBezTo>
                  <a:cubicBezTo>
                    <a:pt x="50" y="10"/>
                    <a:pt x="52" y="9"/>
                    <a:pt x="52" y="11"/>
                  </a:cubicBezTo>
                  <a:cubicBezTo>
                    <a:pt x="52" y="10"/>
                    <a:pt x="53" y="9"/>
                    <a:pt x="53" y="9"/>
                  </a:cubicBezTo>
                  <a:cubicBezTo>
                    <a:pt x="52" y="10"/>
                    <a:pt x="52" y="10"/>
                    <a:pt x="52" y="10"/>
                  </a:cubicBezTo>
                  <a:cubicBezTo>
                    <a:pt x="52" y="11"/>
                    <a:pt x="53" y="10"/>
                    <a:pt x="53" y="11"/>
                  </a:cubicBezTo>
                  <a:cubicBezTo>
                    <a:pt x="53" y="10"/>
                    <a:pt x="51" y="12"/>
                    <a:pt x="52" y="11"/>
                  </a:cubicBezTo>
                  <a:cubicBezTo>
                    <a:pt x="52" y="12"/>
                    <a:pt x="53" y="9"/>
                    <a:pt x="52" y="11"/>
                  </a:cubicBezTo>
                  <a:cubicBezTo>
                    <a:pt x="53" y="11"/>
                    <a:pt x="53" y="10"/>
                    <a:pt x="53" y="11"/>
                  </a:cubicBezTo>
                  <a:cubicBezTo>
                    <a:pt x="53" y="11"/>
                    <a:pt x="53" y="13"/>
                    <a:pt x="53" y="13"/>
                  </a:cubicBezTo>
                  <a:cubicBezTo>
                    <a:pt x="53" y="13"/>
                    <a:pt x="53" y="12"/>
                    <a:pt x="54" y="12"/>
                  </a:cubicBezTo>
                  <a:cubicBezTo>
                    <a:pt x="54" y="11"/>
                    <a:pt x="54" y="11"/>
                    <a:pt x="54" y="11"/>
                  </a:cubicBezTo>
                  <a:cubicBezTo>
                    <a:pt x="54" y="10"/>
                    <a:pt x="54" y="12"/>
                    <a:pt x="55" y="10"/>
                  </a:cubicBezTo>
                  <a:cubicBezTo>
                    <a:pt x="54" y="11"/>
                    <a:pt x="55" y="10"/>
                    <a:pt x="55" y="12"/>
                  </a:cubicBezTo>
                  <a:cubicBezTo>
                    <a:pt x="54" y="13"/>
                    <a:pt x="54" y="13"/>
                    <a:pt x="54" y="13"/>
                  </a:cubicBezTo>
                  <a:cubicBezTo>
                    <a:pt x="54" y="13"/>
                    <a:pt x="55" y="12"/>
                    <a:pt x="55" y="11"/>
                  </a:cubicBezTo>
                  <a:cubicBezTo>
                    <a:pt x="55" y="12"/>
                    <a:pt x="55" y="12"/>
                    <a:pt x="55" y="12"/>
                  </a:cubicBezTo>
                  <a:cubicBezTo>
                    <a:pt x="56" y="9"/>
                    <a:pt x="55" y="12"/>
                    <a:pt x="56" y="10"/>
                  </a:cubicBezTo>
                  <a:cubicBezTo>
                    <a:pt x="56" y="11"/>
                    <a:pt x="57" y="11"/>
                    <a:pt x="57" y="12"/>
                  </a:cubicBezTo>
                  <a:cubicBezTo>
                    <a:pt x="57" y="12"/>
                    <a:pt x="58" y="11"/>
                    <a:pt x="58" y="11"/>
                  </a:cubicBezTo>
                  <a:cubicBezTo>
                    <a:pt x="58" y="12"/>
                    <a:pt x="58" y="12"/>
                    <a:pt x="58" y="12"/>
                  </a:cubicBezTo>
                  <a:cubicBezTo>
                    <a:pt x="58" y="13"/>
                    <a:pt x="58" y="12"/>
                    <a:pt x="58" y="12"/>
                  </a:cubicBezTo>
                  <a:cubicBezTo>
                    <a:pt x="58" y="12"/>
                    <a:pt x="58" y="14"/>
                    <a:pt x="58" y="15"/>
                  </a:cubicBezTo>
                  <a:cubicBezTo>
                    <a:pt x="59" y="14"/>
                    <a:pt x="59" y="13"/>
                    <a:pt x="59" y="12"/>
                  </a:cubicBezTo>
                  <a:cubicBezTo>
                    <a:pt x="59" y="14"/>
                    <a:pt x="61" y="10"/>
                    <a:pt x="60" y="13"/>
                  </a:cubicBezTo>
                  <a:cubicBezTo>
                    <a:pt x="60" y="13"/>
                    <a:pt x="59" y="14"/>
                    <a:pt x="59" y="15"/>
                  </a:cubicBezTo>
                  <a:cubicBezTo>
                    <a:pt x="59" y="17"/>
                    <a:pt x="61" y="13"/>
                    <a:pt x="61" y="14"/>
                  </a:cubicBezTo>
                  <a:cubicBezTo>
                    <a:pt x="61" y="12"/>
                    <a:pt x="61" y="12"/>
                    <a:pt x="61" y="12"/>
                  </a:cubicBezTo>
                  <a:cubicBezTo>
                    <a:pt x="61" y="14"/>
                    <a:pt x="62" y="11"/>
                    <a:pt x="61" y="13"/>
                  </a:cubicBezTo>
                  <a:cubicBezTo>
                    <a:pt x="62" y="13"/>
                    <a:pt x="62" y="14"/>
                    <a:pt x="62" y="12"/>
                  </a:cubicBezTo>
                  <a:cubicBezTo>
                    <a:pt x="62" y="14"/>
                    <a:pt x="64" y="12"/>
                    <a:pt x="63" y="16"/>
                  </a:cubicBezTo>
                  <a:cubicBezTo>
                    <a:pt x="64" y="15"/>
                    <a:pt x="64" y="16"/>
                    <a:pt x="64" y="15"/>
                  </a:cubicBezTo>
                  <a:cubicBezTo>
                    <a:pt x="64" y="13"/>
                    <a:pt x="64" y="15"/>
                    <a:pt x="64" y="15"/>
                  </a:cubicBezTo>
                  <a:cubicBezTo>
                    <a:pt x="64" y="14"/>
                    <a:pt x="64" y="14"/>
                    <a:pt x="64" y="14"/>
                  </a:cubicBezTo>
                  <a:cubicBezTo>
                    <a:pt x="64" y="14"/>
                    <a:pt x="64" y="14"/>
                    <a:pt x="64" y="16"/>
                  </a:cubicBezTo>
                  <a:cubicBezTo>
                    <a:pt x="64" y="17"/>
                    <a:pt x="65" y="13"/>
                    <a:pt x="66" y="14"/>
                  </a:cubicBezTo>
                  <a:cubicBezTo>
                    <a:pt x="65" y="15"/>
                    <a:pt x="65" y="15"/>
                    <a:pt x="65" y="15"/>
                  </a:cubicBezTo>
                  <a:cubicBezTo>
                    <a:pt x="66" y="14"/>
                    <a:pt x="66" y="14"/>
                    <a:pt x="66" y="14"/>
                  </a:cubicBezTo>
                  <a:cubicBezTo>
                    <a:pt x="67" y="14"/>
                    <a:pt x="66" y="16"/>
                    <a:pt x="65" y="17"/>
                  </a:cubicBezTo>
                  <a:cubicBezTo>
                    <a:pt x="66" y="17"/>
                    <a:pt x="66" y="17"/>
                    <a:pt x="66" y="16"/>
                  </a:cubicBezTo>
                  <a:cubicBezTo>
                    <a:pt x="66" y="18"/>
                    <a:pt x="66" y="18"/>
                    <a:pt x="66" y="18"/>
                  </a:cubicBezTo>
                  <a:cubicBezTo>
                    <a:pt x="66" y="16"/>
                    <a:pt x="66" y="17"/>
                    <a:pt x="67" y="17"/>
                  </a:cubicBezTo>
                  <a:cubicBezTo>
                    <a:pt x="66" y="17"/>
                    <a:pt x="66" y="17"/>
                    <a:pt x="66" y="17"/>
                  </a:cubicBezTo>
                  <a:cubicBezTo>
                    <a:pt x="66" y="18"/>
                    <a:pt x="67" y="17"/>
                    <a:pt x="67" y="17"/>
                  </a:cubicBezTo>
                  <a:cubicBezTo>
                    <a:pt x="67" y="16"/>
                    <a:pt x="67" y="16"/>
                    <a:pt x="67" y="16"/>
                  </a:cubicBezTo>
                  <a:cubicBezTo>
                    <a:pt x="67" y="15"/>
                    <a:pt x="67" y="15"/>
                    <a:pt x="68" y="14"/>
                  </a:cubicBezTo>
                  <a:cubicBezTo>
                    <a:pt x="67" y="16"/>
                    <a:pt x="68" y="16"/>
                    <a:pt x="68" y="16"/>
                  </a:cubicBezTo>
                  <a:cubicBezTo>
                    <a:pt x="68" y="16"/>
                    <a:pt x="69" y="15"/>
                    <a:pt x="69" y="15"/>
                  </a:cubicBezTo>
                  <a:cubicBezTo>
                    <a:pt x="68" y="15"/>
                    <a:pt x="69" y="15"/>
                    <a:pt x="68" y="16"/>
                  </a:cubicBezTo>
                  <a:cubicBezTo>
                    <a:pt x="68" y="16"/>
                    <a:pt x="68" y="15"/>
                    <a:pt x="68" y="16"/>
                  </a:cubicBezTo>
                  <a:cubicBezTo>
                    <a:pt x="68" y="16"/>
                    <a:pt x="68" y="18"/>
                    <a:pt x="68" y="17"/>
                  </a:cubicBezTo>
                  <a:cubicBezTo>
                    <a:pt x="69" y="16"/>
                    <a:pt x="69" y="14"/>
                    <a:pt x="69" y="15"/>
                  </a:cubicBezTo>
                  <a:cubicBezTo>
                    <a:pt x="68" y="16"/>
                    <a:pt x="68" y="16"/>
                    <a:pt x="68" y="16"/>
                  </a:cubicBezTo>
                  <a:cubicBezTo>
                    <a:pt x="69" y="17"/>
                    <a:pt x="69" y="17"/>
                    <a:pt x="69" y="17"/>
                  </a:cubicBezTo>
                  <a:cubicBezTo>
                    <a:pt x="69" y="16"/>
                    <a:pt x="69" y="16"/>
                    <a:pt x="69" y="16"/>
                  </a:cubicBezTo>
                  <a:cubicBezTo>
                    <a:pt x="69" y="16"/>
                    <a:pt x="69" y="16"/>
                    <a:pt x="69" y="16"/>
                  </a:cubicBezTo>
                  <a:cubicBezTo>
                    <a:pt x="69" y="15"/>
                    <a:pt x="70" y="16"/>
                    <a:pt x="70" y="15"/>
                  </a:cubicBezTo>
                  <a:cubicBezTo>
                    <a:pt x="70" y="15"/>
                    <a:pt x="70" y="16"/>
                    <a:pt x="70" y="16"/>
                  </a:cubicBezTo>
                  <a:cubicBezTo>
                    <a:pt x="70" y="16"/>
                    <a:pt x="70" y="16"/>
                    <a:pt x="70" y="16"/>
                  </a:cubicBezTo>
                  <a:cubicBezTo>
                    <a:pt x="70" y="17"/>
                    <a:pt x="71" y="17"/>
                    <a:pt x="71" y="16"/>
                  </a:cubicBezTo>
                  <a:cubicBezTo>
                    <a:pt x="71" y="16"/>
                    <a:pt x="71" y="16"/>
                    <a:pt x="71" y="16"/>
                  </a:cubicBezTo>
                  <a:cubicBezTo>
                    <a:pt x="71" y="16"/>
                    <a:pt x="71" y="16"/>
                    <a:pt x="72" y="15"/>
                  </a:cubicBezTo>
                  <a:cubicBezTo>
                    <a:pt x="72" y="16"/>
                    <a:pt x="70" y="20"/>
                    <a:pt x="71" y="19"/>
                  </a:cubicBezTo>
                  <a:cubicBezTo>
                    <a:pt x="71" y="19"/>
                    <a:pt x="72" y="17"/>
                    <a:pt x="73" y="16"/>
                  </a:cubicBezTo>
                  <a:cubicBezTo>
                    <a:pt x="73" y="17"/>
                    <a:pt x="74" y="15"/>
                    <a:pt x="74" y="17"/>
                  </a:cubicBezTo>
                  <a:cubicBezTo>
                    <a:pt x="74" y="16"/>
                    <a:pt x="74" y="16"/>
                    <a:pt x="74" y="16"/>
                  </a:cubicBezTo>
                  <a:cubicBezTo>
                    <a:pt x="75" y="17"/>
                    <a:pt x="77" y="15"/>
                    <a:pt x="76" y="18"/>
                  </a:cubicBezTo>
                  <a:cubicBezTo>
                    <a:pt x="76" y="18"/>
                    <a:pt x="76" y="19"/>
                    <a:pt x="75" y="20"/>
                  </a:cubicBezTo>
                  <a:cubicBezTo>
                    <a:pt x="76" y="19"/>
                    <a:pt x="75" y="21"/>
                    <a:pt x="76" y="19"/>
                  </a:cubicBezTo>
                  <a:cubicBezTo>
                    <a:pt x="76" y="18"/>
                    <a:pt x="77" y="17"/>
                    <a:pt x="77" y="17"/>
                  </a:cubicBezTo>
                  <a:cubicBezTo>
                    <a:pt x="77" y="16"/>
                    <a:pt x="78" y="17"/>
                    <a:pt x="78" y="18"/>
                  </a:cubicBezTo>
                  <a:cubicBezTo>
                    <a:pt x="78" y="16"/>
                    <a:pt x="78" y="16"/>
                    <a:pt x="78" y="16"/>
                  </a:cubicBezTo>
                  <a:cubicBezTo>
                    <a:pt x="78" y="18"/>
                    <a:pt x="78" y="19"/>
                    <a:pt x="78" y="18"/>
                  </a:cubicBezTo>
                  <a:cubicBezTo>
                    <a:pt x="79" y="17"/>
                    <a:pt x="79" y="17"/>
                    <a:pt x="79" y="17"/>
                  </a:cubicBezTo>
                  <a:cubicBezTo>
                    <a:pt x="79" y="18"/>
                    <a:pt x="79" y="18"/>
                    <a:pt x="79" y="18"/>
                  </a:cubicBezTo>
                  <a:cubicBezTo>
                    <a:pt x="79" y="18"/>
                    <a:pt x="80" y="16"/>
                    <a:pt x="79" y="17"/>
                  </a:cubicBezTo>
                  <a:cubicBezTo>
                    <a:pt x="79" y="18"/>
                    <a:pt x="79" y="18"/>
                    <a:pt x="79" y="18"/>
                  </a:cubicBezTo>
                  <a:cubicBezTo>
                    <a:pt x="80" y="18"/>
                    <a:pt x="81" y="16"/>
                    <a:pt x="81" y="17"/>
                  </a:cubicBezTo>
                  <a:cubicBezTo>
                    <a:pt x="80" y="19"/>
                    <a:pt x="80" y="19"/>
                    <a:pt x="80" y="19"/>
                  </a:cubicBezTo>
                  <a:cubicBezTo>
                    <a:pt x="80" y="19"/>
                    <a:pt x="81" y="18"/>
                    <a:pt x="81" y="17"/>
                  </a:cubicBezTo>
                  <a:cubicBezTo>
                    <a:pt x="81" y="18"/>
                    <a:pt x="81" y="19"/>
                    <a:pt x="81" y="20"/>
                  </a:cubicBezTo>
                  <a:cubicBezTo>
                    <a:pt x="83" y="17"/>
                    <a:pt x="84" y="17"/>
                    <a:pt x="85" y="18"/>
                  </a:cubicBezTo>
                  <a:cubicBezTo>
                    <a:pt x="85" y="19"/>
                    <a:pt x="85" y="19"/>
                    <a:pt x="85" y="19"/>
                  </a:cubicBezTo>
                  <a:cubicBezTo>
                    <a:pt x="85" y="20"/>
                    <a:pt x="86" y="17"/>
                    <a:pt x="85" y="18"/>
                  </a:cubicBezTo>
                  <a:cubicBezTo>
                    <a:pt x="85" y="19"/>
                    <a:pt x="85" y="20"/>
                    <a:pt x="84" y="21"/>
                  </a:cubicBezTo>
                  <a:cubicBezTo>
                    <a:pt x="84" y="22"/>
                    <a:pt x="85" y="20"/>
                    <a:pt x="86" y="19"/>
                  </a:cubicBezTo>
                  <a:cubicBezTo>
                    <a:pt x="86" y="18"/>
                    <a:pt x="85" y="20"/>
                    <a:pt x="86" y="19"/>
                  </a:cubicBezTo>
                  <a:cubicBezTo>
                    <a:pt x="86" y="18"/>
                    <a:pt x="86" y="20"/>
                    <a:pt x="87" y="18"/>
                  </a:cubicBezTo>
                  <a:cubicBezTo>
                    <a:pt x="86" y="20"/>
                    <a:pt x="86" y="20"/>
                    <a:pt x="86" y="20"/>
                  </a:cubicBezTo>
                  <a:cubicBezTo>
                    <a:pt x="86" y="20"/>
                    <a:pt x="86" y="20"/>
                    <a:pt x="86" y="20"/>
                  </a:cubicBezTo>
                  <a:cubicBezTo>
                    <a:pt x="86" y="22"/>
                    <a:pt x="84" y="23"/>
                    <a:pt x="84" y="25"/>
                  </a:cubicBezTo>
                  <a:cubicBezTo>
                    <a:pt x="84" y="25"/>
                    <a:pt x="84" y="25"/>
                    <a:pt x="84" y="25"/>
                  </a:cubicBezTo>
                  <a:cubicBezTo>
                    <a:pt x="83" y="27"/>
                    <a:pt x="83" y="27"/>
                    <a:pt x="83" y="28"/>
                  </a:cubicBezTo>
                  <a:cubicBezTo>
                    <a:pt x="83" y="27"/>
                    <a:pt x="85" y="25"/>
                    <a:pt x="85" y="24"/>
                  </a:cubicBezTo>
                  <a:cubicBezTo>
                    <a:pt x="85" y="24"/>
                    <a:pt x="86" y="20"/>
                    <a:pt x="87" y="21"/>
                  </a:cubicBezTo>
                  <a:cubicBezTo>
                    <a:pt x="87" y="22"/>
                    <a:pt x="86" y="21"/>
                    <a:pt x="86" y="22"/>
                  </a:cubicBezTo>
                  <a:cubicBezTo>
                    <a:pt x="86" y="23"/>
                    <a:pt x="87" y="21"/>
                    <a:pt x="87" y="22"/>
                  </a:cubicBezTo>
                  <a:cubicBezTo>
                    <a:pt x="87" y="21"/>
                    <a:pt x="88" y="20"/>
                    <a:pt x="88" y="19"/>
                  </a:cubicBezTo>
                  <a:cubicBezTo>
                    <a:pt x="88" y="20"/>
                    <a:pt x="87" y="21"/>
                    <a:pt x="87" y="21"/>
                  </a:cubicBezTo>
                  <a:cubicBezTo>
                    <a:pt x="88" y="20"/>
                    <a:pt x="89" y="20"/>
                    <a:pt x="89" y="19"/>
                  </a:cubicBezTo>
                  <a:cubicBezTo>
                    <a:pt x="90" y="17"/>
                    <a:pt x="89" y="20"/>
                    <a:pt x="90" y="18"/>
                  </a:cubicBezTo>
                  <a:cubicBezTo>
                    <a:pt x="89" y="20"/>
                    <a:pt x="88" y="22"/>
                    <a:pt x="88" y="22"/>
                  </a:cubicBezTo>
                  <a:cubicBezTo>
                    <a:pt x="88" y="21"/>
                    <a:pt x="89" y="21"/>
                    <a:pt x="90" y="19"/>
                  </a:cubicBezTo>
                  <a:cubicBezTo>
                    <a:pt x="90" y="19"/>
                    <a:pt x="89" y="20"/>
                    <a:pt x="89" y="21"/>
                  </a:cubicBezTo>
                  <a:cubicBezTo>
                    <a:pt x="89" y="22"/>
                    <a:pt x="90" y="19"/>
                    <a:pt x="89" y="21"/>
                  </a:cubicBezTo>
                  <a:cubicBezTo>
                    <a:pt x="90" y="20"/>
                    <a:pt x="90" y="20"/>
                    <a:pt x="90" y="20"/>
                  </a:cubicBezTo>
                  <a:cubicBezTo>
                    <a:pt x="90" y="21"/>
                    <a:pt x="90" y="21"/>
                    <a:pt x="90" y="22"/>
                  </a:cubicBezTo>
                  <a:cubicBezTo>
                    <a:pt x="90" y="22"/>
                    <a:pt x="91" y="20"/>
                    <a:pt x="90" y="22"/>
                  </a:cubicBezTo>
                  <a:cubicBezTo>
                    <a:pt x="90" y="22"/>
                    <a:pt x="91" y="22"/>
                    <a:pt x="91" y="21"/>
                  </a:cubicBezTo>
                  <a:cubicBezTo>
                    <a:pt x="91" y="20"/>
                    <a:pt x="90" y="22"/>
                    <a:pt x="91" y="20"/>
                  </a:cubicBezTo>
                  <a:cubicBezTo>
                    <a:pt x="91" y="21"/>
                    <a:pt x="92" y="20"/>
                    <a:pt x="92" y="19"/>
                  </a:cubicBezTo>
                  <a:cubicBezTo>
                    <a:pt x="92" y="20"/>
                    <a:pt x="92" y="20"/>
                    <a:pt x="92" y="20"/>
                  </a:cubicBezTo>
                  <a:cubicBezTo>
                    <a:pt x="92" y="20"/>
                    <a:pt x="92" y="20"/>
                    <a:pt x="93" y="19"/>
                  </a:cubicBezTo>
                  <a:cubicBezTo>
                    <a:pt x="92" y="20"/>
                    <a:pt x="92" y="20"/>
                    <a:pt x="92" y="20"/>
                  </a:cubicBezTo>
                  <a:cubicBezTo>
                    <a:pt x="93" y="19"/>
                    <a:pt x="93" y="19"/>
                    <a:pt x="93" y="19"/>
                  </a:cubicBezTo>
                  <a:cubicBezTo>
                    <a:pt x="93" y="19"/>
                    <a:pt x="92" y="21"/>
                    <a:pt x="92" y="21"/>
                  </a:cubicBezTo>
                  <a:cubicBezTo>
                    <a:pt x="92" y="22"/>
                    <a:pt x="92" y="22"/>
                    <a:pt x="92" y="22"/>
                  </a:cubicBezTo>
                  <a:cubicBezTo>
                    <a:pt x="92" y="22"/>
                    <a:pt x="91" y="23"/>
                    <a:pt x="92" y="23"/>
                  </a:cubicBezTo>
                  <a:cubicBezTo>
                    <a:pt x="92" y="22"/>
                    <a:pt x="93" y="20"/>
                    <a:pt x="94" y="20"/>
                  </a:cubicBezTo>
                  <a:cubicBezTo>
                    <a:pt x="94" y="19"/>
                    <a:pt x="93" y="21"/>
                    <a:pt x="94" y="20"/>
                  </a:cubicBezTo>
                  <a:cubicBezTo>
                    <a:pt x="93" y="21"/>
                    <a:pt x="93" y="21"/>
                    <a:pt x="93" y="21"/>
                  </a:cubicBezTo>
                  <a:cubicBezTo>
                    <a:pt x="93" y="21"/>
                    <a:pt x="92" y="23"/>
                    <a:pt x="92" y="23"/>
                  </a:cubicBezTo>
                  <a:cubicBezTo>
                    <a:pt x="93" y="23"/>
                    <a:pt x="94" y="21"/>
                    <a:pt x="94" y="21"/>
                  </a:cubicBezTo>
                  <a:cubicBezTo>
                    <a:pt x="94" y="21"/>
                    <a:pt x="94" y="21"/>
                    <a:pt x="93" y="22"/>
                  </a:cubicBezTo>
                  <a:cubicBezTo>
                    <a:pt x="94" y="22"/>
                    <a:pt x="94" y="21"/>
                    <a:pt x="95" y="20"/>
                  </a:cubicBezTo>
                  <a:cubicBezTo>
                    <a:pt x="94" y="21"/>
                    <a:pt x="94" y="22"/>
                    <a:pt x="94" y="24"/>
                  </a:cubicBezTo>
                  <a:cubicBezTo>
                    <a:pt x="93" y="26"/>
                    <a:pt x="93" y="26"/>
                    <a:pt x="93" y="26"/>
                  </a:cubicBezTo>
                  <a:cubicBezTo>
                    <a:pt x="93" y="26"/>
                    <a:pt x="93" y="26"/>
                    <a:pt x="93" y="26"/>
                  </a:cubicBezTo>
                  <a:cubicBezTo>
                    <a:pt x="92" y="27"/>
                    <a:pt x="92" y="27"/>
                    <a:pt x="91" y="29"/>
                  </a:cubicBezTo>
                  <a:cubicBezTo>
                    <a:pt x="91" y="29"/>
                    <a:pt x="92" y="28"/>
                    <a:pt x="92" y="28"/>
                  </a:cubicBezTo>
                  <a:cubicBezTo>
                    <a:pt x="93" y="25"/>
                    <a:pt x="94" y="25"/>
                    <a:pt x="95" y="22"/>
                  </a:cubicBezTo>
                  <a:cubicBezTo>
                    <a:pt x="96" y="22"/>
                    <a:pt x="93" y="28"/>
                    <a:pt x="95" y="25"/>
                  </a:cubicBezTo>
                  <a:cubicBezTo>
                    <a:pt x="95" y="24"/>
                    <a:pt x="97" y="22"/>
                    <a:pt x="96" y="23"/>
                  </a:cubicBezTo>
                  <a:cubicBezTo>
                    <a:pt x="96" y="23"/>
                    <a:pt x="97" y="20"/>
                    <a:pt x="97" y="22"/>
                  </a:cubicBezTo>
                  <a:cubicBezTo>
                    <a:pt x="96" y="22"/>
                    <a:pt x="96" y="24"/>
                    <a:pt x="95" y="25"/>
                  </a:cubicBezTo>
                  <a:cubicBezTo>
                    <a:pt x="96" y="25"/>
                    <a:pt x="95" y="25"/>
                    <a:pt x="95" y="25"/>
                  </a:cubicBezTo>
                  <a:cubicBezTo>
                    <a:pt x="95" y="26"/>
                    <a:pt x="94" y="27"/>
                    <a:pt x="94" y="27"/>
                  </a:cubicBezTo>
                  <a:cubicBezTo>
                    <a:pt x="95" y="27"/>
                    <a:pt x="95" y="27"/>
                    <a:pt x="95" y="26"/>
                  </a:cubicBezTo>
                  <a:cubicBezTo>
                    <a:pt x="96" y="25"/>
                    <a:pt x="95" y="26"/>
                    <a:pt x="96" y="25"/>
                  </a:cubicBezTo>
                  <a:cubicBezTo>
                    <a:pt x="97" y="25"/>
                    <a:pt x="96" y="27"/>
                    <a:pt x="97" y="24"/>
                  </a:cubicBezTo>
                  <a:cubicBezTo>
                    <a:pt x="97" y="24"/>
                    <a:pt x="97" y="23"/>
                    <a:pt x="98" y="22"/>
                  </a:cubicBezTo>
                  <a:cubicBezTo>
                    <a:pt x="98" y="22"/>
                    <a:pt x="98" y="22"/>
                    <a:pt x="98" y="22"/>
                  </a:cubicBezTo>
                  <a:cubicBezTo>
                    <a:pt x="98" y="22"/>
                    <a:pt x="98" y="22"/>
                    <a:pt x="98" y="22"/>
                  </a:cubicBezTo>
                  <a:cubicBezTo>
                    <a:pt x="98" y="23"/>
                    <a:pt x="99" y="21"/>
                    <a:pt x="99" y="21"/>
                  </a:cubicBezTo>
                  <a:cubicBezTo>
                    <a:pt x="98" y="23"/>
                    <a:pt x="98" y="23"/>
                    <a:pt x="98" y="23"/>
                  </a:cubicBezTo>
                  <a:cubicBezTo>
                    <a:pt x="98" y="25"/>
                    <a:pt x="98" y="22"/>
                    <a:pt x="97" y="25"/>
                  </a:cubicBezTo>
                  <a:cubicBezTo>
                    <a:pt x="97" y="25"/>
                    <a:pt x="98" y="24"/>
                    <a:pt x="98" y="25"/>
                  </a:cubicBezTo>
                  <a:cubicBezTo>
                    <a:pt x="97" y="25"/>
                    <a:pt x="97" y="25"/>
                    <a:pt x="97" y="25"/>
                  </a:cubicBezTo>
                  <a:cubicBezTo>
                    <a:pt x="97" y="25"/>
                    <a:pt x="96" y="29"/>
                    <a:pt x="97" y="27"/>
                  </a:cubicBezTo>
                  <a:cubicBezTo>
                    <a:pt x="98" y="26"/>
                    <a:pt x="98" y="26"/>
                    <a:pt x="98" y="25"/>
                  </a:cubicBezTo>
                  <a:cubicBezTo>
                    <a:pt x="99" y="25"/>
                    <a:pt x="100" y="24"/>
                    <a:pt x="100" y="24"/>
                  </a:cubicBezTo>
                  <a:cubicBezTo>
                    <a:pt x="99" y="26"/>
                    <a:pt x="100" y="24"/>
                    <a:pt x="99" y="26"/>
                  </a:cubicBezTo>
                  <a:cubicBezTo>
                    <a:pt x="99" y="25"/>
                    <a:pt x="99" y="25"/>
                    <a:pt x="98" y="26"/>
                  </a:cubicBezTo>
                  <a:cubicBezTo>
                    <a:pt x="97" y="29"/>
                    <a:pt x="97" y="26"/>
                    <a:pt x="96" y="28"/>
                  </a:cubicBezTo>
                  <a:cubicBezTo>
                    <a:pt x="97" y="28"/>
                    <a:pt x="96" y="31"/>
                    <a:pt x="95" y="32"/>
                  </a:cubicBezTo>
                  <a:cubicBezTo>
                    <a:pt x="95" y="32"/>
                    <a:pt x="95" y="32"/>
                    <a:pt x="96" y="31"/>
                  </a:cubicBezTo>
                  <a:cubicBezTo>
                    <a:pt x="96" y="30"/>
                    <a:pt x="96" y="30"/>
                    <a:pt x="97" y="29"/>
                  </a:cubicBezTo>
                  <a:cubicBezTo>
                    <a:pt x="97" y="29"/>
                    <a:pt x="98" y="29"/>
                    <a:pt x="99" y="27"/>
                  </a:cubicBezTo>
                  <a:cubicBezTo>
                    <a:pt x="98" y="28"/>
                    <a:pt x="98" y="30"/>
                    <a:pt x="98" y="30"/>
                  </a:cubicBezTo>
                  <a:cubicBezTo>
                    <a:pt x="98" y="29"/>
                    <a:pt x="99" y="30"/>
                    <a:pt x="99" y="30"/>
                  </a:cubicBezTo>
                  <a:cubicBezTo>
                    <a:pt x="100" y="28"/>
                    <a:pt x="100" y="30"/>
                    <a:pt x="100" y="28"/>
                  </a:cubicBezTo>
                  <a:cubicBezTo>
                    <a:pt x="100" y="28"/>
                    <a:pt x="101" y="26"/>
                    <a:pt x="102" y="25"/>
                  </a:cubicBezTo>
                  <a:cubicBezTo>
                    <a:pt x="102" y="25"/>
                    <a:pt x="101" y="26"/>
                    <a:pt x="101" y="27"/>
                  </a:cubicBezTo>
                  <a:cubicBezTo>
                    <a:pt x="102" y="26"/>
                    <a:pt x="100" y="29"/>
                    <a:pt x="102" y="27"/>
                  </a:cubicBezTo>
                  <a:cubicBezTo>
                    <a:pt x="101" y="27"/>
                    <a:pt x="100" y="29"/>
                    <a:pt x="99" y="31"/>
                  </a:cubicBezTo>
                  <a:cubicBezTo>
                    <a:pt x="100" y="30"/>
                    <a:pt x="99" y="32"/>
                    <a:pt x="99" y="32"/>
                  </a:cubicBezTo>
                  <a:cubicBezTo>
                    <a:pt x="100" y="32"/>
                    <a:pt x="100" y="31"/>
                    <a:pt x="101" y="31"/>
                  </a:cubicBezTo>
                  <a:cubicBezTo>
                    <a:pt x="101" y="33"/>
                    <a:pt x="102" y="32"/>
                    <a:pt x="103" y="32"/>
                  </a:cubicBezTo>
                  <a:cubicBezTo>
                    <a:pt x="102" y="33"/>
                    <a:pt x="101" y="34"/>
                    <a:pt x="101" y="35"/>
                  </a:cubicBezTo>
                  <a:cubicBezTo>
                    <a:pt x="102" y="35"/>
                    <a:pt x="102" y="33"/>
                    <a:pt x="102" y="34"/>
                  </a:cubicBezTo>
                  <a:cubicBezTo>
                    <a:pt x="102" y="34"/>
                    <a:pt x="102" y="34"/>
                    <a:pt x="102" y="34"/>
                  </a:cubicBezTo>
                  <a:cubicBezTo>
                    <a:pt x="102" y="34"/>
                    <a:pt x="102" y="36"/>
                    <a:pt x="104" y="33"/>
                  </a:cubicBezTo>
                  <a:cubicBezTo>
                    <a:pt x="102" y="35"/>
                    <a:pt x="102" y="35"/>
                    <a:pt x="102" y="35"/>
                  </a:cubicBezTo>
                  <a:cubicBezTo>
                    <a:pt x="102" y="35"/>
                    <a:pt x="103" y="35"/>
                    <a:pt x="103" y="35"/>
                  </a:cubicBezTo>
                  <a:cubicBezTo>
                    <a:pt x="102" y="36"/>
                    <a:pt x="102" y="36"/>
                    <a:pt x="102" y="36"/>
                  </a:cubicBezTo>
                  <a:cubicBezTo>
                    <a:pt x="101" y="38"/>
                    <a:pt x="102" y="36"/>
                    <a:pt x="103" y="37"/>
                  </a:cubicBezTo>
                  <a:cubicBezTo>
                    <a:pt x="103" y="35"/>
                    <a:pt x="103" y="35"/>
                    <a:pt x="103" y="35"/>
                  </a:cubicBezTo>
                  <a:cubicBezTo>
                    <a:pt x="104" y="35"/>
                    <a:pt x="104" y="36"/>
                    <a:pt x="105" y="36"/>
                  </a:cubicBezTo>
                  <a:cubicBezTo>
                    <a:pt x="104" y="37"/>
                    <a:pt x="104" y="37"/>
                    <a:pt x="104" y="37"/>
                  </a:cubicBezTo>
                  <a:cubicBezTo>
                    <a:pt x="105" y="36"/>
                    <a:pt x="105" y="36"/>
                    <a:pt x="105" y="36"/>
                  </a:cubicBezTo>
                  <a:cubicBezTo>
                    <a:pt x="104" y="37"/>
                    <a:pt x="104" y="38"/>
                    <a:pt x="104" y="37"/>
                  </a:cubicBezTo>
                  <a:cubicBezTo>
                    <a:pt x="102" y="40"/>
                    <a:pt x="102" y="40"/>
                    <a:pt x="102" y="40"/>
                  </a:cubicBezTo>
                  <a:cubicBezTo>
                    <a:pt x="102" y="39"/>
                    <a:pt x="103" y="39"/>
                    <a:pt x="104" y="37"/>
                  </a:cubicBezTo>
                  <a:cubicBezTo>
                    <a:pt x="104" y="36"/>
                    <a:pt x="103" y="36"/>
                    <a:pt x="103" y="37"/>
                  </a:cubicBezTo>
                  <a:cubicBezTo>
                    <a:pt x="103" y="38"/>
                    <a:pt x="103" y="37"/>
                    <a:pt x="103" y="37"/>
                  </a:cubicBezTo>
                  <a:cubicBezTo>
                    <a:pt x="103" y="39"/>
                    <a:pt x="102" y="39"/>
                    <a:pt x="102" y="40"/>
                  </a:cubicBezTo>
                  <a:cubicBezTo>
                    <a:pt x="102" y="40"/>
                    <a:pt x="102" y="40"/>
                    <a:pt x="102" y="40"/>
                  </a:cubicBezTo>
                  <a:cubicBezTo>
                    <a:pt x="101" y="40"/>
                    <a:pt x="101" y="40"/>
                    <a:pt x="101" y="40"/>
                  </a:cubicBezTo>
                  <a:cubicBezTo>
                    <a:pt x="101" y="40"/>
                    <a:pt x="101" y="39"/>
                    <a:pt x="102" y="39"/>
                  </a:cubicBezTo>
                  <a:cubicBezTo>
                    <a:pt x="101" y="40"/>
                    <a:pt x="100" y="41"/>
                    <a:pt x="100" y="40"/>
                  </a:cubicBezTo>
                  <a:cubicBezTo>
                    <a:pt x="101" y="38"/>
                    <a:pt x="99" y="41"/>
                    <a:pt x="99" y="40"/>
                  </a:cubicBezTo>
                  <a:cubicBezTo>
                    <a:pt x="100" y="39"/>
                    <a:pt x="101" y="38"/>
                    <a:pt x="101" y="37"/>
                  </a:cubicBezTo>
                  <a:cubicBezTo>
                    <a:pt x="101" y="36"/>
                    <a:pt x="101" y="37"/>
                    <a:pt x="101" y="36"/>
                  </a:cubicBezTo>
                  <a:cubicBezTo>
                    <a:pt x="100" y="37"/>
                    <a:pt x="99" y="39"/>
                    <a:pt x="99" y="39"/>
                  </a:cubicBezTo>
                  <a:cubicBezTo>
                    <a:pt x="99" y="38"/>
                    <a:pt x="99" y="38"/>
                    <a:pt x="99" y="38"/>
                  </a:cubicBezTo>
                  <a:cubicBezTo>
                    <a:pt x="99" y="39"/>
                    <a:pt x="98" y="40"/>
                    <a:pt x="98" y="40"/>
                  </a:cubicBezTo>
                  <a:cubicBezTo>
                    <a:pt x="97" y="39"/>
                    <a:pt x="97" y="39"/>
                    <a:pt x="96" y="38"/>
                  </a:cubicBezTo>
                  <a:cubicBezTo>
                    <a:pt x="97" y="37"/>
                    <a:pt x="97" y="37"/>
                    <a:pt x="97" y="37"/>
                  </a:cubicBezTo>
                  <a:cubicBezTo>
                    <a:pt x="95" y="40"/>
                    <a:pt x="95" y="38"/>
                    <a:pt x="95" y="39"/>
                  </a:cubicBezTo>
                  <a:cubicBezTo>
                    <a:pt x="94" y="37"/>
                    <a:pt x="93" y="39"/>
                    <a:pt x="93" y="37"/>
                  </a:cubicBezTo>
                  <a:cubicBezTo>
                    <a:pt x="92" y="37"/>
                    <a:pt x="91" y="38"/>
                    <a:pt x="90" y="37"/>
                  </a:cubicBezTo>
                  <a:cubicBezTo>
                    <a:pt x="91" y="35"/>
                    <a:pt x="91" y="35"/>
                    <a:pt x="91" y="35"/>
                  </a:cubicBezTo>
                  <a:cubicBezTo>
                    <a:pt x="90" y="36"/>
                    <a:pt x="91" y="34"/>
                    <a:pt x="91" y="35"/>
                  </a:cubicBezTo>
                  <a:cubicBezTo>
                    <a:pt x="90" y="36"/>
                    <a:pt x="90" y="36"/>
                    <a:pt x="89" y="37"/>
                  </a:cubicBezTo>
                  <a:cubicBezTo>
                    <a:pt x="89" y="35"/>
                    <a:pt x="88" y="37"/>
                    <a:pt x="87" y="38"/>
                  </a:cubicBezTo>
                  <a:cubicBezTo>
                    <a:pt x="87" y="36"/>
                    <a:pt x="87" y="36"/>
                    <a:pt x="87" y="36"/>
                  </a:cubicBezTo>
                  <a:cubicBezTo>
                    <a:pt x="86" y="38"/>
                    <a:pt x="86" y="36"/>
                    <a:pt x="86" y="36"/>
                  </a:cubicBezTo>
                  <a:cubicBezTo>
                    <a:pt x="86" y="35"/>
                    <a:pt x="86" y="34"/>
                    <a:pt x="86" y="34"/>
                  </a:cubicBezTo>
                  <a:cubicBezTo>
                    <a:pt x="85" y="36"/>
                    <a:pt x="85" y="36"/>
                    <a:pt x="84" y="36"/>
                  </a:cubicBezTo>
                  <a:cubicBezTo>
                    <a:pt x="84" y="36"/>
                    <a:pt x="83" y="36"/>
                    <a:pt x="83" y="35"/>
                  </a:cubicBezTo>
                  <a:cubicBezTo>
                    <a:pt x="81" y="37"/>
                    <a:pt x="81" y="35"/>
                    <a:pt x="79" y="36"/>
                  </a:cubicBezTo>
                  <a:cubicBezTo>
                    <a:pt x="79" y="34"/>
                    <a:pt x="79" y="34"/>
                    <a:pt x="79" y="34"/>
                  </a:cubicBezTo>
                  <a:cubicBezTo>
                    <a:pt x="77" y="36"/>
                    <a:pt x="77" y="33"/>
                    <a:pt x="75" y="34"/>
                  </a:cubicBezTo>
                  <a:cubicBezTo>
                    <a:pt x="76" y="32"/>
                    <a:pt x="76" y="32"/>
                    <a:pt x="76" y="32"/>
                  </a:cubicBezTo>
                  <a:cubicBezTo>
                    <a:pt x="76" y="31"/>
                    <a:pt x="75" y="32"/>
                    <a:pt x="74" y="34"/>
                  </a:cubicBezTo>
                  <a:cubicBezTo>
                    <a:pt x="74" y="33"/>
                    <a:pt x="73" y="35"/>
                    <a:pt x="74" y="33"/>
                  </a:cubicBezTo>
                  <a:cubicBezTo>
                    <a:pt x="73" y="32"/>
                    <a:pt x="73" y="34"/>
                    <a:pt x="72" y="34"/>
                  </a:cubicBezTo>
                  <a:cubicBezTo>
                    <a:pt x="72" y="33"/>
                    <a:pt x="72" y="33"/>
                    <a:pt x="71" y="33"/>
                  </a:cubicBezTo>
                  <a:cubicBezTo>
                    <a:pt x="71" y="33"/>
                    <a:pt x="71" y="33"/>
                    <a:pt x="71" y="33"/>
                  </a:cubicBezTo>
                  <a:cubicBezTo>
                    <a:pt x="71" y="33"/>
                    <a:pt x="72" y="32"/>
                    <a:pt x="72" y="32"/>
                  </a:cubicBezTo>
                  <a:cubicBezTo>
                    <a:pt x="71" y="32"/>
                    <a:pt x="71" y="31"/>
                    <a:pt x="70" y="34"/>
                  </a:cubicBezTo>
                  <a:cubicBezTo>
                    <a:pt x="70" y="32"/>
                    <a:pt x="68" y="34"/>
                    <a:pt x="68" y="32"/>
                  </a:cubicBezTo>
                  <a:cubicBezTo>
                    <a:pt x="68" y="33"/>
                    <a:pt x="68" y="33"/>
                    <a:pt x="67" y="33"/>
                  </a:cubicBezTo>
                  <a:cubicBezTo>
                    <a:pt x="67" y="33"/>
                    <a:pt x="67" y="31"/>
                    <a:pt x="66" y="33"/>
                  </a:cubicBezTo>
                  <a:cubicBezTo>
                    <a:pt x="66" y="32"/>
                    <a:pt x="66" y="31"/>
                    <a:pt x="66" y="31"/>
                  </a:cubicBezTo>
                  <a:cubicBezTo>
                    <a:pt x="66" y="31"/>
                    <a:pt x="66" y="32"/>
                    <a:pt x="65" y="33"/>
                  </a:cubicBezTo>
                  <a:cubicBezTo>
                    <a:pt x="64" y="34"/>
                    <a:pt x="64" y="30"/>
                    <a:pt x="63" y="30"/>
                  </a:cubicBezTo>
                  <a:cubicBezTo>
                    <a:pt x="61" y="31"/>
                    <a:pt x="60" y="30"/>
                    <a:pt x="58" y="30"/>
                  </a:cubicBezTo>
                  <a:cubicBezTo>
                    <a:pt x="58" y="29"/>
                    <a:pt x="58" y="29"/>
                    <a:pt x="58" y="29"/>
                  </a:cubicBezTo>
                  <a:cubicBezTo>
                    <a:pt x="57" y="31"/>
                    <a:pt x="58" y="27"/>
                    <a:pt x="56" y="30"/>
                  </a:cubicBezTo>
                  <a:cubicBezTo>
                    <a:pt x="56" y="29"/>
                    <a:pt x="56" y="29"/>
                    <a:pt x="56" y="28"/>
                  </a:cubicBezTo>
                  <a:cubicBezTo>
                    <a:pt x="55" y="30"/>
                    <a:pt x="56" y="26"/>
                    <a:pt x="54" y="28"/>
                  </a:cubicBezTo>
                  <a:cubicBezTo>
                    <a:pt x="55" y="28"/>
                    <a:pt x="55" y="28"/>
                    <a:pt x="55" y="28"/>
                  </a:cubicBezTo>
                  <a:cubicBezTo>
                    <a:pt x="55" y="26"/>
                    <a:pt x="53" y="28"/>
                    <a:pt x="53" y="27"/>
                  </a:cubicBezTo>
                  <a:cubicBezTo>
                    <a:pt x="53" y="26"/>
                    <a:pt x="54" y="26"/>
                    <a:pt x="54" y="26"/>
                  </a:cubicBezTo>
                  <a:cubicBezTo>
                    <a:pt x="54" y="24"/>
                    <a:pt x="52" y="28"/>
                    <a:pt x="53" y="25"/>
                  </a:cubicBezTo>
                  <a:cubicBezTo>
                    <a:pt x="53" y="25"/>
                    <a:pt x="53" y="26"/>
                    <a:pt x="53" y="26"/>
                  </a:cubicBezTo>
                  <a:cubicBezTo>
                    <a:pt x="52" y="25"/>
                    <a:pt x="50" y="26"/>
                    <a:pt x="48" y="26"/>
                  </a:cubicBezTo>
                  <a:cubicBezTo>
                    <a:pt x="47" y="24"/>
                    <a:pt x="49" y="22"/>
                    <a:pt x="48" y="23"/>
                  </a:cubicBezTo>
                  <a:cubicBezTo>
                    <a:pt x="48" y="23"/>
                    <a:pt x="47" y="24"/>
                    <a:pt x="48" y="24"/>
                  </a:cubicBezTo>
                  <a:cubicBezTo>
                    <a:pt x="47" y="25"/>
                    <a:pt x="48" y="21"/>
                    <a:pt x="47" y="22"/>
                  </a:cubicBezTo>
                  <a:cubicBezTo>
                    <a:pt x="47" y="24"/>
                    <a:pt x="47" y="23"/>
                    <a:pt x="47" y="24"/>
                  </a:cubicBezTo>
                  <a:cubicBezTo>
                    <a:pt x="46" y="23"/>
                    <a:pt x="47" y="21"/>
                    <a:pt x="46" y="22"/>
                  </a:cubicBezTo>
                  <a:cubicBezTo>
                    <a:pt x="46" y="21"/>
                    <a:pt x="46" y="21"/>
                    <a:pt x="46" y="21"/>
                  </a:cubicBezTo>
                  <a:cubicBezTo>
                    <a:pt x="45" y="24"/>
                    <a:pt x="44" y="22"/>
                    <a:pt x="43" y="25"/>
                  </a:cubicBezTo>
                  <a:cubicBezTo>
                    <a:pt x="40" y="24"/>
                    <a:pt x="36" y="25"/>
                    <a:pt x="33" y="25"/>
                  </a:cubicBezTo>
                  <a:cubicBezTo>
                    <a:pt x="30" y="23"/>
                    <a:pt x="26" y="23"/>
                    <a:pt x="24" y="21"/>
                  </a:cubicBezTo>
                  <a:cubicBezTo>
                    <a:pt x="24" y="18"/>
                    <a:pt x="23" y="18"/>
                    <a:pt x="22" y="19"/>
                  </a:cubicBezTo>
                  <a:cubicBezTo>
                    <a:pt x="23" y="18"/>
                    <a:pt x="23" y="18"/>
                    <a:pt x="23" y="18"/>
                  </a:cubicBezTo>
                  <a:cubicBezTo>
                    <a:pt x="22" y="20"/>
                    <a:pt x="22" y="18"/>
                    <a:pt x="21" y="20"/>
                  </a:cubicBezTo>
                  <a:cubicBezTo>
                    <a:pt x="20" y="19"/>
                    <a:pt x="19" y="20"/>
                    <a:pt x="18" y="19"/>
                  </a:cubicBezTo>
                  <a:cubicBezTo>
                    <a:pt x="18" y="19"/>
                    <a:pt x="19" y="18"/>
                    <a:pt x="18" y="18"/>
                  </a:cubicBezTo>
                  <a:cubicBezTo>
                    <a:pt x="18" y="19"/>
                    <a:pt x="18" y="19"/>
                    <a:pt x="18" y="19"/>
                  </a:cubicBezTo>
                  <a:cubicBezTo>
                    <a:pt x="18" y="18"/>
                    <a:pt x="18" y="18"/>
                    <a:pt x="18" y="18"/>
                  </a:cubicBezTo>
                  <a:cubicBezTo>
                    <a:pt x="18" y="18"/>
                    <a:pt x="17" y="19"/>
                    <a:pt x="17" y="20"/>
                  </a:cubicBezTo>
                  <a:cubicBezTo>
                    <a:pt x="13" y="21"/>
                    <a:pt x="12" y="16"/>
                    <a:pt x="8" y="15"/>
                  </a:cubicBezTo>
                  <a:cubicBezTo>
                    <a:pt x="8" y="14"/>
                    <a:pt x="7" y="15"/>
                    <a:pt x="6" y="15"/>
                  </a:cubicBezTo>
                  <a:cubicBezTo>
                    <a:pt x="4" y="12"/>
                    <a:pt x="3" y="9"/>
                    <a:pt x="0" y="10"/>
                  </a:cubicBezTo>
                  <a:cubicBezTo>
                    <a:pt x="0" y="10"/>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5"/>
            <p:cNvSpPr/>
            <p:nvPr/>
          </p:nvSpPr>
          <p:spPr bwMode="auto">
            <a:xfrm>
              <a:off x="8799513" y="2435226"/>
              <a:ext cx="3175" cy="7938"/>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0" y="1"/>
                    <a:pt x="0" y="1"/>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6"/>
            <p:cNvSpPr/>
            <p:nvPr/>
          </p:nvSpPr>
          <p:spPr bwMode="auto">
            <a:xfrm>
              <a:off x="8786813" y="2393951"/>
              <a:ext cx="4762" cy="4763"/>
            </a:xfrm>
            <a:custGeom>
              <a:avLst/>
              <a:gdLst>
                <a:gd name="T0" fmla="*/ 1 w 1"/>
                <a:gd name="T1" fmla="*/ 1 h 1"/>
                <a:gd name="T2" fmla="*/ 1 w 1"/>
                <a:gd name="T3" fmla="*/ 0 h 1"/>
                <a:gd name="T4" fmla="*/ 1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0" y="1"/>
                    <a:pt x="1" y="1"/>
                    <a:pt x="1" y="0"/>
                  </a:cubicBezTo>
                  <a:cubicBezTo>
                    <a:pt x="1" y="0"/>
                    <a:pt x="1" y="0"/>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7"/>
            <p:cNvSpPr/>
            <p:nvPr/>
          </p:nvSpPr>
          <p:spPr bwMode="auto">
            <a:xfrm>
              <a:off x="8783638" y="2387601"/>
              <a:ext cx="3175" cy="6350"/>
            </a:xfrm>
            <a:custGeom>
              <a:avLst/>
              <a:gdLst>
                <a:gd name="T0" fmla="*/ 0 w 1"/>
                <a:gd name="T1" fmla="*/ 2 h 2"/>
                <a:gd name="T2" fmla="*/ 1 w 1"/>
                <a:gd name="T3" fmla="*/ 0 h 2"/>
                <a:gd name="T4" fmla="*/ 0 w 1"/>
                <a:gd name="T5" fmla="*/ 2 h 2"/>
              </a:gdLst>
              <a:ahLst/>
              <a:cxnLst>
                <a:cxn ang="0">
                  <a:pos x="T0" y="T1"/>
                </a:cxn>
                <a:cxn ang="0">
                  <a:pos x="T2" y="T3"/>
                </a:cxn>
                <a:cxn ang="0">
                  <a:pos x="T4" y="T5"/>
                </a:cxn>
              </a:cxnLst>
              <a:rect l="0" t="0" r="r" b="b"/>
              <a:pathLst>
                <a:path w="1" h="2">
                  <a:moveTo>
                    <a:pt x="0" y="2"/>
                  </a:moveTo>
                  <a:cubicBezTo>
                    <a:pt x="1" y="1"/>
                    <a:pt x="1" y="0"/>
                    <a:pt x="1"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8"/>
            <p:cNvSpPr/>
            <p:nvPr/>
          </p:nvSpPr>
          <p:spPr bwMode="auto">
            <a:xfrm>
              <a:off x="8783638" y="2371726"/>
              <a:ext cx="3175"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9"/>
            <p:cNvSpPr/>
            <p:nvPr/>
          </p:nvSpPr>
          <p:spPr bwMode="auto">
            <a:xfrm>
              <a:off x="8780463" y="2379663"/>
              <a:ext cx="3175" cy="3175"/>
            </a:xfrm>
            <a:custGeom>
              <a:avLst/>
              <a:gdLst>
                <a:gd name="T0" fmla="*/ 0 w 1"/>
                <a:gd name="T1" fmla="*/ 1 h 1"/>
                <a:gd name="T2" fmla="*/ 0 w 1"/>
                <a:gd name="T3" fmla="*/ 0 h 1"/>
                <a:gd name="T4" fmla="*/ 0 w 1"/>
                <a:gd name="T5" fmla="*/ 1 h 1"/>
              </a:gdLst>
              <a:ahLst/>
              <a:cxnLst>
                <a:cxn ang="0">
                  <a:pos x="T0" y="T1"/>
                </a:cxn>
                <a:cxn ang="0">
                  <a:pos x="T2" y="T3"/>
                </a:cxn>
                <a:cxn ang="0">
                  <a:pos x="T4" y="T5"/>
                </a:cxn>
              </a:cxnLst>
              <a:rect l="0" t="0" r="r" b="b"/>
              <a:pathLst>
                <a:path w="1" h="1">
                  <a:moveTo>
                    <a:pt x="0" y="1"/>
                  </a:moveTo>
                  <a:cubicBezTo>
                    <a:pt x="0" y="1"/>
                    <a:pt x="0" y="1"/>
                    <a:pt x="0" y="0"/>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60"/>
            <p:cNvSpPr/>
            <p:nvPr/>
          </p:nvSpPr>
          <p:spPr bwMode="auto">
            <a:xfrm>
              <a:off x="8769350" y="2363788"/>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2"/>
                    <a:pt x="0" y="1"/>
                  </a:cubicBezTo>
                  <a:cubicBezTo>
                    <a:pt x="0"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61"/>
            <p:cNvSpPr/>
            <p:nvPr/>
          </p:nvSpPr>
          <p:spPr bwMode="auto">
            <a:xfrm>
              <a:off x="8761413" y="2368551"/>
              <a:ext cx="3175"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0"/>
                    <a:pt x="0" y="0"/>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62"/>
            <p:cNvSpPr/>
            <p:nvPr/>
          </p:nvSpPr>
          <p:spPr bwMode="auto">
            <a:xfrm>
              <a:off x="8640763" y="2335213"/>
              <a:ext cx="0" cy="3175"/>
            </a:xfrm>
            <a:custGeom>
              <a:avLst/>
              <a:gdLst>
                <a:gd name="T0" fmla="*/ 2 h 2"/>
                <a:gd name="T1" fmla="*/ 0 h 2"/>
                <a:gd name="T2" fmla="*/ 2 h 2"/>
                <a:gd name="T3" fmla="*/ 2 h 2"/>
              </a:gdLst>
              <a:ahLst/>
              <a:cxnLst>
                <a:cxn ang="0">
                  <a:pos x="0" y="T0"/>
                </a:cxn>
                <a:cxn ang="0">
                  <a:pos x="0" y="T1"/>
                </a:cxn>
                <a:cxn ang="0">
                  <a:pos x="0" y="T2"/>
                </a:cxn>
                <a:cxn ang="0">
                  <a:pos x="0" y="T3"/>
                </a:cxn>
              </a:cxnLst>
              <a:rect l="0" t="0" r="r" b="b"/>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63"/>
            <p:cNvSpPr/>
            <p:nvPr/>
          </p:nvSpPr>
          <p:spPr bwMode="auto">
            <a:xfrm>
              <a:off x="8583613" y="2316163"/>
              <a:ext cx="4762" cy="6350"/>
            </a:xfrm>
            <a:custGeom>
              <a:avLst/>
              <a:gdLst>
                <a:gd name="T0" fmla="*/ 1 w 1"/>
                <a:gd name="T1" fmla="*/ 1 h 2"/>
                <a:gd name="T2" fmla="*/ 1 w 1"/>
                <a:gd name="T3" fmla="*/ 0 h 2"/>
                <a:gd name="T4" fmla="*/ 1 w 1"/>
                <a:gd name="T5" fmla="*/ 1 h 2"/>
              </a:gdLst>
              <a:ahLst/>
              <a:cxnLst>
                <a:cxn ang="0">
                  <a:pos x="T0" y="T1"/>
                </a:cxn>
                <a:cxn ang="0">
                  <a:pos x="T2" y="T3"/>
                </a:cxn>
                <a:cxn ang="0">
                  <a:pos x="T4" y="T5"/>
                </a:cxn>
              </a:cxnLst>
              <a:rect l="0" t="0" r="r" b="b"/>
              <a:pathLst>
                <a:path w="1" h="2">
                  <a:moveTo>
                    <a:pt x="1" y="1"/>
                  </a:moveTo>
                  <a:cubicBezTo>
                    <a:pt x="0" y="2"/>
                    <a:pt x="1" y="1"/>
                    <a:pt x="1" y="0"/>
                  </a:cubicBezTo>
                  <a:cubicBezTo>
                    <a:pt x="1"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64"/>
            <p:cNvSpPr/>
            <p:nvPr/>
          </p:nvSpPr>
          <p:spPr bwMode="auto">
            <a:xfrm>
              <a:off x="8555038" y="2327276"/>
              <a:ext cx="0" cy="7938"/>
            </a:xfrm>
            <a:custGeom>
              <a:avLst/>
              <a:gdLst>
                <a:gd name="T0" fmla="*/ 0 h 5"/>
                <a:gd name="T1" fmla="*/ 0 h 5"/>
                <a:gd name="T2" fmla="*/ 5 h 5"/>
                <a:gd name="T3" fmla="*/ 0 h 5"/>
              </a:gdLst>
              <a:ahLst/>
              <a:cxnLst>
                <a:cxn ang="0">
                  <a:pos x="0" y="T0"/>
                </a:cxn>
                <a:cxn ang="0">
                  <a:pos x="0" y="T1"/>
                </a:cxn>
                <a:cxn ang="0">
                  <a:pos x="0" y="T2"/>
                </a:cxn>
                <a:cxn ang="0">
                  <a:pos x="0" y="T3"/>
                </a:cxn>
              </a:cxnLst>
              <a:rect l="0" t="0" r="r" b="b"/>
              <a:pathLst>
                <a:path h="5">
                  <a:moveTo>
                    <a:pt x="0" y="0"/>
                  </a:moveTo>
                  <a:lnTo>
                    <a:pt x="0" y="0"/>
                  </a:lnTo>
                  <a:lnTo>
                    <a:pt x="0" y="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65"/>
            <p:cNvSpPr/>
            <p:nvPr/>
          </p:nvSpPr>
          <p:spPr bwMode="auto">
            <a:xfrm>
              <a:off x="9099550" y="2047876"/>
              <a:ext cx="3175" cy="4763"/>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0"/>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66"/>
            <p:cNvSpPr/>
            <p:nvPr/>
          </p:nvSpPr>
          <p:spPr bwMode="auto">
            <a:xfrm>
              <a:off x="8926513" y="1736726"/>
              <a:ext cx="200025" cy="307975"/>
            </a:xfrm>
            <a:custGeom>
              <a:avLst/>
              <a:gdLst>
                <a:gd name="T0" fmla="*/ 11 w 53"/>
                <a:gd name="T1" fmla="*/ 10 h 82"/>
                <a:gd name="T2" fmla="*/ 12 w 53"/>
                <a:gd name="T3" fmla="*/ 12 h 82"/>
                <a:gd name="T4" fmla="*/ 18 w 53"/>
                <a:gd name="T5" fmla="*/ 16 h 82"/>
                <a:gd name="T6" fmla="*/ 19 w 53"/>
                <a:gd name="T7" fmla="*/ 18 h 82"/>
                <a:gd name="T8" fmla="*/ 19 w 53"/>
                <a:gd name="T9" fmla="*/ 24 h 82"/>
                <a:gd name="T10" fmla="*/ 20 w 53"/>
                <a:gd name="T11" fmla="*/ 25 h 82"/>
                <a:gd name="T12" fmla="*/ 23 w 53"/>
                <a:gd name="T13" fmla="*/ 28 h 82"/>
                <a:gd name="T14" fmla="*/ 23 w 53"/>
                <a:gd name="T15" fmla="*/ 31 h 82"/>
                <a:gd name="T16" fmla="*/ 23 w 53"/>
                <a:gd name="T17" fmla="*/ 32 h 82"/>
                <a:gd name="T18" fmla="*/ 25 w 53"/>
                <a:gd name="T19" fmla="*/ 33 h 82"/>
                <a:gd name="T20" fmla="*/ 28 w 53"/>
                <a:gd name="T21" fmla="*/ 35 h 82"/>
                <a:gd name="T22" fmla="*/ 29 w 53"/>
                <a:gd name="T23" fmla="*/ 37 h 82"/>
                <a:gd name="T24" fmla="*/ 31 w 53"/>
                <a:gd name="T25" fmla="*/ 38 h 82"/>
                <a:gd name="T26" fmla="*/ 31 w 53"/>
                <a:gd name="T27" fmla="*/ 41 h 82"/>
                <a:gd name="T28" fmla="*/ 32 w 53"/>
                <a:gd name="T29" fmla="*/ 43 h 82"/>
                <a:gd name="T30" fmla="*/ 33 w 53"/>
                <a:gd name="T31" fmla="*/ 46 h 82"/>
                <a:gd name="T32" fmla="*/ 34 w 53"/>
                <a:gd name="T33" fmla="*/ 47 h 82"/>
                <a:gd name="T34" fmla="*/ 33 w 53"/>
                <a:gd name="T35" fmla="*/ 49 h 82"/>
                <a:gd name="T36" fmla="*/ 35 w 53"/>
                <a:gd name="T37" fmla="*/ 49 h 82"/>
                <a:gd name="T38" fmla="*/ 36 w 53"/>
                <a:gd name="T39" fmla="*/ 49 h 82"/>
                <a:gd name="T40" fmla="*/ 37 w 53"/>
                <a:gd name="T41" fmla="*/ 50 h 82"/>
                <a:gd name="T42" fmla="*/ 39 w 53"/>
                <a:gd name="T43" fmla="*/ 54 h 82"/>
                <a:gd name="T44" fmla="*/ 40 w 53"/>
                <a:gd name="T45" fmla="*/ 56 h 82"/>
                <a:gd name="T46" fmla="*/ 41 w 53"/>
                <a:gd name="T47" fmla="*/ 57 h 82"/>
                <a:gd name="T48" fmla="*/ 42 w 53"/>
                <a:gd name="T49" fmla="*/ 60 h 82"/>
                <a:gd name="T50" fmla="*/ 39 w 53"/>
                <a:gd name="T51" fmla="*/ 63 h 82"/>
                <a:gd name="T52" fmla="*/ 44 w 53"/>
                <a:gd name="T53" fmla="*/ 62 h 82"/>
                <a:gd name="T54" fmla="*/ 48 w 53"/>
                <a:gd name="T55" fmla="*/ 61 h 82"/>
                <a:gd name="T56" fmla="*/ 48 w 53"/>
                <a:gd name="T57" fmla="*/ 63 h 82"/>
                <a:gd name="T58" fmla="*/ 50 w 53"/>
                <a:gd name="T59" fmla="*/ 62 h 82"/>
                <a:gd name="T60" fmla="*/ 49 w 53"/>
                <a:gd name="T61" fmla="*/ 64 h 82"/>
                <a:gd name="T62" fmla="*/ 46 w 53"/>
                <a:gd name="T63" fmla="*/ 67 h 82"/>
                <a:gd name="T64" fmla="*/ 50 w 53"/>
                <a:gd name="T65" fmla="*/ 66 h 82"/>
                <a:gd name="T66" fmla="*/ 49 w 53"/>
                <a:gd name="T67" fmla="*/ 67 h 82"/>
                <a:gd name="T68" fmla="*/ 52 w 53"/>
                <a:gd name="T69" fmla="*/ 67 h 82"/>
                <a:gd name="T70" fmla="*/ 52 w 53"/>
                <a:gd name="T71" fmla="*/ 68 h 82"/>
                <a:gd name="T72" fmla="*/ 47 w 53"/>
                <a:gd name="T73" fmla="*/ 71 h 82"/>
                <a:gd name="T74" fmla="*/ 52 w 53"/>
                <a:gd name="T75" fmla="*/ 70 h 82"/>
                <a:gd name="T76" fmla="*/ 48 w 53"/>
                <a:gd name="T77" fmla="*/ 78 h 82"/>
                <a:gd name="T78" fmla="*/ 47 w 53"/>
                <a:gd name="T79" fmla="*/ 79 h 82"/>
                <a:gd name="T80" fmla="*/ 49 w 53"/>
                <a:gd name="T81" fmla="*/ 81 h 82"/>
                <a:gd name="T82" fmla="*/ 46 w 53"/>
                <a:gd name="T83" fmla="*/ 82 h 82"/>
                <a:gd name="T84" fmla="*/ 47 w 53"/>
                <a:gd name="T85" fmla="*/ 79 h 82"/>
                <a:gd name="T86" fmla="*/ 41 w 53"/>
                <a:gd name="T87" fmla="*/ 78 h 82"/>
                <a:gd name="T88" fmla="*/ 35 w 53"/>
                <a:gd name="T89" fmla="*/ 74 h 82"/>
                <a:gd name="T90" fmla="*/ 29 w 53"/>
                <a:gd name="T91" fmla="*/ 69 h 82"/>
                <a:gd name="T92" fmla="*/ 25 w 53"/>
                <a:gd name="T93" fmla="*/ 64 h 82"/>
                <a:gd name="T94" fmla="*/ 22 w 53"/>
                <a:gd name="T95" fmla="*/ 61 h 82"/>
                <a:gd name="T96" fmla="*/ 19 w 53"/>
                <a:gd name="T97" fmla="*/ 52 h 82"/>
                <a:gd name="T98" fmla="*/ 19 w 53"/>
                <a:gd name="T99" fmla="*/ 47 h 82"/>
                <a:gd name="T100" fmla="*/ 18 w 53"/>
                <a:gd name="T101" fmla="*/ 41 h 82"/>
                <a:gd name="T102" fmla="*/ 5 w 53"/>
                <a:gd name="T103" fmla="*/ 24 h 82"/>
                <a:gd name="T104" fmla="*/ 4 w 53"/>
                <a:gd name="T105" fmla="*/ 19 h 82"/>
                <a:gd name="T106" fmla="*/ 8 w 53"/>
                <a:gd name="T107" fmla="*/ 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82">
                  <a:moveTo>
                    <a:pt x="8" y="1"/>
                  </a:moveTo>
                  <a:cubicBezTo>
                    <a:pt x="12" y="0"/>
                    <a:pt x="8" y="3"/>
                    <a:pt x="12" y="4"/>
                  </a:cubicBezTo>
                  <a:cubicBezTo>
                    <a:pt x="12" y="4"/>
                    <a:pt x="9" y="4"/>
                    <a:pt x="10" y="4"/>
                  </a:cubicBezTo>
                  <a:cubicBezTo>
                    <a:pt x="14" y="4"/>
                    <a:pt x="12" y="7"/>
                    <a:pt x="10" y="9"/>
                  </a:cubicBezTo>
                  <a:cubicBezTo>
                    <a:pt x="9" y="9"/>
                    <a:pt x="9" y="9"/>
                    <a:pt x="9" y="9"/>
                  </a:cubicBezTo>
                  <a:cubicBezTo>
                    <a:pt x="9" y="10"/>
                    <a:pt x="11" y="9"/>
                    <a:pt x="11" y="10"/>
                  </a:cubicBezTo>
                  <a:cubicBezTo>
                    <a:pt x="10" y="10"/>
                    <a:pt x="10" y="10"/>
                    <a:pt x="10" y="10"/>
                  </a:cubicBezTo>
                  <a:cubicBezTo>
                    <a:pt x="11" y="10"/>
                    <a:pt x="11" y="10"/>
                    <a:pt x="12" y="10"/>
                  </a:cubicBezTo>
                  <a:cubicBezTo>
                    <a:pt x="11" y="10"/>
                    <a:pt x="10" y="11"/>
                    <a:pt x="9" y="11"/>
                  </a:cubicBezTo>
                  <a:cubicBezTo>
                    <a:pt x="11" y="11"/>
                    <a:pt x="11" y="11"/>
                    <a:pt x="11" y="11"/>
                  </a:cubicBezTo>
                  <a:cubicBezTo>
                    <a:pt x="15" y="10"/>
                    <a:pt x="11" y="12"/>
                    <a:pt x="13" y="12"/>
                  </a:cubicBezTo>
                  <a:cubicBezTo>
                    <a:pt x="12" y="12"/>
                    <a:pt x="12" y="12"/>
                    <a:pt x="12" y="12"/>
                  </a:cubicBezTo>
                  <a:cubicBezTo>
                    <a:pt x="15" y="12"/>
                    <a:pt x="15" y="13"/>
                    <a:pt x="16" y="14"/>
                  </a:cubicBezTo>
                  <a:cubicBezTo>
                    <a:pt x="14" y="15"/>
                    <a:pt x="14" y="15"/>
                    <a:pt x="14" y="15"/>
                  </a:cubicBezTo>
                  <a:cubicBezTo>
                    <a:pt x="15" y="14"/>
                    <a:pt x="16" y="15"/>
                    <a:pt x="16" y="15"/>
                  </a:cubicBezTo>
                  <a:cubicBezTo>
                    <a:pt x="15" y="15"/>
                    <a:pt x="18" y="15"/>
                    <a:pt x="17" y="15"/>
                  </a:cubicBezTo>
                  <a:cubicBezTo>
                    <a:pt x="17" y="15"/>
                    <a:pt x="17" y="15"/>
                    <a:pt x="17" y="15"/>
                  </a:cubicBezTo>
                  <a:cubicBezTo>
                    <a:pt x="19" y="15"/>
                    <a:pt x="16" y="16"/>
                    <a:pt x="18" y="16"/>
                  </a:cubicBezTo>
                  <a:cubicBezTo>
                    <a:pt x="17" y="16"/>
                    <a:pt x="17" y="16"/>
                    <a:pt x="17" y="16"/>
                  </a:cubicBezTo>
                  <a:cubicBezTo>
                    <a:pt x="19" y="16"/>
                    <a:pt x="16" y="17"/>
                    <a:pt x="17" y="17"/>
                  </a:cubicBezTo>
                  <a:cubicBezTo>
                    <a:pt x="18" y="17"/>
                    <a:pt x="18" y="17"/>
                    <a:pt x="18" y="17"/>
                  </a:cubicBezTo>
                  <a:cubicBezTo>
                    <a:pt x="18" y="17"/>
                    <a:pt x="17" y="17"/>
                    <a:pt x="18" y="17"/>
                  </a:cubicBezTo>
                  <a:cubicBezTo>
                    <a:pt x="17" y="17"/>
                    <a:pt x="17" y="17"/>
                    <a:pt x="17" y="17"/>
                  </a:cubicBezTo>
                  <a:cubicBezTo>
                    <a:pt x="18" y="17"/>
                    <a:pt x="17" y="18"/>
                    <a:pt x="19" y="18"/>
                  </a:cubicBezTo>
                  <a:cubicBezTo>
                    <a:pt x="17" y="18"/>
                    <a:pt x="18" y="17"/>
                    <a:pt x="16" y="18"/>
                  </a:cubicBezTo>
                  <a:cubicBezTo>
                    <a:pt x="18" y="19"/>
                    <a:pt x="18" y="21"/>
                    <a:pt x="19" y="22"/>
                  </a:cubicBezTo>
                  <a:cubicBezTo>
                    <a:pt x="17" y="23"/>
                    <a:pt x="17" y="23"/>
                    <a:pt x="17" y="23"/>
                  </a:cubicBezTo>
                  <a:cubicBezTo>
                    <a:pt x="18" y="23"/>
                    <a:pt x="18" y="23"/>
                    <a:pt x="19" y="23"/>
                  </a:cubicBezTo>
                  <a:cubicBezTo>
                    <a:pt x="19" y="23"/>
                    <a:pt x="18" y="23"/>
                    <a:pt x="18" y="23"/>
                  </a:cubicBezTo>
                  <a:cubicBezTo>
                    <a:pt x="17" y="24"/>
                    <a:pt x="20" y="23"/>
                    <a:pt x="19" y="24"/>
                  </a:cubicBezTo>
                  <a:cubicBezTo>
                    <a:pt x="17" y="24"/>
                    <a:pt x="17" y="24"/>
                    <a:pt x="17" y="24"/>
                  </a:cubicBezTo>
                  <a:cubicBezTo>
                    <a:pt x="19" y="24"/>
                    <a:pt x="19" y="24"/>
                    <a:pt x="19" y="24"/>
                  </a:cubicBezTo>
                  <a:cubicBezTo>
                    <a:pt x="19" y="24"/>
                    <a:pt x="19" y="24"/>
                    <a:pt x="18" y="25"/>
                  </a:cubicBezTo>
                  <a:cubicBezTo>
                    <a:pt x="20" y="24"/>
                    <a:pt x="18" y="25"/>
                    <a:pt x="19" y="25"/>
                  </a:cubicBezTo>
                  <a:cubicBezTo>
                    <a:pt x="18" y="25"/>
                    <a:pt x="18" y="25"/>
                    <a:pt x="18" y="25"/>
                  </a:cubicBezTo>
                  <a:cubicBezTo>
                    <a:pt x="17" y="26"/>
                    <a:pt x="20" y="25"/>
                    <a:pt x="20" y="25"/>
                  </a:cubicBezTo>
                  <a:cubicBezTo>
                    <a:pt x="19" y="26"/>
                    <a:pt x="19" y="26"/>
                    <a:pt x="19" y="26"/>
                  </a:cubicBezTo>
                  <a:cubicBezTo>
                    <a:pt x="21" y="25"/>
                    <a:pt x="20" y="26"/>
                    <a:pt x="21" y="26"/>
                  </a:cubicBezTo>
                  <a:cubicBezTo>
                    <a:pt x="21" y="26"/>
                    <a:pt x="21" y="26"/>
                    <a:pt x="21" y="26"/>
                  </a:cubicBezTo>
                  <a:cubicBezTo>
                    <a:pt x="21" y="27"/>
                    <a:pt x="20" y="27"/>
                    <a:pt x="21" y="27"/>
                  </a:cubicBezTo>
                  <a:cubicBezTo>
                    <a:pt x="21" y="28"/>
                    <a:pt x="19" y="28"/>
                    <a:pt x="19" y="28"/>
                  </a:cubicBezTo>
                  <a:cubicBezTo>
                    <a:pt x="22" y="28"/>
                    <a:pt x="21" y="29"/>
                    <a:pt x="23" y="28"/>
                  </a:cubicBezTo>
                  <a:cubicBezTo>
                    <a:pt x="23" y="28"/>
                    <a:pt x="22" y="29"/>
                    <a:pt x="23" y="29"/>
                  </a:cubicBezTo>
                  <a:cubicBezTo>
                    <a:pt x="22" y="29"/>
                    <a:pt x="20" y="30"/>
                    <a:pt x="20" y="30"/>
                  </a:cubicBezTo>
                  <a:cubicBezTo>
                    <a:pt x="19" y="31"/>
                    <a:pt x="19" y="31"/>
                    <a:pt x="19" y="31"/>
                  </a:cubicBezTo>
                  <a:cubicBezTo>
                    <a:pt x="18" y="31"/>
                    <a:pt x="19" y="30"/>
                    <a:pt x="18" y="31"/>
                  </a:cubicBezTo>
                  <a:cubicBezTo>
                    <a:pt x="18" y="31"/>
                    <a:pt x="19" y="31"/>
                    <a:pt x="19" y="31"/>
                  </a:cubicBezTo>
                  <a:cubicBezTo>
                    <a:pt x="20" y="31"/>
                    <a:pt x="23" y="30"/>
                    <a:pt x="23" y="31"/>
                  </a:cubicBezTo>
                  <a:cubicBezTo>
                    <a:pt x="22" y="31"/>
                    <a:pt x="21" y="32"/>
                    <a:pt x="20" y="32"/>
                  </a:cubicBezTo>
                  <a:cubicBezTo>
                    <a:pt x="25" y="31"/>
                    <a:pt x="25" y="31"/>
                    <a:pt x="25" y="31"/>
                  </a:cubicBezTo>
                  <a:cubicBezTo>
                    <a:pt x="25" y="31"/>
                    <a:pt x="23" y="31"/>
                    <a:pt x="24" y="31"/>
                  </a:cubicBezTo>
                  <a:cubicBezTo>
                    <a:pt x="25" y="31"/>
                    <a:pt x="25" y="31"/>
                    <a:pt x="25" y="31"/>
                  </a:cubicBezTo>
                  <a:cubicBezTo>
                    <a:pt x="25" y="31"/>
                    <a:pt x="26" y="31"/>
                    <a:pt x="24" y="32"/>
                  </a:cubicBezTo>
                  <a:cubicBezTo>
                    <a:pt x="23" y="32"/>
                    <a:pt x="23" y="32"/>
                    <a:pt x="23" y="32"/>
                  </a:cubicBezTo>
                  <a:cubicBezTo>
                    <a:pt x="23" y="33"/>
                    <a:pt x="23" y="32"/>
                    <a:pt x="24" y="33"/>
                  </a:cubicBezTo>
                  <a:cubicBezTo>
                    <a:pt x="23" y="33"/>
                    <a:pt x="23" y="33"/>
                    <a:pt x="23" y="33"/>
                  </a:cubicBezTo>
                  <a:cubicBezTo>
                    <a:pt x="23" y="33"/>
                    <a:pt x="24" y="33"/>
                    <a:pt x="25" y="32"/>
                  </a:cubicBezTo>
                  <a:cubicBezTo>
                    <a:pt x="25" y="32"/>
                    <a:pt x="24" y="33"/>
                    <a:pt x="25" y="32"/>
                  </a:cubicBezTo>
                  <a:cubicBezTo>
                    <a:pt x="26" y="32"/>
                    <a:pt x="26" y="32"/>
                    <a:pt x="27" y="32"/>
                  </a:cubicBezTo>
                  <a:cubicBezTo>
                    <a:pt x="25" y="33"/>
                    <a:pt x="25" y="33"/>
                    <a:pt x="25" y="33"/>
                  </a:cubicBezTo>
                  <a:cubicBezTo>
                    <a:pt x="27" y="33"/>
                    <a:pt x="27" y="33"/>
                    <a:pt x="28" y="33"/>
                  </a:cubicBezTo>
                  <a:cubicBezTo>
                    <a:pt x="29" y="32"/>
                    <a:pt x="26" y="33"/>
                    <a:pt x="27" y="33"/>
                  </a:cubicBezTo>
                  <a:cubicBezTo>
                    <a:pt x="26" y="34"/>
                    <a:pt x="29" y="33"/>
                    <a:pt x="27" y="35"/>
                  </a:cubicBezTo>
                  <a:cubicBezTo>
                    <a:pt x="27" y="35"/>
                    <a:pt x="29" y="34"/>
                    <a:pt x="28" y="34"/>
                  </a:cubicBezTo>
                  <a:cubicBezTo>
                    <a:pt x="28" y="34"/>
                    <a:pt x="27" y="35"/>
                    <a:pt x="28" y="35"/>
                  </a:cubicBezTo>
                  <a:cubicBezTo>
                    <a:pt x="27" y="35"/>
                    <a:pt x="28" y="35"/>
                    <a:pt x="28" y="35"/>
                  </a:cubicBezTo>
                  <a:cubicBezTo>
                    <a:pt x="29" y="35"/>
                    <a:pt x="28" y="35"/>
                    <a:pt x="28" y="35"/>
                  </a:cubicBezTo>
                  <a:cubicBezTo>
                    <a:pt x="29" y="35"/>
                    <a:pt x="30" y="35"/>
                    <a:pt x="29" y="36"/>
                  </a:cubicBezTo>
                  <a:cubicBezTo>
                    <a:pt x="30" y="36"/>
                    <a:pt x="31" y="36"/>
                    <a:pt x="31" y="36"/>
                  </a:cubicBezTo>
                  <a:cubicBezTo>
                    <a:pt x="30" y="37"/>
                    <a:pt x="30" y="37"/>
                    <a:pt x="30" y="37"/>
                  </a:cubicBezTo>
                  <a:cubicBezTo>
                    <a:pt x="29" y="37"/>
                    <a:pt x="30" y="37"/>
                    <a:pt x="29" y="37"/>
                  </a:cubicBezTo>
                  <a:cubicBezTo>
                    <a:pt x="31" y="37"/>
                    <a:pt x="27" y="37"/>
                    <a:pt x="29" y="37"/>
                  </a:cubicBezTo>
                  <a:cubicBezTo>
                    <a:pt x="28" y="37"/>
                    <a:pt x="31" y="36"/>
                    <a:pt x="29" y="37"/>
                  </a:cubicBezTo>
                  <a:cubicBezTo>
                    <a:pt x="29" y="37"/>
                    <a:pt x="31" y="37"/>
                    <a:pt x="30" y="38"/>
                  </a:cubicBezTo>
                  <a:cubicBezTo>
                    <a:pt x="30" y="37"/>
                    <a:pt x="28" y="38"/>
                    <a:pt x="28" y="38"/>
                  </a:cubicBezTo>
                  <a:cubicBezTo>
                    <a:pt x="28" y="39"/>
                    <a:pt x="29" y="38"/>
                    <a:pt x="29" y="38"/>
                  </a:cubicBezTo>
                  <a:cubicBezTo>
                    <a:pt x="30" y="38"/>
                    <a:pt x="30" y="38"/>
                    <a:pt x="30" y="38"/>
                  </a:cubicBezTo>
                  <a:cubicBezTo>
                    <a:pt x="31" y="38"/>
                    <a:pt x="30" y="39"/>
                    <a:pt x="31" y="38"/>
                  </a:cubicBezTo>
                  <a:cubicBezTo>
                    <a:pt x="30" y="38"/>
                    <a:pt x="32" y="38"/>
                    <a:pt x="30" y="39"/>
                  </a:cubicBezTo>
                  <a:cubicBezTo>
                    <a:pt x="28" y="40"/>
                    <a:pt x="28" y="40"/>
                    <a:pt x="28" y="40"/>
                  </a:cubicBezTo>
                  <a:cubicBezTo>
                    <a:pt x="28" y="40"/>
                    <a:pt x="30" y="39"/>
                    <a:pt x="31" y="39"/>
                  </a:cubicBezTo>
                  <a:cubicBezTo>
                    <a:pt x="30" y="39"/>
                    <a:pt x="30" y="39"/>
                    <a:pt x="30" y="39"/>
                  </a:cubicBezTo>
                  <a:cubicBezTo>
                    <a:pt x="33" y="38"/>
                    <a:pt x="30" y="40"/>
                    <a:pt x="32" y="39"/>
                  </a:cubicBezTo>
                  <a:cubicBezTo>
                    <a:pt x="31" y="40"/>
                    <a:pt x="32" y="40"/>
                    <a:pt x="31" y="41"/>
                  </a:cubicBezTo>
                  <a:cubicBezTo>
                    <a:pt x="32" y="40"/>
                    <a:pt x="33" y="40"/>
                    <a:pt x="32" y="41"/>
                  </a:cubicBezTo>
                  <a:cubicBezTo>
                    <a:pt x="32" y="41"/>
                    <a:pt x="32" y="41"/>
                    <a:pt x="31" y="41"/>
                  </a:cubicBezTo>
                  <a:cubicBezTo>
                    <a:pt x="31" y="41"/>
                    <a:pt x="31" y="41"/>
                    <a:pt x="32" y="41"/>
                  </a:cubicBezTo>
                  <a:cubicBezTo>
                    <a:pt x="31" y="41"/>
                    <a:pt x="30" y="42"/>
                    <a:pt x="30" y="43"/>
                  </a:cubicBezTo>
                  <a:cubicBezTo>
                    <a:pt x="31" y="43"/>
                    <a:pt x="32" y="42"/>
                    <a:pt x="33" y="42"/>
                  </a:cubicBezTo>
                  <a:cubicBezTo>
                    <a:pt x="30" y="43"/>
                    <a:pt x="35" y="41"/>
                    <a:pt x="32" y="43"/>
                  </a:cubicBezTo>
                  <a:cubicBezTo>
                    <a:pt x="32" y="43"/>
                    <a:pt x="31" y="43"/>
                    <a:pt x="31" y="43"/>
                  </a:cubicBezTo>
                  <a:cubicBezTo>
                    <a:pt x="28" y="45"/>
                    <a:pt x="33" y="43"/>
                    <a:pt x="32" y="44"/>
                  </a:cubicBezTo>
                  <a:cubicBezTo>
                    <a:pt x="34" y="43"/>
                    <a:pt x="34" y="43"/>
                    <a:pt x="34" y="43"/>
                  </a:cubicBezTo>
                  <a:cubicBezTo>
                    <a:pt x="32" y="43"/>
                    <a:pt x="35" y="43"/>
                    <a:pt x="33" y="44"/>
                  </a:cubicBezTo>
                  <a:cubicBezTo>
                    <a:pt x="34" y="43"/>
                    <a:pt x="32" y="44"/>
                    <a:pt x="34" y="43"/>
                  </a:cubicBezTo>
                  <a:cubicBezTo>
                    <a:pt x="33" y="45"/>
                    <a:pt x="36" y="44"/>
                    <a:pt x="33" y="46"/>
                  </a:cubicBezTo>
                  <a:cubicBezTo>
                    <a:pt x="33" y="46"/>
                    <a:pt x="33" y="46"/>
                    <a:pt x="34" y="46"/>
                  </a:cubicBezTo>
                  <a:cubicBezTo>
                    <a:pt x="35" y="45"/>
                    <a:pt x="33" y="46"/>
                    <a:pt x="34" y="46"/>
                  </a:cubicBezTo>
                  <a:cubicBezTo>
                    <a:pt x="34" y="46"/>
                    <a:pt x="34" y="45"/>
                    <a:pt x="34" y="45"/>
                  </a:cubicBezTo>
                  <a:cubicBezTo>
                    <a:pt x="34" y="46"/>
                    <a:pt x="34" y="46"/>
                    <a:pt x="32" y="47"/>
                  </a:cubicBezTo>
                  <a:cubicBezTo>
                    <a:pt x="31" y="47"/>
                    <a:pt x="36" y="45"/>
                    <a:pt x="35" y="46"/>
                  </a:cubicBezTo>
                  <a:cubicBezTo>
                    <a:pt x="34" y="47"/>
                    <a:pt x="34" y="47"/>
                    <a:pt x="34" y="47"/>
                  </a:cubicBezTo>
                  <a:cubicBezTo>
                    <a:pt x="36" y="46"/>
                    <a:pt x="36" y="46"/>
                    <a:pt x="36" y="46"/>
                  </a:cubicBezTo>
                  <a:cubicBezTo>
                    <a:pt x="36" y="47"/>
                    <a:pt x="34" y="47"/>
                    <a:pt x="33" y="48"/>
                  </a:cubicBezTo>
                  <a:cubicBezTo>
                    <a:pt x="33" y="48"/>
                    <a:pt x="33" y="48"/>
                    <a:pt x="34" y="48"/>
                  </a:cubicBezTo>
                  <a:cubicBezTo>
                    <a:pt x="33" y="49"/>
                    <a:pt x="33" y="49"/>
                    <a:pt x="33" y="49"/>
                  </a:cubicBezTo>
                  <a:cubicBezTo>
                    <a:pt x="34" y="48"/>
                    <a:pt x="33" y="49"/>
                    <a:pt x="34" y="49"/>
                  </a:cubicBezTo>
                  <a:cubicBezTo>
                    <a:pt x="33" y="49"/>
                    <a:pt x="33" y="49"/>
                    <a:pt x="33" y="49"/>
                  </a:cubicBezTo>
                  <a:cubicBezTo>
                    <a:pt x="33" y="49"/>
                    <a:pt x="33" y="49"/>
                    <a:pt x="34" y="49"/>
                  </a:cubicBezTo>
                  <a:cubicBezTo>
                    <a:pt x="34" y="49"/>
                    <a:pt x="35" y="48"/>
                    <a:pt x="35" y="48"/>
                  </a:cubicBezTo>
                  <a:cubicBezTo>
                    <a:pt x="35" y="48"/>
                    <a:pt x="35" y="48"/>
                    <a:pt x="36" y="48"/>
                  </a:cubicBezTo>
                  <a:cubicBezTo>
                    <a:pt x="35" y="48"/>
                    <a:pt x="35" y="48"/>
                    <a:pt x="35" y="49"/>
                  </a:cubicBezTo>
                  <a:cubicBezTo>
                    <a:pt x="35" y="49"/>
                    <a:pt x="37" y="48"/>
                    <a:pt x="37" y="48"/>
                  </a:cubicBezTo>
                  <a:cubicBezTo>
                    <a:pt x="36" y="49"/>
                    <a:pt x="37" y="49"/>
                    <a:pt x="35" y="49"/>
                  </a:cubicBezTo>
                  <a:cubicBezTo>
                    <a:pt x="35" y="49"/>
                    <a:pt x="36" y="49"/>
                    <a:pt x="35" y="49"/>
                  </a:cubicBezTo>
                  <a:cubicBezTo>
                    <a:pt x="35" y="49"/>
                    <a:pt x="34" y="50"/>
                    <a:pt x="35" y="49"/>
                  </a:cubicBezTo>
                  <a:cubicBezTo>
                    <a:pt x="35" y="49"/>
                    <a:pt x="37" y="48"/>
                    <a:pt x="37" y="49"/>
                  </a:cubicBezTo>
                  <a:cubicBezTo>
                    <a:pt x="35" y="49"/>
                    <a:pt x="35" y="49"/>
                    <a:pt x="35" y="49"/>
                  </a:cubicBezTo>
                  <a:cubicBezTo>
                    <a:pt x="35" y="50"/>
                    <a:pt x="35" y="50"/>
                    <a:pt x="35" y="50"/>
                  </a:cubicBezTo>
                  <a:cubicBezTo>
                    <a:pt x="36" y="49"/>
                    <a:pt x="36" y="49"/>
                    <a:pt x="36" y="49"/>
                  </a:cubicBezTo>
                  <a:cubicBezTo>
                    <a:pt x="35" y="50"/>
                    <a:pt x="35" y="50"/>
                    <a:pt x="35" y="50"/>
                  </a:cubicBezTo>
                  <a:cubicBezTo>
                    <a:pt x="37" y="49"/>
                    <a:pt x="36" y="50"/>
                    <a:pt x="37" y="49"/>
                  </a:cubicBezTo>
                  <a:cubicBezTo>
                    <a:pt x="38" y="49"/>
                    <a:pt x="37" y="50"/>
                    <a:pt x="37" y="50"/>
                  </a:cubicBezTo>
                  <a:cubicBezTo>
                    <a:pt x="37" y="50"/>
                    <a:pt x="37" y="50"/>
                    <a:pt x="37" y="50"/>
                  </a:cubicBezTo>
                  <a:cubicBezTo>
                    <a:pt x="36" y="51"/>
                    <a:pt x="36" y="51"/>
                    <a:pt x="37" y="50"/>
                  </a:cubicBezTo>
                  <a:cubicBezTo>
                    <a:pt x="37" y="50"/>
                    <a:pt x="37" y="50"/>
                    <a:pt x="37" y="50"/>
                  </a:cubicBezTo>
                  <a:cubicBezTo>
                    <a:pt x="37" y="51"/>
                    <a:pt x="37" y="51"/>
                    <a:pt x="38" y="50"/>
                  </a:cubicBezTo>
                  <a:cubicBezTo>
                    <a:pt x="37" y="51"/>
                    <a:pt x="34" y="53"/>
                    <a:pt x="35" y="52"/>
                  </a:cubicBezTo>
                  <a:cubicBezTo>
                    <a:pt x="35" y="52"/>
                    <a:pt x="38" y="51"/>
                    <a:pt x="38" y="51"/>
                  </a:cubicBezTo>
                  <a:cubicBezTo>
                    <a:pt x="38" y="52"/>
                    <a:pt x="40" y="51"/>
                    <a:pt x="38" y="53"/>
                  </a:cubicBezTo>
                  <a:cubicBezTo>
                    <a:pt x="39" y="52"/>
                    <a:pt x="39" y="52"/>
                    <a:pt x="39" y="52"/>
                  </a:cubicBezTo>
                  <a:cubicBezTo>
                    <a:pt x="39" y="53"/>
                    <a:pt x="41" y="53"/>
                    <a:pt x="39" y="54"/>
                  </a:cubicBezTo>
                  <a:cubicBezTo>
                    <a:pt x="39" y="54"/>
                    <a:pt x="38" y="55"/>
                    <a:pt x="37" y="55"/>
                  </a:cubicBezTo>
                  <a:cubicBezTo>
                    <a:pt x="38" y="55"/>
                    <a:pt x="36" y="56"/>
                    <a:pt x="38" y="55"/>
                  </a:cubicBezTo>
                  <a:cubicBezTo>
                    <a:pt x="39" y="55"/>
                    <a:pt x="40" y="54"/>
                    <a:pt x="40" y="54"/>
                  </a:cubicBezTo>
                  <a:cubicBezTo>
                    <a:pt x="41" y="54"/>
                    <a:pt x="41" y="54"/>
                    <a:pt x="40" y="55"/>
                  </a:cubicBezTo>
                  <a:cubicBezTo>
                    <a:pt x="41" y="55"/>
                    <a:pt x="41" y="55"/>
                    <a:pt x="41" y="55"/>
                  </a:cubicBezTo>
                  <a:cubicBezTo>
                    <a:pt x="40" y="55"/>
                    <a:pt x="40" y="56"/>
                    <a:pt x="40" y="56"/>
                  </a:cubicBezTo>
                  <a:cubicBezTo>
                    <a:pt x="41" y="55"/>
                    <a:pt x="41" y="55"/>
                    <a:pt x="41" y="55"/>
                  </a:cubicBezTo>
                  <a:cubicBezTo>
                    <a:pt x="40" y="56"/>
                    <a:pt x="40" y="56"/>
                    <a:pt x="40" y="56"/>
                  </a:cubicBezTo>
                  <a:cubicBezTo>
                    <a:pt x="41" y="56"/>
                    <a:pt x="42" y="55"/>
                    <a:pt x="42" y="56"/>
                  </a:cubicBezTo>
                  <a:cubicBezTo>
                    <a:pt x="40" y="56"/>
                    <a:pt x="40" y="56"/>
                    <a:pt x="40" y="56"/>
                  </a:cubicBezTo>
                  <a:cubicBezTo>
                    <a:pt x="41" y="56"/>
                    <a:pt x="43" y="55"/>
                    <a:pt x="42" y="56"/>
                  </a:cubicBezTo>
                  <a:cubicBezTo>
                    <a:pt x="41" y="57"/>
                    <a:pt x="41" y="57"/>
                    <a:pt x="41" y="57"/>
                  </a:cubicBezTo>
                  <a:cubicBezTo>
                    <a:pt x="41" y="57"/>
                    <a:pt x="42" y="57"/>
                    <a:pt x="42" y="56"/>
                  </a:cubicBezTo>
                  <a:cubicBezTo>
                    <a:pt x="42" y="57"/>
                    <a:pt x="42" y="58"/>
                    <a:pt x="40" y="58"/>
                  </a:cubicBezTo>
                  <a:cubicBezTo>
                    <a:pt x="44" y="57"/>
                    <a:pt x="44" y="58"/>
                    <a:pt x="45" y="59"/>
                  </a:cubicBezTo>
                  <a:cubicBezTo>
                    <a:pt x="44" y="59"/>
                    <a:pt x="44" y="59"/>
                    <a:pt x="44" y="59"/>
                  </a:cubicBezTo>
                  <a:cubicBezTo>
                    <a:pt x="43" y="60"/>
                    <a:pt x="45" y="58"/>
                    <a:pt x="45" y="59"/>
                  </a:cubicBezTo>
                  <a:cubicBezTo>
                    <a:pt x="42" y="60"/>
                    <a:pt x="42" y="60"/>
                    <a:pt x="42" y="60"/>
                  </a:cubicBezTo>
                  <a:cubicBezTo>
                    <a:pt x="42" y="61"/>
                    <a:pt x="44" y="60"/>
                    <a:pt x="44" y="60"/>
                  </a:cubicBezTo>
                  <a:cubicBezTo>
                    <a:pt x="45" y="59"/>
                    <a:pt x="44" y="60"/>
                    <a:pt x="45" y="59"/>
                  </a:cubicBezTo>
                  <a:cubicBezTo>
                    <a:pt x="45" y="59"/>
                    <a:pt x="44" y="60"/>
                    <a:pt x="46" y="59"/>
                  </a:cubicBezTo>
                  <a:cubicBezTo>
                    <a:pt x="45" y="60"/>
                    <a:pt x="44" y="60"/>
                    <a:pt x="44" y="61"/>
                  </a:cubicBezTo>
                  <a:cubicBezTo>
                    <a:pt x="45" y="60"/>
                    <a:pt x="45" y="60"/>
                    <a:pt x="45" y="60"/>
                  </a:cubicBezTo>
                  <a:cubicBezTo>
                    <a:pt x="43" y="62"/>
                    <a:pt x="41" y="62"/>
                    <a:pt x="39" y="63"/>
                  </a:cubicBezTo>
                  <a:cubicBezTo>
                    <a:pt x="39" y="63"/>
                    <a:pt x="39" y="63"/>
                    <a:pt x="39" y="63"/>
                  </a:cubicBezTo>
                  <a:cubicBezTo>
                    <a:pt x="38" y="65"/>
                    <a:pt x="37" y="64"/>
                    <a:pt x="37" y="65"/>
                  </a:cubicBezTo>
                  <a:cubicBezTo>
                    <a:pt x="38" y="65"/>
                    <a:pt x="40" y="63"/>
                    <a:pt x="41" y="63"/>
                  </a:cubicBezTo>
                  <a:cubicBezTo>
                    <a:pt x="41" y="63"/>
                    <a:pt x="44" y="61"/>
                    <a:pt x="45" y="61"/>
                  </a:cubicBezTo>
                  <a:cubicBezTo>
                    <a:pt x="44" y="62"/>
                    <a:pt x="44" y="61"/>
                    <a:pt x="43" y="62"/>
                  </a:cubicBezTo>
                  <a:cubicBezTo>
                    <a:pt x="42" y="63"/>
                    <a:pt x="44" y="62"/>
                    <a:pt x="44" y="62"/>
                  </a:cubicBezTo>
                  <a:cubicBezTo>
                    <a:pt x="44" y="62"/>
                    <a:pt x="46" y="61"/>
                    <a:pt x="46" y="61"/>
                  </a:cubicBezTo>
                  <a:cubicBezTo>
                    <a:pt x="45" y="61"/>
                    <a:pt x="44" y="62"/>
                    <a:pt x="44" y="62"/>
                  </a:cubicBezTo>
                  <a:cubicBezTo>
                    <a:pt x="45" y="61"/>
                    <a:pt x="46" y="61"/>
                    <a:pt x="47" y="61"/>
                  </a:cubicBezTo>
                  <a:cubicBezTo>
                    <a:pt x="49" y="59"/>
                    <a:pt x="46" y="61"/>
                    <a:pt x="48" y="60"/>
                  </a:cubicBezTo>
                  <a:cubicBezTo>
                    <a:pt x="47" y="61"/>
                    <a:pt x="45" y="62"/>
                    <a:pt x="44" y="63"/>
                  </a:cubicBezTo>
                  <a:cubicBezTo>
                    <a:pt x="45" y="62"/>
                    <a:pt x="46" y="62"/>
                    <a:pt x="48" y="61"/>
                  </a:cubicBezTo>
                  <a:cubicBezTo>
                    <a:pt x="48" y="61"/>
                    <a:pt x="47" y="62"/>
                    <a:pt x="46" y="62"/>
                  </a:cubicBezTo>
                  <a:cubicBezTo>
                    <a:pt x="45" y="63"/>
                    <a:pt x="48" y="61"/>
                    <a:pt x="46" y="63"/>
                  </a:cubicBezTo>
                  <a:cubicBezTo>
                    <a:pt x="47" y="62"/>
                    <a:pt x="47" y="62"/>
                    <a:pt x="47" y="62"/>
                  </a:cubicBezTo>
                  <a:cubicBezTo>
                    <a:pt x="47" y="62"/>
                    <a:pt x="46" y="62"/>
                    <a:pt x="46" y="63"/>
                  </a:cubicBezTo>
                  <a:cubicBezTo>
                    <a:pt x="46" y="63"/>
                    <a:pt x="48" y="62"/>
                    <a:pt x="46" y="64"/>
                  </a:cubicBezTo>
                  <a:cubicBezTo>
                    <a:pt x="46" y="63"/>
                    <a:pt x="46" y="64"/>
                    <a:pt x="48" y="63"/>
                  </a:cubicBezTo>
                  <a:cubicBezTo>
                    <a:pt x="48" y="62"/>
                    <a:pt x="46" y="63"/>
                    <a:pt x="48" y="62"/>
                  </a:cubicBezTo>
                  <a:cubicBezTo>
                    <a:pt x="47" y="63"/>
                    <a:pt x="49" y="62"/>
                    <a:pt x="49" y="62"/>
                  </a:cubicBezTo>
                  <a:cubicBezTo>
                    <a:pt x="48" y="62"/>
                    <a:pt x="48" y="62"/>
                    <a:pt x="48" y="62"/>
                  </a:cubicBezTo>
                  <a:cubicBezTo>
                    <a:pt x="49" y="62"/>
                    <a:pt x="49" y="62"/>
                    <a:pt x="50" y="62"/>
                  </a:cubicBezTo>
                  <a:cubicBezTo>
                    <a:pt x="49" y="62"/>
                    <a:pt x="49" y="63"/>
                    <a:pt x="48" y="63"/>
                  </a:cubicBezTo>
                  <a:cubicBezTo>
                    <a:pt x="50" y="62"/>
                    <a:pt x="50" y="62"/>
                    <a:pt x="50" y="62"/>
                  </a:cubicBezTo>
                  <a:cubicBezTo>
                    <a:pt x="50" y="62"/>
                    <a:pt x="48" y="63"/>
                    <a:pt x="48" y="64"/>
                  </a:cubicBezTo>
                  <a:cubicBezTo>
                    <a:pt x="47" y="64"/>
                    <a:pt x="47" y="64"/>
                    <a:pt x="47" y="64"/>
                  </a:cubicBezTo>
                  <a:cubicBezTo>
                    <a:pt x="47" y="64"/>
                    <a:pt x="46" y="65"/>
                    <a:pt x="47" y="65"/>
                  </a:cubicBezTo>
                  <a:cubicBezTo>
                    <a:pt x="48" y="64"/>
                    <a:pt x="49" y="63"/>
                    <a:pt x="50" y="63"/>
                  </a:cubicBezTo>
                  <a:cubicBezTo>
                    <a:pt x="51" y="62"/>
                    <a:pt x="49" y="63"/>
                    <a:pt x="50" y="63"/>
                  </a:cubicBezTo>
                  <a:cubicBezTo>
                    <a:pt x="49" y="64"/>
                    <a:pt x="49" y="64"/>
                    <a:pt x="49" y="64"/>
                  </a:cubicBezTo>
                  <a:cubicBezTo>
                    <a:pt x="48" y="64"/>
                    <a:pt x="47" y="65"/>
                    <a:pt x="47" y="65"/>
                  </a:cubicBezTo>
                  <a:cubicBezTo>
                    <a:pt x="48" y="65"/>
                    <a:pt x="49" y="64"/>
                    <a:pt x="50" y="63"/>
                  </a:cubicBezTo>
                  <a:cubicBezTo>
                    <a:pt x="50" y="64"/>
                    <a:pt x="49" y="64"/>
                    <a:pt x="48" y="65"/>
                  </a:cubicBezTo>
                  <a:cubicBezTo>
                    <a:pt x="49" y="65"/>
                    <a:pt x="50" y="64"/>
                    <a:pt x="50" y="63"/>
                  </a:cubicBezTo>
                  <a:cubicBezTo>
                    <a:pt x="50" y="64"/>
                    <a:pt x="49" y="65"/>
                    <a:pt x="48" y="66"/>
                  </a:cubicBezTo>
                  <a:cubicBezTo>
                    <a:pt x="46" y="67"/>
                    <a:pt x="46" y="67"/>
                    <a:pt x="46" y="67"/>
                  </a:cubicBezTo>
                  <a:cubicBezTo>
                    <a:pt x="46" y="67"/>
                    <a:pt x="46" y="67"/>
                    <a:pt x="46" y="67"/>
                  </a:cubicBezTo>
                  <a:cubicBezTo>
                    <a:pt x="45" y="68"/>
                    <a:pt x="45" y="68"/>
                    <a:pt x="43" y="69"/>
                  </a:cubicBezTo>
                  <a:cubicBezTo>
                    <a:pt x="43" y="69"/>
                    <a:pt x="44" y="69"/>
                    <a:pt x="44" y="69"/>
                  </a:cubicBezTo>
                  <a:cubicBezTo>
                    <a:pt x="47" y="67"/>
                    <a:pt x="48" y="67"/>
                    <a:pt x="50" y="65"/>
                  </a:cubicBezTo>
                  <a:cubicBezTo>
                    <a:pt x="51" y="65"/>
                    <a:pt x="45" y="69"/>
                    <a:pt x="49" y="67"/>
                  </a:cubicBezTo>
                  <a:cubicBezTo>
                    <a:pt x="49" y="67"/>
                    <a:pt x="51" y="66"/>
                    <a:pt x="50" y="66"/>
                  </a:cubicBezTo>
                  <a:cubicBezTo>
                    <a:pt x="50" y="66"/>
                    <a:pt x="52" y="64"/>
                    <a:pt x="52" y="65"/>
                  </a:cubicBezTo>
                  <a:cubicBezTo>
                    <a:pt x="51" y="66"/>
                    <a:pt x="50" y="67"/>
                    <a:pt x="48" y="68"/>
                  </a:cubicBezTo>
                  <a:cubicBezTo>
                    <a:pt x="49" y="67"/>
                    <a:pt x="49" y="67"/>
                    <a:pt x="48" y="67"/>
                  </a:cubicBezTo>
                  <a:cubicBezTo>
                    <a:pt x="47" y="68"/>
                    <a:pt x="46" y="69"/>
                    <a:pt x="46" y="69"/>
                  </a:cubicBezTo>
                  <a:cubicBezTo>
                    <a:pt x="47" y="69"/>
                    <a:pt x="47" y="69"/>
                    <a:pt x="48" y="68"/>
                  </a:cubicBezTo>
                  <a:cubicBezTo>
                    <a:pt x="49" y="67"/>
                    <a:pt x="48" y="68"/>
                    <a:pt x="49" y="67"/>
                  </a:cubicBezTo>
                  <a:cubicBezTo>
                    <a:pt x="50" y="67"/>
                    <a:pt x="48" y="69"/>
                    <a:pt x="50" y="67"/>
                  </a:cubicBezTo>
                  <a:cubicBezTo>
                    <a:pt x="50" y="67"/>
                    <a:pt x="51" y="66"/>
                    <a:pt x="52" y="66"/>
                  </a:cubicBezTo>
                  <a:cubicBezTo>
                    <a:pt x="52" y="65"/>
                    <a:pt x="52" y="65"/>
                    <a:pt x="52" y="65"/>
                  </a:cubicBezTo>
                  <a:cubicBezTo>
                    <a:pt x="52" y="66"/>
                    <a:pt x="52" y="66"/>
                    <a:pt x="52" y="66"/>
                  </a:cubicBezTo>
                  <a:cubicBezTo>
                    <a:pt x="51" y="67"/>
                    <a:pt x="53" y="65"/>
                    <a:pt x="53" y="66"/>
                  </a:cubicBezTo>
                  <a:cubicBezTo>
                    <a:pt x="52" y="67"/>
                    <a:pt x="52" y="67"/>
                    <a:pt x="52" y="67"/>
                  </a:cubicBezTo>
                  <a:cubicBezTo>
                    <a:pt x="50" y="68"/>
                    <a:pt x="52" y="66"/>
                    <a:pt x="50" y="68"/>
                  </a:cubicBezTo>
                  <a:cubicBezTo>
                    <a:pt x="50" y="68"/>
                    <a:pt x="51" y="67"/>
                    <a:pt x="50" y="68"/>
                  </a:cubicBezTo>
                  <a:cubicBezTo>
                    <a:pt x="50" y="68"/>
                    <a:pt x="50" y="68"/>
                    <a:pt x="50" y="68"/>
                  </a:cubicBezTo>
                  <a:cubicBezTo>
                    <a:pt x="50" y="68"/>
                    <a:pt x="47" y="70"/>
                    <a:pt x="49" y="69"/>
                  </a:cubicBezTo>
                  <a:cubicBezTo>
                    <a:pt x="50" y="69"/>
                    <a:pt x="50" y="69"/>
                    <a:pt x="51" y="68"/>
                  </a:cubicBezTo>
                  <a:cubicBezTo>
                    <a:pt x="51" y="68"/>
                    <a:pt x="52" y="68"/>
                    <a:pt x="52" y="68"/>
                  </a:cubicBezTo>
                  <a:cubicBezTo>
                    <a:pt x="51" y="69"/>
                    <a:pt x="52" y="68"/>
                    <a:pt x="51" y="69"/>
                  </a:cubicBezTo>
                  <a:cubicBezTo>
                    <a:pt x="51" y="69"/>
                    <a:pt x="51" y="68"/>
                    <a:pt x="49" y="69"/>
                  </a:cubicBezTo>
                  <a:cubicBezTo>
                    <a:pt x="47" y="71"/>
                    <a:pt x="49" y="69"/>
                    <a:pt x="47" y="70"/>
                  </a:cubicBezTo>
                  <a:cubicBezTo>
                    <a:pt x="47" y="70"/>
                    <a:pt x="46" y="72"/>
                    <a:pt x="44" y="73"/>
                  </a:cubicBezTo>
                  <a:cubicBezTo>
                    <a:pt x="44" y="73"/>
                    <a:pt x="45" y="73"/>
                    <a:pt x="45" y="73"/>
                  </a:cubicBezTo>
                  <a:cubicBezTo>
                    <a:pt x="46" y="72"/>
                    <a:pt x="46" y="72"/>
                    <a:pt x="47" y="71"/>
                  </a:cubicBezTo>
                  <a:cubicBezTo>
                    <a:pt x="47" y="71"/>
                    <a:pt x="48" y="71"/>
                    <a:pt x="49" y="70"/>
                  </a:cubicBezTo>
                  <a:cubicBezTo>
                    <a:pt x="49" y="71"/>
                    <a:pt x="48" y="72"/>
                    <a:pt x="48" y="72"/>
                  </a:cubicBezTo>
                  <a:cubicBezTo>
                    <a:pt x="48" y="72"/>
                    <a:pt x="48" y="72"/>
                    <a:pt x="48" y="73"/>
                  </a:cubicBezTo>
                  <a:cubicBezTo>
                    <a:pt x="50" y="71"/>
                    <a:pt x="49" y="73"/>
                    <a:pt x="50" y="72"/>
                  </a:cubicBezTo>
                  <a:cubicBezTo>
                    <a:pt x="51" y="71"/>
                    <a:pt x="52" y="70"/>
                    <a:pt x="53" y="69"/>
                  </a:cubicBezTo>
                  <a:cubicBezTo>
                    <a:pt x="53" y="70"/>
                    <a:pt x="52" y="70"/>
                    <a:pt x="52" y="70"/>
                  </a:cubicBezTo>
                  <a:cubicBezTo>
                    <a:pt x="53" y="70"/>
                    <a:pt x="50" y="72"/>
                    <a:pt x="52" y="71"/>
                  </a:cubicBezTo>
                  <a:cubicBezTo>
                    <a:pt x="51" y="71"/>
                    <a:pt x="49" y="72"/>
                    <a:pt x="48" y="74"/>
                  </a:cubicBezTo>
                  <a:cubicBezTo>
                    <a:pt x="49" y="73"/>
                    <a:pt x="47" y="74"/>
                    <a:pt x="47" y="75"/>
                  </a:cubicBezTo>
                  <a:cubicBezTo>
                    <a:pt x="48" y="74"/>
                    <a:pt x="49" y="74"/>
                    <a:pt x="49" y="74"/>
                  </a:cubicBezTo>
                  <a:cubicBezTo>
                    <a:pt x="48" y="75"/>
                    <a:pt x="50" y="75"/>
                    <a:pt x="50" y="75"/>
                  </a:cubicBezTo>
                  <a:cubicBezTo>
                    <a:pt x="50" y="76"/>
                    <a:pt x="48" y="77"/>
                    <a:pt x="48" y="78"/>
                  </a:cubicBezTo>
                  <a:cubicBezTo>
                    <a:pt x="48" y="78"/>
                    <a:pt x="49" y="76"/>
                    <a:pt x="49" y="77"/>
                  </a:cubicBezTo>
                  <a:cubicBezTo>
                    <a:pt x="48" y="77"/>
                    <a:pt x="48" y="77"/>
                    <a:pt x="48" y="77"/>
                  </a:cubicBezTo>
                  <a:cubicBezTo>
                    <a:pt x="49" y="77"/>
                    <a:pt x="48" y="79"/>
                    <a:pt x="50" y="77"/>
                  </a:cubicBezTo>
                  <a:cubicBezTo>
                    <a:pt x="48" y="78"/>
                    <a:pt x="48" y="78"/>
                    <a:pt x="48" y="78"/>
                  </a:cubicBezTo>
                  <a:cubicBezTo>
                    <a:pt x="48" y="78"/>
                    <a:pt x="49" y="78"/>
                    <a:pt x="49" y="78"/>
                  </a:cubicBezTo>
                  <a:cubicBezTo>
                    <a:pt x="47" y="79"/>
                    <a:pt x="47" y="79"/>
                    <a:pt x="47" y="79"/>
                  </a:cubicBezTo>
                  <a:cubicBezTo>
                    <a:pt x="46" y="80"/>
                    <a:pt x="48" y="79"/>
                    <a:pt x="48" y="79"/>
                  </a:cubicBezTo>
                  <a:cubicBezTo>
                    <a:pt x="49" y="78"/>
                    <a:pt x="49" y="78"/>
                    <a:pt x="49" y="78"/>
                  </a:cubicBezTo>
                  <a:cubicBezTo>
                    <a:pt x="50" y="78"/>
                    <a:pt x="49" y="79"/>
                    <a:pt x="50" y="79"/>
                  </a:cubicBezTo>
                  <a:cubicBezTo>
                    <a:pt x="49" y="80"/>
                    <a:pt x="49" y="80"/>
                    <a:pt x="49" y="80"/>
                  </a:cubicBezTo>
                  <a:cubicBezTo>
                    <a:pt x="49" y="80"/>
                    <a:pt x="49" y="80"/>
                    <a:pt x="49" y="80"/>
                  </a:cubicBezTo>
                  <a:cubicBezTo>
                    <a:pt x="48" y="81"/>
                    <a:pt x="48" y="81"/>
                    <a:pt x="49" y="81"/>
                  </a:cubicBezTo>
                  <a:cubicBezTo>
                    <a:pt x="46" y="82"/>
                    <a:pt x="46" y="82"/>
                    <a:pt x="46" y="82"/>
                  </a:cubicBezTo>
                  <a:cubicBezTo>
                    <a:pt x="46" y="82"/>
                    <a:pt x="47" y="81"/>
                    <a:pt x="48" y="80"/>
                  </a:cubicBezTo>
                  <a:cubicBezTo>
                    <a:pt x="49" y="80"/>
                    <a:pt x="49" y="80"/>
                    <a:pt x="48" y="80"/>
                  </a:cubicBezTo>
                  <a:cubicBezTo>
                    <a:pt x="48" y="81"/>
                    <a:pt x="48" y="80"/>
                    <a:pt x="48" y="80"/>
                  </a:cubicBezTo>
                  <a:cubicBezTo>
                    <a:pt x="47" y="81"/>
                    <a:pt x="47" y="81"/>
                    <a:pt x="46" y="82"/>
                  </a:cubicBezTo>
                  <a:cubicBezTo>
                    <a:pt x="46" y="82"/>
                    <a:pt x="45" y="82"/>
                    <a:pt x="46" y="82"/>
                  </a:cubicBezTo>
                  <a:cubicBezTo>
                    <a:pt x="45" y="82"/>
                    <a:pt x="45" y="82"/>
                    <a:pt x="45" y="82"/>
                  </a:cubicBezTo>
                  <a:cubicBezTo>
                    <a:pt x="45" y="82"/>
                    <a:pt x="46" y="81"/>
                    <a:pt x="46" y="81"/>
                  </a:cubicBezTo>
                  <a:cubicBezTo>
                    <a:pt x="45" y="82"/>
                    <a:pt x="44" y="82"/>
                    <a:pt x="44" y="82"/>
                  </a:cubicBezTo>
                  <a:cubicBezTo>
                    <a:pt x="46" y="80"/>
                    <a:pt x="43" y="82"/>
                    <a:pt x="43" y="81"/>
                  </a:cubicBezTo>
                  <a:cubicBezTo>
                    <a:pt x="45" y="80"/>
                    <a:pt x="46" y="80"/>
                    <a:pt x="46" y="80"/>
                  </a:cubicBezTo>
                  <a:cubicBezTo>
                    <a:pt x="47" y="79"/>
                    <a:pt x="46" y="79"/>
                    <a:pt x="47" y="79"/>
                  </a:cubicBezTo>
                  <a:cubicBezTo>
                    <a:pt x="46" y="79"/>
                    <a:pt x="44" y="80"/>
                    <a:pt x="43" y="81"/>
                  </a:cubicBezTo>
                  <a:cubicBezTo>
                    <a:pt x="44" y="80"/>
                    <a:pt x="44" y="80"/>
                    <a:pt x="44" y="80"/>
                  </a:cubicBezTo>
                  <a:cubicBezTo>
                    <a:pt x="44" y="80"/>
                    <a:pt x="42" y="81"/>
                    <a:pt x="42" y="81"/>
                  </a:cubicBezTo>
                  <a:cubicBezTo>
                    <a:pt x="43" y="80"/>
                    <a:pt x="42" y="79"/>
                    <a:pt x="42" y="79"/>
                  </a:cubicBezTo>
                  <a:cubicBezTo>
                    <a:pt x="43" y="78"/>
                    <a:pt x="43" y="78"/>
                    <a:pt x="43" y="78"/>
                  </a:cubicBezTo>
                  <a:cubicBezTo>
                    <a:pt x="41" y="79"/>
                    <a:pt x="42" y="78"/>
                    <a:pt x="41" y="78"/>
                  </a:cubicBezTo>
                  <a:cubicBezTo>
                    <a:pt x="41" y="77"/>
                    <a:pt x="39" y="78"/>
                    <a:pt x="40" y="76"/>
                  </a:cubicBezTo>
                  <a:cubicBezTo>
                    <a:pt x="39" y="76"/>
                    <a:pt x="38" y="76"/>
                    <a:pt x="38" y="75"/>
                  </a:cubicBezTo>
                  <a:cubicBezTo>
                    <a:pt x="39" y="74"/>
                    <a:pt x="39" y="74"/>
                    <a:pt x="39" y="74"/>
                  </a:cubicBezTo>
                  <a:cubicBezTo>
                    <a:pt x="38" y="75"/>
                    <a:pt x="40" y="73"/>
                    <a:pt x="40" y="73"/>
                  </a:cubicBezTo>
                  <a:cubicBezTo>
                    <a:pt x="39" y="74"/>
                    <a:pt x="38" y="74"/>
                    <a:pt x="37" y="75"/>
                  </a:cubicBezTo>
                  <a:cubicBezTo>
                    <a:pt x="38" y="73"/>
                    <a:pt x="36" y="74"/>
                    <a:pt x="35" y="74"/>
                  </a:cubicBezTo>
                  <a:cubicBezTo>
                    <a:pt x="36" y="73"/>
                    <a:pt x="36" y="73"/>
                    <a:pt x="36" y="73"/>
                  </a:cubicBezTo>
                  <a:cubicBezTo>
                    <a:pt x="34" y="74"/>
                    <a:pt x="35" y="73"/>
                    <a:pt x="35" y="72"/>
                  </a:cubicBezTo>
                  <a:cubicBezTo>
                    <a:pt x="36" y="72"/>
                    <a:pt x="36" y="71"/>
                    <a:pt x="36" y="71"/>
                  </a:cubicBezTo>
                  <a:cubicBezTo>
                    <a:pt x="34" y="72"/>
                    <a:pt x="34" y="72"/>
                    <a:pt x="33" y="72"/>
                  </a:cubicBezTo>
                  <a:cubicBezTo>
                    <a:pt x="33" y="72"/>
                    <a:pt x="33" y="71"/>
                    <a:pt x="34" y="70"/>
                  </a:cubicBezTo>
                  <a:cubicBezTo>
                    <a:pt x="31" y="71"/>
                    <a:pt x="31" y="69"/>
                    <a:pt x="29" y="69"/>
                  </a:cubicBezTo>
                  <a:cubicBezTo>
                    <a:pt x="30" y="68"/>
                    <a:pt x="30" y="68"/>
                    <a:pt x="30" y="68"/>
                  </a:cubicBezTo>
                  <a:cubicBezTo>
                    <a:pt x="27" y="69"/>
                    <a:pt x="29" y="66"/>
                    <a:pt x="27" y="66"/>
                  </a:cubicBezTo>
                  <a:cubicBezTo>
                    <a:pt x="29" y="65"/>
                    <a:pt x="29" y="65"/>
                    <a:pt x="29" y="65"/>
                  </a:cubicBezTo>
                  <a:cubicBezTo>
                    <a:pt x="30" y="64"/>
                    <a:pt x="28" y="64"/>
                    <a:pt x="27" y="65"/>
                  </a:cubicBezTo>
                  <a:cubicBezTo>
                    <a:pt x="27" y="65"/>
                    <a:pt x="25" y="65"/>
                    <a:pt x="27" y="64"/>
                  </a:cubicBezTo>
                  <a:cubicBezTo>
                    <a:pt x="27" y="63"/>
                    <a:pt x="26" y="64"/>
                    <a:pt x="25" y="64"/>
                  </a:cubicBezTo>
                  <a:cubicBezTo>
                    <a:pt x="26" y="63"/>
                    <a:pt x="26" y="63"/>
                    <a:pt x="25" y="63"/>
                  </a:cubicBezTo>
                  <a:cubicBezTo>
                    <a:pt x="25" y="63"/>
                    <a:pt x="25" y="63"/>
                    <a:pt x="25" y="63"/>
                  </a:cubicBezTo>
                  <a:cubicBezTo>
                    <a:pt x="25" y="63"/>
                    <a:pt x="26" y="62"/>
                    <a:pt x="26" y="62"/>
                  </a:cubicBezTo>
                  <a:cubicBezTo>
                    <a:pt x="26" y="62"/>
                    <a:pt x="27" y="61"/>
                    <a:pt x="24" y="62"/>
                  </a:cubicBezTo>
                  <a:cubicBezTo>
                    <a:pt x="25" y="61"/>
                    <a:pt x="22" y="62"/>
                    <a:pt x="24" y="60"/>
                  </a:cubicBezTo>
                  <a:cubicBezTo>
                    <a:pt x="23" y="60"/>
                    <a:pt x="23" y="60"/>
                    <a:pt x="22" y="61"/>
                  </a:cubicBezTo>
                  <a:cubicBezTo>
                    <a:pt x="22" y="60"/>
                    <a:pt x="23" y="59"/>
                    <a:pt x="22" y="59"/>
                  </a:cubicBezTo>
                  <a:cubicBezTo>
                    <a:pt x="22" y="59"/>
                    <a:pt x="23" y="59"/>
                    <a:pt x="23" y="58"/>
                  </a:cubicBezTo>
                  <a:cubicBezTo>
                    <a:pt x="22" y="59"/>
                    <a:pt x="22" y="59"/>
                    <a:pt x="22" y="59"/>
                  </a:cubicBezTo>
                  <a:cubicBezTo>
                    <a:pt x="20" y="59"/>
                    <a:pt x="22" y="56"/>
                    <a:pt x="22" y="56"/>
                  </a:cubicBezTo>
                  <a:cubicBezTo>
                    <a:pt x="19" y="55"/>
                    <a:pt x="19" y="53"/>
                    <a:pt x="19" y="52"/>
                  </a:cubicBezTo>
                  <a:cubicBezTo>
                    <a:pt x="19" y="52"/>
                    <a:pt x="19" y="52"/>
                    <a:pt x="19" y="52"/>
                  </a:cubicBezTo>
                  <a:cubicBezTo>
                    <a:pt x="17" y="52"/>
                    <a:pt x="21" y="50"/>
                    <a:pt x="17" y="51"/>
                  </a:cubicBezTo>
                  <a:cubicBezTo>
                    <a:pt x="18" y="51"/>
                    <a:pt x="17" y="50"/>
                    <a:pt x="19" y="50"/>
                  </a:cubicBezTo>
                  <a:cubicBezTo>
                    <a:pt x="17" y="50"/>
                    <a:pt x="19" y="48"/>
                    <a:pt x="17" y="49"/>
                  </a:cubicBezTo>
                  <a:cubicBezTo>
                    <a:pt x="18" y="49"/>
                    <a:pt x="18" y="49"/>
                    <a:pt x="18" y="49"/>
                  </a:cubicBezTo>
                  <a:cubicBezTo>
                    <a:pt x="19" y="48"/>
                    <a:pt x="17" y="48"/>
                    <a:pt x="18" y="47"/>
                  </a:cubicBezTo>
                  <a:cubicBezTo>
                    <a:pt x="18" y="47"/>
                    <a:pt x="18" y="47"/>
                    <a:pt x="19" y="47"/>
                  </a:cubicBezTo>
                  <a:cubicBezTo>
                    <a:pt x="20" y="46"/>
                    <a:pt x="16" y="47"/>
                    <a:pt x="19" y="46"/>
                  </a:cubicBezTo>
                  <a:cubicBezTo>
                    <a:pt x="19" y="46"/>
                    <a:pt x="17" y="47"/>
                    <a:pt x="17" y="47"/>
                  </a:cubicBezTo>
                  <a:cubicBezTo>
                    <a:pt x="18" y="45"/>
                    <a:pt x="16" y="44"/>
                    <a:pt x="15" y="43"/>
                  </a:cubicBezTo>
                  <a:cubicBezTo>
                    <a:pt x="16" y="42"/>
                    <a:pt x="19" y="42"/>
                    <a:pt x="17" y="42"/>
                  </a:cubicBezTo>
                  <a:cubicBezTo>
                    <a:pt x="17" y="41"/>
                    <a:pt x="16" y="42"/>
                    <a:pt x="16" y="42"/>
                  </a:cubicBezTo>
                  <a:cubicBezTo>
                    <a:pt x="15" y="42"/>
                    <a:pt x="19" y="40"/>
                    <a:pt x="18" y="41"/>
                  </a:cubicBezTo>
                  <a:cubicBezTo>
                    <a:pt x="16" y="41"/>
                    <a:pt x="17" y="41"/>
                    <a:pt x="16" y="41"/>
                  </a:cubicBezTo>
                  <a:cubicBezTo>
                    <a:pt x="17" y="40"/>
                    <a:pt x="18" y="39"/>
                    <a:pt x="17" y="40"/>
                  </a:cubicBezTo>
                  <a:cubicBezTo>
                    <a:pt x="17" y="39"/>
                    <a:pt x="17" y="39"/>
                    <a:pt x="17" y="39"/>
                  </a:cubicBezTo>
                  <a:cubicBezTo>
                    <a:pt x="15" y="40"/>
                    <a:pt x="16" y="39"/>
                    <a:pt x="13" y="39"/>
                  </a:cubicBezTo>
                  <a:cubicBezTo>
                    <a:pt x="11" y="37"/>
                    <a:pt x="9" y="35"/>
                    <a:pt x="7" y="32"/>
                  </a:cubicBezTo>
                  <a:cubicBezTo>
                    <a:pt x="7" y="29"/>
                    <a:pt x="5" y="27"/>
                    <a:pt x="5" y="24"/>
                  </a:cubicBezTo>
                  <a:cubicBezTo>
                    <a:pt x="7" y="22"/>
                    <a:pt x="7" y="22"/>
                    <a:pt x="6" y="22"/>
                  </a:cubicBezTo>
                  <a:cubicBezTo>
                    <a:pt x="7" y="22"/>
                    <a:pt x="7" y="22"/>
                    <a:pt x="7" y="22"/>
                  </a:cubicBezTo>
                  <a:cubicBezTo>
                    <a:pt x="5" y="22"/>
                    <a:pt x="6" y="21"/>
                    <a:pt x="5" y="22"/>
                  </a:cubicBezTo>
                  <a:cubicBezTo>
                    <a:pt x="5" y="21"/>
                    <a:pt x="4" y="20"/>
                    <a:pt x="3" y="19"/>
                  </a:cubicBezTo>
                  <a:cubicBezTo>
                    <a:pt x="4" y="19"/>
                    <a:pt x="5" y="18"/>
                    <a:pt x="5" y="18"/>
                  </a:cubicBezTo>
                  <a:cubicBezTo>
                    <a:pt x="4" y="19"/>
                    <a:pt x="4" y="19"/>
                    <a:pt x="4" y="19"/>
                  </a:cubicBezTo>
                  <a:cubicBezTo>
                    <a:pt x="4" y="18"/>
                    <a:pt x="4" y="18"/>
                    <a:pt x="4" y="18"/>
                  </a:cubicBezTo>
                  <a:cubicBezTo>
                    <a:pt x="4" y="18"/>
                    <a:pt x="3" y="18"/>
                    <a:pt x="2" y="19"/>
                  </a:cubicBezTo>
                  <a:cubicBezTo>
                    <a:pt x="0" y="17"/>
                    <a:pt x="3" y="13"/>
                    <a:pt x="1" y="11"/>
                  </a:cubicBezTo>
                  <a:cubicBezTo>
                    <a:pt x="2" y="10"/>
                    <a:pt x="1" y="9"/>
                    <a:pt x="0" y="9"/>
                  </a:cubicBezTo>
                  <a:cubicBezTo>
                    <a:pt x="2" y="6"/>
                    <a:pt x="4" y="3"/>
                    <a:pt x="1" y="2"/>
                  </a:cubicBezTo>
                  <a:cubicBezTo>
                    <a:pt x="1" y="2"/>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7"/>
            <p:cNvSpPr/>
            <p:nvPr/>
          </p:nvSpPr>
          <p:spPr bwMode="auto">
            <a:xfrm>
              <a:off x="9099550" y="2044701"/>
              <a:ext cx="7937" cy="7938"/>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cubicBezTo>
                    <a:pt x="0" y="1"/>
                    <a:pt x="1" y="0"/>
                    <a:pt x="2" y="0"/>
                  </a:cubicBez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68"/>
            <p:cNvSpPr/>
            <p:nvPr/>
          </p:nvSpPr>
          <p:spPr bwMode="auto">
            <a:xfrm>
              <a:off x="9115425" y="2003426"/>
              <a:ext cx="3175" cy="3175"/>
            </a:xfrm>
            <a:custGeom>
              <a:avLst/>
              <a:gdLst>
                <a:gd name="T0" fmla="*/ 0 w 1"/>
                <a:gd name="T1" fmla="*/ 1 h 1"/>
                <a:gd name="T2" fmla="*/ 1 w 1"/>
                <a:gd name="T3" fmla="*/ 1 h 1"/>
                <a:gd name="T4" fmla="*/ 1 w 1"/>
                <a:gd name="T5" fmla="*/ 1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1" y="1"/>
                  </a:cubicBezTo>
                  <a:cubicBezTo>
                    <a:pt x="1" y="1"/>
                    <a:pt x="1" y="0"/>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9"/>
            <p:cNvSpPr/>
            <p:nvPr/>
          </p:nvSpPr>
          <p:spPr bwMode="auto">
            <a:xfrm>
              <a:off x="9115425" y="2000251"/>
              <a:ext cx="3175" cy="3175"/>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Rectangle 70"/>
            <p:cNvSpPr>
              <a:spLocks noChangeArrowheads="1"/>
            </p:cNvSpPr>
            <p:nvPr/>
          </p:nvSpPr>
          <p:spPr bwMode="auto">
            <a:xfrm>
              <a:off x="9121775" y="1989138"/>
              <a:ext cx="4762"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4" name="Freeform 71"/>
            <p:cNvSpPr/>
            <p:nvPr/>
          </p:nvSpPr>
          <p:spPr bwMode="auto">
            <a:xfrm>
              <a:off x="9115425" y="1992313"/>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72"/>
            <p:cNvSpPr/>
            <p:nvPr/>
          </p:nvSpPr>
          <p:spPr bwMode="auto">
            <a:xfrm>
              <a:off x="9115425" y="1976438"/>
              <a:ext cx="6350" cy="4763"/>
            </a:xfrm>
            <a:custGeom>
              <a:avLst/>
              <a:gdLst>
                <a:gd name="T0" fmla="*/ 1 w 2"/>
                <a:gd name="T1" fmla="*/ 0 h 1"/>
                <a:gd name="T2" fmla="*/ 1 w 2"/>
                <a:gd name="T3" fmla="*/ 0 h 1"/>
                <a:gd name="T4" fmla="*/ 1 w 2"/>
                <a:gd name="T5" fmla="*/ 0 h 1"/>
              </a:gdLst>
              <a:ahLst/>
              <a:cxnLst>
                <a:cxn ang="0">
                  <a:pos x="T0" y="T1"/>
                </a:cxn>
                <a:cxn ang="0">
                  <a:pos x="T2" y="T3"/>
                </a:cxn>
                <a:cxn ang="0">
                  <a:pos x="T4" y="T5"/>
                </a:cxn>
              </a:cxnLst>
              <a:rect l="0" t="0" r="r" b="b"/>
              <a:pathLst>
                <a:path w="2" h="1">
                  <a:moveTo>
                    <a:pt x="1" y="0"/>
                  </a:moveTo>
                  <a:cubicBezTo>
                    <a:pt x="0" y="0"/>
                    <a:pt x="0" y="1"/>
                    <a:pt x="1" y="0"/>
                  </a:cubicBezTo>
                  <a:cubicBezTo>
                    <a:pt x="0"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3"/>
            <p:cNvSpPr/>
            <p:nvPr/>
          </p:nvSpPr>
          <p:spPr bwMode="auto">
            <a:xfrm>
              <a:off x="9110663" y="1973263"/>
              <a:ext cx="4762" cy="3175"/>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74"/>
            <p:cNvSpPr/>
            <p:nvPr/>
          </p:nvSpPr>
          <p:spPr bwMode="auto">
            <a:xfrm>
              <a:off x="9047163" y="1898651"/>
              <a:ext cx="3175"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75"/>
            <p:cNvSpPr/>
            <p:nvPr/>
          </p:nvSpPr>
          <p:spPr bwMode="auto">
            <a:xfrm>
              <a:off x="9031288" y="1852613"/>
              <a:ext cx="4762" cy="4763"/>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76"/>
            <p:cNvSpPr/>
            <p:nvPr/>
          </p:nvSpPr>
          <p:spPr bwMode="auto">
            <a:xfrm>
              <a:off x="9001125" y="1841501"/>
              <a:ext cx="7937"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77"/>
            <p:cNvSpPr/>
            <p:nvPr/>
          </p:nvSpPr>
          <p:spPr bwMode="auto">
            <a:xfrm>
              <a:off x="9637713" y="2033588"/>
              <a:ext cx="7937" cy="3175"/>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1"/>
                    <a:pt x="2" y="1"/>
                    <a:pt x="1" y="1"/>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78"/>
            <p:cNvSpPr/>
            <p:nvPr/>
          </p:nvSpPr>
          <p:spPr bwMode="auto">
            <a:xfrm>
              <a:off x="9645650" y="1649413"/>
              <a:ext cx="225425" cy="392113"/>
            </a:xfrm>
            <a:custGeom>
              <a:avLst/>
              <a:gdLst>
                <a:gd name="T0" fmla="*/ 51 w 60"/>
                <a:gd name="T1" fmla="*/ 14 h 104"/>
                <a:gd name="T2" fmla="*/ 50 w 60"/>
                <a:gd name="T3" fmla="*/ 17 h 104"/>
                <a:gd name="T4" fmla="*/ 51 w 60"/>
                <a:gd name="T5" fmla="*/ 25 h 104"/>
                <a:gd name="T6" fmla="*/ 49 w 60"/>
                <a:gd name="T7" fmla="*/ 27 h 104"/>
                <a:gd name="T8" fmla="*/ 44 w 60"/>
                <a:gd name="T9" fmla="*/ 33 h 104"/>
                <a:gd name="T10" fmla="*/ 43 w 60"/>
                <a:gd name="T11" fmla="*/ 35 h 104"/>
                <a:gd name="T12" fmla="*/ 43 w 60"/>
                <a:gd name="T13" fmla="*/ 40 h 104"/>
                <a:gd name="T14" fmla="*/ 40 w 60"/>
                <a:gd name="T15" fmla="*/ 42 h 104"/>
                <a:gd name="T16" fmla="*/ 38 w 60"/>
                <a:gd name="T17" fmla="*/ 43 h 104"/>
                <a:gd name="T18" fmla="*/ 39 w 60"/>
                <a:gd name="T19" fmla="*/ 46 h 104"/>
                <a:gd name="T20" fmla="*/ 39 w 60"/>
                <a:gd name="T21" fmla="*/ 51 h 104"/>
                <a:gd name="T22" fmla="*/ 38 w 60"/>
                <a:gd name="T23" fmla="*/ 53 h 104"/>
                <a:gd name="T24" fmla="*/ 38 w 60"/>
                <a:gd name="T25" fmla="*/ 56 h 104"/>
                <a:gd name="T26" fmla="*/ 36 w 60"/>
                <a:gd name="T27" fmla="*/ 57 h 104"/>
                <a:gd name="T28" fmla="*/ 34 w 60"/>
                <a:gd name="T29" fmla="*/ 61 h 104"/>
                <a:gd name="T30" fmla="*/ 31 w 60"/>
                <a:gd name="T31" fmla="*/ 64 h 104"/>
                <a:gd name="T32" fmla="*/ 31 w 60"/>
                <a:gd name="T33" fmla="*/ 66 h 104"/>
                <a:gd name="T34" fmla="*/ 29 w 60"/>
                <a:gd name="T35" fmla="*/ 66 h 104"/>
                <a:gd name="T36" fmla="*/ 30 w 60"/>
                <a:gd name="T37" fmla="*/ 68 h 104"/>
                <a:gd name="T38" fmla="*/ 29 w 60"/>
                <a:gd name="T39" fmla="*/ 69 h 104"/>
                <a:gd name="T40" fmla="*/ 29 w 60"/>
                <a:gd name="T41" fmla="*/ 71 h 104"/>
                <a:gd name="T42" fmla="*/ 26 w 60"/>
                <a:gd name="T43" fmla="*/ 76 h 104"/>
                <a:gd name="T44" fmla="*/ 25 w 60"/>
                <a:gd name="T45" fmla="*/ 78 h 104"/>
                <a:gd name="T46" fmla="*/ 24 w 60"/>
                <a:gd name="T47" fmla="*/ 80 h 104"/>
                <a:gd name="T48" fmla="*/ 21 w 60"/>
                <a:gd name="T49" fmla="*/ 84 h 104"/>
                <a:gd name="T50" fmla="*/ 17 w 60"/>
                <a:gd name="T51" fmla="*/ 82 h 104"/>
                <a:gd name="T52" fmla="*/ 20 w 60"/>
                <a:gd name="T53" fmla="*/ 86 h 104"/>
                <a:gd name="T54" fmla="*/ 23 w 60"/>
                <a:gd name="T55" fmla="*/ 90 h 104"/>
                <a:gd name="T56" fmla="*/ 21 w 60"/>
                <a:gd name="T57" fmla="*/ 91 h 104"/>
                <a:gd name="T58" fmla="*/ 22 w 60"/>
                <a:gd name="T59" fmla="*/ 92 h 104"/>
                <a:gd name="T60" fmla="*/ 20 w 60"/>
                <a:gd name="T61" fmla="*/ 92 h 104"/>
                <a:gd name="T62" fmla="*/ 16 w 60"/>
                <a:gd name="T63" fmla="*/ 92 h 104"/>
                <a:gd name="T64" fmla="*/ 18 w 60"/>
                <a:gd name="T65" fmla="*/ 95 h 104"/>
                <a:gd name="T66" fmla="*/ 16 w 60"/>
                <a:gd name="T67" fmla="*/ 95 h 104"/>
                <a:gd name="T68" fmla="*/ 18 w 60"/>
                <a:gd name="T69" fmla="*/ 98 h 104"/>
                <a:gd name="T70" fmla="*/ 17 w 60"/>
                <a:gd name="T71" fmla="*/ 99 h 104"/>
                <a:gd name="T72" fmla="*/ 12 w 60"/>
                <a:gd name="T73" fmla="*/ 96 h 104"/>
                <a:gd name="T74" fmla="*/ 14 w 60"/>
                <a:gd name="T75" fmla="*/ 100 h 104"/>
                <a:gd name="T76" fmla="*/ 6 w 60"/>
                <a:gd name="T77" fmla="*/ 100 h 104"/>
                <a:gd name="T78" fmla="*/ 4 w 60"/>
                <a:gd name="T79" fmla="*/ 101 h 104"/>
                <a:gd name="T80" fmla="*/ 3 w 60"/>
                <a:gd name="T81" fmla="*/ 103 h 104"/>
                <a:gd name="T82" fmla="*/ 1 w 60"/>
                <a:gd name="T83" fmla="*/ 101 h 104"/>
                <a:gd name="T84" fmla="*/ 4 w 60"/>
                <a:gd name="T85" fmla="*/ 100 h 104"/>
                <a:gd name="T86" fmla="*/ 2 w 60"/>
                <a:gd name="T87" fmla="*/ 93 h 104"/>
                <a:gd name="T88" fmla="*/ 5 w 60"/>
                <a:gd name="T89" fmla="*/ 85 h 104"/>
                <a:gd name="T90" fmla="*/ 8 w 60"/>
                <a:gd name="T91" fmla="*/ 76 h 104"/>
                <a:gd name="T92" fmla="*/ 10 w 60"/>
                <a:gd name="T93" fmla="*/ 70 h 104"/>
                <a:gd name="T94" fmla="*/ 12 w 60"/>
                <a:gd name="T95" fmla="*/ 65 h 104"/>
                <a:gd name="T96" fmla="*/ 19 w 60"/>
                <a:gd name="T97" fmla="*/ 55 h 104"/>
                <a:gd name="T98" fmla="*/ 23 w 60"/>
                <a:gd name="T99" fmla="*/ 51 h 104"/>
                <a:gd name="T100" fmla="*/ 28 w 60"/>
                <a:gd name="T101" fmla="*/ 46 h 104"/>
                <a:gd name="T102" fmla="*/ 36 w 60"/>
                <a:gd name="T103" fmla="*/ 22 h 104"/>
                <a:gd name="T104" fmla="*/ 39 w 60"/>
                <a:gd name="T105" fmla="*/ 16 h 104"/>
                <a:gd name="T106" fmla="*/ 56 w 60"/>
                <a:gd name="T107"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 h="104">
                  <a:moveTo>
                    <a:pt x="56" y="4"/>
                  </a:moveTo>
                  <a:cubicBezTo>
                    <a:pt x="60" y="7"/>
                    <a:pt x="55" y="6"/>
                    <a:pt x="57" y="9"/>
                  </a:cubicBezTo>
                  <a:cubicBezTo>
                    <a:pt x="57" y="9"/>
                    <a:pt x="54" y="8"/>
                    <a:pt x="55" y="9"/>
                  </a:cubicBezTo>
                  <a:cubicBezTo>
                    <a:pt x="57" y="11"/>
                    <a:pt x="54" y="13"/>
                    <a:pt x="51" y="13"/>
                  </a:cubicBezTo>
                  <a:cubicBezTo>
                    <a:pt x="50" y="12"/>
                    <a:pt x="50" y="12"/>
                    <a:pt x="50" y="12"/>
                  </a:cubicBezTo>
                  <a:cubicBezTo>
                    <a:pt x="50" y="12"/>
                    <a:pt x="52" y="14"/>
                    <a:pt x="51" y="14"/>
                  </a:cubicBezTo>
                  <a:cubicBezTo>
                    <a:pt x="51" y="14"/>
                    <a:pt x="51" y="14"/>
                    <a:pt x="50" y="13"/>
                  </a:cubicBezTo>
                  <a:cubicBezTo>
                    <a:pt x="51" y="14"/>
                    <a:pt x="50" y="14"/>
                    <a:pt x="51" y="15"/>
                  </a:cubicBezTo>
                  <a:cubicBezTo>
                    <a:pt x="49" y="14"/>
                    <a:pt x="49" y="14"/>
                    <a:pt x="49" y="14"/>
                  </a:cubicBezTo>
                  <a:cubicBezTo>
                    <a:pt x="50" y="15"/>
                    <a:pt x="50" y="15"/>
                    <a:pt x="50" y="15"/>
                  </a:cubicBezTo>
                  <a:cubicBezTo>
                    <a:pt x="54" y="17"/>
                    <a:pt x="49" y="16"/>
                    <a:pt x="51" y="18"/>
                  </a:cubicBezTo>
                  <a:cubicBezTo>
                    <a:pt x="50" y="17"/>
                    <a:pt x="50" y="17"/>
                    <a:pt x="50" y="17"/>
                  </a:cubicBezTo>
                  <a:cubicBezTo>
                    <a:pt x="52" y="19"/>
                    <a:pt x="50" y="21"/>
                    <a:pt x="51" y="22"/>
                  </a:cubicBezTo>
                  <a:cubicBezTo>
                    <a:pt x="49" y="21"/>
                    <a:pt x="49" y="21"/>
                    <a:pt x="49" y="21"/>
                  </a:cubicBezTo>
                  <a:cubicBezTo>
                    <a:pt x="50" y="22"/>
                    <a:pt x="50" y="23"/>
                    <a:pt x="50" y="23"/>
                  </a:cubicBezTo>
                  <a:cubicBezTo>
                    <a:pt x="49" y="22"/>
                    <a:pt x="51" y="24"/>
                    <a:pt x="50" y="24"/>
                  </a:cubicBezTo>
                  <a:cubicBezTo>
                    <a:pt x="50" y="24"/>
                    <a:pt x="50" y="24"/>
                    <a:pt x="50" y="24"/>
                  </a:cubicBezTo>
                  <a:cubicBezTo>
                    <a:pt x="51" y="25"/>
                    <a:pt x="49" y="24"/>
                    <a:pt x="51" y="25"/>
                  </a:cubicBezTo>
                  <a:cubicBezTo>
                    <a:pt x="49" y="25"/>
                    <a:pt x="49" y="25"/>
                    <a:pt x="49" y="25"/>
                  </a:cubicBezTo>
                  <a:cubicBezTo>
                    <a:pt x="51" y="26"/>
                    <a:pt x="48" y="25"/>
                    <a:pt x="49" y="25"/>
                  </a:cubicBezTo>
                  <a:cubicBezTo>
                    <a:pt x="49" y="26"/>
                    <a:pt x="49" y="26"/>
                    <a:pt x="49" y="26"/>
                  </a:cubicBezTo>
                  <a:cubicBezTo>
                    <a:pt x="50" y="26"/>
                    <a:pt x="49" y="26"/>
                    <a:pt x="49" y="26"/>
                  </a:cubicBezTo>
                  <a:cubicBezTo>
                    <a:pt x="49" y="26"/>
                    <a:pt x="49" y="26"/>
                    <a:pt x="49" y="26"/>
                  </a:cubicBezTo>
                  <a:cubicBezTo>
                    <a:pt x="49" y="27"/>
                    <a:pt x="48" y="26"/>
                    <a:pt x="49" y="27"/>
                  </a:cubicBezTo>
                  <a:cubicBezTo>
                    <a:pt x="48" y="27"/>
                    <a:pt x="49" y="27"/>
                    <a:pt x="47" y="26"/>
                  </a:cubicBezTo>
                  <a:cubicBezTo>
                    <a:pt x="48" y="28"/>
                    <a:pt x="47" y="30"/>
                    <a:pt x="46" y="31"/>
                  </a:cubicBezTo>
                  <a:cubicBezTo>
                    <a:pt x="45" y="31"/>
                    <a:pt x="45" y="31"/>
                    <a:pt x="44" y="31"/>
                  </a:cubicBezTo>
                  <a:cubicBezTo>
                    <a:pt x="44" y="31"/>
                    <a:pt x="44" y="32"/>
                    <a:pt x="45" y="32"/>
                  </a:cubicBezTo>
                  <a:cubicBezTo>
                    <a:pt x="45" y="32"/>
                    <a:pt x="44" y="32"/>
                    <a:pt x="44" y="32"/>
                  </a:cubicBezTo>
                  <a:cubicBezTo>
                    <a:pt x="43" y="32"/>
                    <a:pt x="45" y="33"/>
                    <a:pt x="44" y="33"/>
                  </a:cubicBezTo>
                  <a:cubicBezTo>
                    <a:pt x="43" y="32"/>
                    <a:pt x="43" y="32"/>
                    <a:pt x="43" y="32"/>
                  </a:cubicBezTo>
                  <a:cubicBezTo>
                    <a:pt x="44" y="33"/>
                    <a:pt x="44" y="33"/>
                    <a:pt x="44" y="34"/>
                  </a:cubicBezTo>
                  <a:cubicBezTo>
                    <a:pt x="44" y="34"/>
                    <a:pt x="43" y="33"/>
                    <a:pt x="43" y="33"/>
                  </a:cubicBezTo>
                  <a:cubicBezTo>
                    <a:pt x="44" y="34"/>
                    <a:pt x="42" y="34"/>
                    <a:pt x="43" y="34"/>
                  </a:cubicBezTo>
                  <a:cubicBezTo>
                    <a:pt x="42" y="34"/>
                    <a:pt x="42" y="34"/>
                    <a:pt x="42" y="34"/>
                  </a:cubicBezTo>
                  <a:cubicBezTo>
                    <a:pt x="41" y="34"/>
                    <a:pt x="44" y="35"/>
                    <a:pt x="43" y="35"/>
                  </a:cubicBezTo>
                  <a:cubicBezTo>
                    <a:pt x="42" y="34"/>
                    <a:pt x="42" y="34"/>
                    <a:pt x="42" y="34"/>
                  </a:cubicBezTo>
                  <a:cubicBezTo>
                    <a:pt x="44" y="36"/>
                    <a:pt x="43" y="36"/>
                    <a:pt x="43" y="37"/>
                  </a:cubicBezTo>
                  <a:cubicBezTo>
                    <a:pt x="43" y="37"/>
                    <a:pt x="43" y="37"/>
                    <a:pt x="43" y="37"/>
                  </a:cubicBezTo>
                  <a:cubicBezTo>
                    <a:pt x="43" y="37"/>
                    <a:pt x="42" y="37"/>
                    <a:pt x="42" y="38"/>
                  </a:cubicBezTo>
                  <a:cubicBezTo>
                    <a:pt x="42" y="38"/>
                    <a:pt x="40" y="37"/>
                    <a:pt x="40" y="37"/>
                  </a:cubicBezTo>
                  <a:cubicBezTo>
                    <a:pt x="42" y="39"/>
                    <a:pt x="40" y="39"/>
                    <a:pt x="43" y="40"/>
                  </a:cubicBezTo>
                  <a:cubicBezTo>
                    <a:pt x="42" y="40"/>
                    <a:pt x="41" y="40"/>
                    <a:pt x="42" y="41"/>
                  </a:cubicBezTo>
                  <a:cubicBezTo>
                    <a:pt x="41" y="40"/>
                    <a:pt x="39" y="40"/>
                    <a:pt x="39" y="39"/>
                  </a:cubicBezTo>
                  <a:cubicBezTo>
                    <a:pt x="38" y="39"/>
                    <a:pt x="38" y="39"/>
                    <a:pt x="38" y="39"/>
                  </a:cubicBezTo>
                  <a:cubicBezTo>
                    <a:pt x="37" y="38"/>
                    <a:pt x="38" y="39"/>
                    <a:pt x="37" y="38"/>
                  </a:cubicBezTo>
                  <a:cubicBezTo>
                    <a:pt x="37" y="38"/>
                    <a:pt x="38" y="39"/>
                    <a:pt x="37" y="39"/>
                  </a:cubicBezTo>
                  <a:cubicBezTo>
                    <a:pt x="38" y="40"/>
                    <a:pt x="40" y="42"/>
                    <a:pt x="40" y="42"/>
                  </a:cubicBezTo>
                  <a:cubicBezTo>
                    <a:pt x="40" y="42"/>
                    <a:pt x="38" y="41"/>
                    <a:pt x="38" y="41"/>
                  </a:cubicBezTo>
                  <a:cubicBezTo>
                    <a:pt x="41" y="44"/>
                    <a:pt x="41" y="44"/>
                    <a:pt x="41" y="44"/>
                  </a:cubicBezTo>
                  <a:cubicBezTo>
                    <a:pt x="41" y="44"/>
                    <a:pt x="40" y="43"/>
                    <a:pt x="40" y="43"/>
                  </a:cubicBezTo>
                  <a:cubicBezTo>
                    <a:pt x="41" y="44"/>
                    <a:pt x="41" y="44"/>
                    <a:pt x="41" y="44"/>
                  </a:cubicBezTo>
                  <a:cubicBezTo>
                    <a:pt x="41" y="44"/>
                    <a:pt x="41" y="45"/>
                    <a:pt x="39" y="44"/>
                  </a:cubicBezTo>
                  <a:cubicBezTo>
                    <a:pt x="39" y="44"/>
                    <a:pt x="39" y="44"/>
                    <a:pt x="38" y="43"/>
                  </a:cubicBezTo>
                  <a:cubicBezTo>
                    <a:pt x="38" y="44"/>
                    <a:pt x="39" y="44"/>
                    <a:pt x="39" y="44"/>
                  </a:cubicBezTo>
                  <a:cubicBezTo>
                    <a:pt x="38" y="44"/>
                    <a:pt x="38" y="44"/>
                    <a:pt x="38" y="44"/>
                  </a:cubicBezTo>
                  <a:cubicBezTo>
                    <a:pt x="38" y="44"/>
                    <a:pt x="39" y="45"/>
                    <a:pt x="40" y="46"/>
                  </a:cubicBezTo>
                  <a:cubicBezTo>
                    <a:pt x="40" y="46"/>
                    <a:pt x="39" y="45"/>
                    <a:pt x="40" y="45"/>
                  </a:cubicBezTo>
                  <a:cubicBezTo>
                    <a:pt x="41" y="46"/>
                    <a:pt x="41" y="47"/>
                    <a:pt x="41" y="47"/>
                  </a:cubicBezTo>
                  <a:cubicBezTo>
                    <a:pt x="39" y="46"/>
                    <a:pt x="39" y="46"/>
                    <a:pt x="39" y="46"/>
                  </a:cubicBezTo>
                  <a:cubicBezTo>
                    <a:pt x="41" y="47"/>
                    <a:pt x="41" y="48"/>
                    <a:pt x="41" y="49"/>
                  </a:cubicBezTo>
                  <a:cubicBezTo>
                    <a:pt x="42" y="49"/>
                    <a:pt x="40" y="48"/>
                    <a:pt x="40" y="48"/>
                  </a:cubicBezTo>
                  <a:cubicBezTo>
                    <a:pt x="39" y="48"/>
                    <a:pt x="41" y="50"/>
                    <a:pt x="39" y="50"/>
                  </a:cubicBezTo>
                  <a:cubicBezTo>
                    <a:pt x="39" y="49"/>
                    <a:pt x="40" y="50"/>
                    <a:pt x="40" y="50"/>
                  </a:cubicBezTo>
                  <a:cubicBezTo>
                    <a:pt x="40" y="50"/>
                    <a:pt x="39" y="49"/>
                    <a:pt x="39" y="50"/>
                  </a:cubicBezTo>
                  <a:cubicBezTo>
                    <a:pt x="38" y="50"/>
                    <a:pt x="39" y="50"/>
                    <a:pt x="39" y="51"/>
                  </a:cubicBezTo>
                  <a:cubicBezTo>
                    <a:pt x="40" y="51"/>
                    <a:pt x="39" y="50"/>
                    <a:pt x="39" y="50"/>
                  </a:cubicBezTo>
                  <a:cubicBezTo>
                    <a:pt x="39" y="51"/>
                    <a:pt x="40" y="53"/>
                    <a:pt x="38" y="53"/>
                  </a:cubicBezTo>
                  <a:cubicBezTo>
                    <a:pt x="39" y="53"/>
                    <a:pt x="40" y="54"/>
                    <a:pt x="40" y="54"/>
                  </a:cubicBezTo>
                  <a:cubicBezTo>
                    <a:pt x="39" y="53"/>
                    <a:pt x="39" y="53"/>
                    <a:pt x="39" y="53"/>
                  </a:cubicBezTo>
                  <a:cubicBezTo>
                    <a:pt x="38" y="53"/>
                    <a:pt x="39" y="54"/>
                    <a:pt x="38" y="53"/>
                  </a:cubicBezTo>
                  <a:cubicBezTo>
                    <a:pt x="39" y="54"/>
                    <a:pt x="37" y="51"/>
                    <a:pt x="38" y="53"/>
                  </a:cubicBezTo>
                  <a:cubicBezTo>
                    <a:pt x="37" y="52"/>
                    <a:pt x="39" y="54"/>
                    <a:pt x="38" y="53"/>
                  </a:cubicBezTo>
                  <a:cubicBezTo>
                    <a:pt x="38" y="53"/>
                    <a:pt x="39" y="55"/>
                    <a:pt x="38" y="54"/>
                  </a:cubicBezTo>
                  <a:cubicBezTo>
                    <a:pt x="38" y="54"/>
                    <a:pt x="36" y="53"/>
                    <a:pt x="36" y="53"/>
                  </a:cubicBezTo>
                  <a:cubicBezTo>
                    <a:pt x="36" y="54"/>
                    <a:pt x="37" y="54"/>
                    <a:pt x="37" y="54"/>
                  </a:cubicBezTo>
                  <a:cubicBezTo>
                    <a:pt x="37" y="55"/>
                    <a:pt x="37" y="55"/>
                    <a:pt x="37" y="55"/>
                  </a:cubicBezTo>
                  <a:cubicBezTo>
                    <a:pt x="38" y="55"/>
                    <a:pt x="37" y="55"/>
                    <a:pt x="38" y="56"/>
                  </a:cubicBezTo>
                  <a:cubicBezTo>
                    <a:pt x="37" y="55"/>
                    <a:pt x="38" y="56"/>
                    <a:pt x="37" y="55"/>
                  </a:cubicBezTo>
                  <a:cubicBezTo>
                    <a:pt x="35" y="54"/>
                    <a:pt x="35" y="54"/>
                    <a:pt x="35" y="54"/>
                  </a:cubicBezTo>
                  <a:cubicBezTo>
                    <a:pt x="35" y="55"/>
                    <a:pt x="37" y="56"/>
                    <a:pt x="37" y="56"/>
                  </a:cubicBezTo>
                  <a:cubicBezTo>
                    <a:pt x="36" y="56"/>
                    <a:pt x="36" y="56"/>
                    <a:pt x="36" y="56"/>
                  </a:cubicBezTo>
                  <a:cubicBezTo>
                    <a:pt x="39" y="57"/>
                    <a:pt x="36" y="56"/>
                    <a:pt x="38" y="57"/>
                  </a:cubicBezTo>
                  <a:cubicBezTo>
                    <a:pt x="37" y="57"/>
                    <a:pt x="37" y="58"/>
                    <a:pt x="36" y="57"/>
                  </a:cubicBezTo>
                  <a:cubicBezTo>
                    <a:pt x="36" y="58"/>
                    <a:pt x="37" y="59"/>
                    <a:pt x="36" y="59"/>
                  </a:cubicBezTo>
                  <a:cubicBezTo>
                    <a:pt x="36" y="59"/>
                    <a:pt x="36" y="59"/>
                    <a:pt x="35" y="58"/>
                  </a:cubicBezTo>
                  <a:cubicBezTo>
                    <a:pt x="35" y="58"/>
                    <a:pt x="35" y="58"/>
                    <a:pt x="35" y="59"/>
                  </a:cubicBezTo>
                  <a:cubicBezTo>
                    <a:pt x="35" y="59"/>
                    <a:pt x="34" y="58"/>
                    <a:pt x="33" y="58"/>
                  </a:cubicBezTo>
                  <a:cubicBezTo>
                    <a:pt x="33" y="59"/>
                    <a:pt x="35" y="60"/>
                    <a:pt x="35" y="60"/>
                  </a:cubicBezTo>
                  <a:cubicBezTo>
                    <a:pt x="33" y="59"/>
                    <a:pt x="37" y="62"/>
                    <a:pt x="34" y="61"/>
                  </a:cubicBezTo>
                  <a:cubicBezTo>
                    <a:pt x="34" y="60"/>
                    <a:pt x="33" y="60"/>
                    <a:pt x="33" y="60"/>
                  </a:cubicBezTo>
                  <a:cubicBezTo>
                    <a:pt x="30" y="58"/>
                    <a:pt x="34" y="61"/>
                    <a:pt x="33" y="61"/>
                  </a:cubicBezTo>
                  <a:cubicBezTo>
                    <a:pt x="35" y="62"/>
                    <a:pt x="35" y="62"/>
                    <a:pt x="35" y="62"/>
                  </a:cubicBezTo>
                  <a:cubicBezTo>
                    <a:pt x="33" y="61"/>
                    <a:pt x="35" y="63"/>
                    <a:pt x="34" y="62"/>
                  </a:cubicBezTo>
                  <a:cubicBezTo>
                    <a:pt x="34" y="62"/>
                    <a:pt x="33" y="62"/>
                    <a:pt x="34" y="63"/>
                  </a:cubicBezTo>
                  <a:cubicBezTo>
                    <a:pt x="33" y="63"/>
                    <a:pt x="34" y="65"/>
                    <a:pt x="31" y="64"/>
                  </a:cubicBezTo>
                  <a:cubicBezTo>
                    <a:pt x="31" y="64"/>
                    <a:pt x="31" y="64"/>
                    <a:pt x="32" y="64"/>
                  </a:cubicBezTo>
                  <a:cubicBezTo>
                    <a:pt x="33" y="65"/>
                    <a:pt x="31" y="64"/>
                    <a:pt x="32" y="64"/>
                  </a:cubicBezTo>
                  <a:cubicBezTo>
                    <a:pt x="32" y="64"/>
                    <a:pt x="32" y="65"/>
                    <a:pt x="33" y="65"/>
                  </a:cubicBezTo>
                  <a:cubicBezTo>
                    <a:pt x="32" y="65"/>
                    <a:pt x="32" y="65"/>
                    <a:pt x="30" y="64"/>
                  </a:cubicBezTo>
                  <a:cubicBezTo>
                    <a:pt x="29" y="63"/>
                    <a:pt x="33" y="66"/>
                    <a:pt x="32" y="66"/>
                  </a:cubicBezTo>
                  <a:cubicBezTo>
                    <a:pt x="31" y="66"/>
                    <a:pt x="31" y="65"/>
                    <a:pt x="31" y="66"/>
                  </a:cubicBezTo>
                  <a:cubicBezTo>
                    <a:pt x="32" y="67"/>
                    <a:pt x="32" y="67"/>
                    <a:pt x="32" y="67"/>
                  </a:cubicBezTo>
                  <a:cubicBezTo>
                    <a:pt x="32" y="67"/>
                    <a:pt x="30" y="66"/>
                    <a:pt x="29" y="65"/>
                  </a:cubicBezTo>
                  <a:cubicBezTo>
                    <a:pt x="29" y="66"/>
                    <a:pt x="29" y="66"/>
                    <a:pt x="30" y="66"/>
                  </a:cubicBezTo>
                  <a:cubicBezTo>
                    <a:pt x="28" y="66"/>
                    <a:pt x="28" y="66"/>
                    <a:pt x="28" y="66"/>
                  </a:cubicBezTo>
                  <a:cubicBezTo>
                    <a:pt x="29" y="66"/>
                    <a:pt x="29" y="66"/>
                    <a:pt x="29" y="67"/>
                  </a:cubicBezTo>
                  <a:cubicBezTo>
                    <a:pt x="29" y="66"/>
                    <a:pt x="29" y="66"/>
                    <a:pt x="29" y="66"/>
                  </a:cubicBezTo>
                  <a:cubicBezTo>
                    <a:pt x="28" y="66"/>
                    <a:pt x="28" y="66"/>
                    <a:pt x="29" y="67"/>
                  </a:cubicBezTo>
                  <a:cubicBezTo>
                    <a:pt x="29" y="67"/>
                    <a:pt x="30" y="67"/>
                    <a:pt x="30" y="67"/>
                  </a:cubicBezTo>
                  <a:cubicBezTo>
                    <a:pt x="31" y="68"/>
                    <a:pt x="30" y="68"/>
                    <a:pt x="31" y="68"/>
                  </a:cubicBezTo>
                  <a:cubicBezTo>
                    <a:pt x="30" y="67"/>
                    <a:pt x="30" y="68"/>
                    <a:pt x="30" y="68"/>
                  </a:cubicBezTo>
                  <a:cubicBezTo>
                    <a:pt x="29" y="68"/>
                    <a:pt x="31" y="69"/>
                    <a:pt x="31" y="69"/>
                  </a:cubicBezTo>
                  <a:cubicBezTo>
                    <a:pt x="30" y="69"/>
                    <a:pt x="30" y="69"/>
                    <a:pt x="30" y="68"/>
                  </a:cubicBezTo>
                  <a:cubicBezTo>
                    <a:pt x="29" y="68"/>
                    <a:pt x="30" y="69"/>
                    <a:pt x="30" y="68"/>
                  </a:cubicBezTo>
                  <a:cubicBezTo>
                    <a:pt x="29" y="68"/>
                    <a:pt x="28" y="67"/>
                    <a:pt x="29" y="68"/>
                  </a:cubicBezTo>
                  <a:cubicBezTo>
                    <a:pt x="29" y="69"/>
                    <a:pt x="31" y="70"/>
                    <a:pt x="30" y="69"/>
                  </a:cubicBezTo>
                  <a:cubicBezTo>
                    <a:pt x="29" y="68"/>
                    <a:pt x="29" y="68"/>
                    <a:pt x="29" y="68"/>
                  </a:cubicBezTo>
                  <a:cubicBezTo>
                    <a:pt x="28" y="68"/>
                    <a:pt x="28" y="68"/>
                    <a:pt x="28" y="68"/>
                  </a:cubicBezTo>
                  <a:cubicBezTo>
                    <a:pt x="29" y="69"/>
                    <a:pt x="29" y="69"/>
                    <a:pt x="29" y="69"/>
                  </a:cubicBezTo>
                  <a:cubicBezTo>
                    <a:pt x="29" y="69"/>
                    <a:pt x="29" y="69"/>
                    <a:pt x="29" y="69"/>
                  </a:cubicBezTo>
                  <a:cubicBezTo>
                    <a:pt x="30" y="70"/>
                    <a:pt x="29" y="70"/>
                    <a:pt x="30" y="70"/>
                  </a:cubicBezTo>
                  <a:cubicBezTo>
                    <a:pt x="30" y="71"/>
                    <a:pt x="29" y="70"/>
                    <a:pt x="29" y="70"/>
                  </a:cubicBezTo>
                  <a:cubicBezTo>
                    <a:pt x="29" y="70"/>
                    <a:pt x="29" y="70"/>
                    <a:pt x="29" y="70"/>
                  </a:cubicBezTo>
                  <a:cubicBezTo>
                    <a:pt x="28" y="70"/>
                    <a:pt x="28" y="71"/>
                    <a:pt x="29" y="71"/>
                  </a:cubicBezTo>
                  <a:cubicBezTo>
                    <a:pt x="29" y="71"/>
                    <a:pt x="29" y="71"/>
                    <a:pt x="29" y="71"/>
                  </a:cubicBezTo>
                  <a:cubicBezTo>
                    <a:pt x="29" y="71"/>
                    <a:pt x="29" y="71"/>
                    <a:pt x="29" y="72"/>
                  </a:cubicBezTo>
                  <a:cubicBezTo>
                    <a:pt x="28" y="72"/>
                    <a:pt x="25" y="70"/>
                    <a:pt x="26" y="71"/>
                  </a:cubicBezTo>
                  <a:cubicBezTo>
                    <a:pt x="26" y="71"/>
                    <a:pt x="28" y="72"/>
                    <a:pt x="29" y="73"/>
                  </a:cubicBezTo>
                  <a:cubicBezTo>
                    <a:pt x="28" y="73"/>
                    <a:pt x="29" y="74"/>
                    <a:pt x="27" y="74"/>
                  </a:cubicBezTo>
                  <a:cubicBezTo>
                    <a:pt x="28" y="75"/>
                    <a:pt x="28" y="75"/>
                    <a:pt x="28" y="75"/>
                  </a:cubicBezTo>
                  <a:cubicBezTo>
                    <a:pt x="27" y="75"/>
                    <a:pt x="29" y="77"/>
                    <a:pt x="26" y="76"/>
                  </a:cubicBezTo>
                  <a:cubicBezTo>
                    <a:pt x="26" y="76"/>
                    <a:pt x="25" y="75"/>
                    <a:pt x="24" y="75"/>
                  </a:cubicBezTo>
                  <a:cubicBezTo>
                    <a:pt x="25" y="76"/>
                    <a:pt x="23" y="75"/>
                    <a:pt x="25" y="76"/>
                  </a:cubicBezTo>
                  <a:cubicBezTo>
                    <a:pt x="26" y="76"/>
                    <a:pt x="26" y="77"/>
                    <a:pt x="27" y="77"/>
                  </a:cubicBezTo>
                  <a:cubicBezTo>
                    <a:pt x="27" y="77"/>
                    <a:pt x="27" y="78"/>
                    <a:pt x="26" y="78"/>
                  </a:cubicBezTo>
                  <a:cubicBezTo>
                    <a:pt x="26" y="78"/>
                    <a:pt x="26" y="78"/>
                    <a:pt x="27" y="78"/>
                  </a:cubicBezTo>
                  <a:cubicBezTo>
                    <a:pt x="25" y="77"/>
                    <a:pt x="25" y="78"/>
                    <a:pt x="25" y="78"/>
                  </a:cubicBezTo>
                  <a:cubicBezTo>
                    <a:pt x="26" y="79"/>
                    <a:pt x="26" y="79"/>
                    <a:pt x="26" y="79"/>
                  </a:cubicBezTo>
                  <a:cubicBezTo>
                    <a:pt x="25" y="78"/>
                    <a:pt x="25" y="78"/>
                    <a:pt x="25" y="78"/>
                  </a:cubicBezTo>
                  <a:cubicBezTo>
                    <a:pt x="25" y="79"/>
                    <a:pt x="27" y="80"/>
                    <a:pt x="26" y="79"/>
                  </a:cubicBezTo>
                  <a:cubicBezTo>
                    <a:pt x="25" y="79"/>
                    <a:pt x="25" y="79"/>
                    <a:pt x="25" y="79"/>
                  </a:cubicBezTo>
                  <a:cubicBezTo>
                    <a:pt x="25" y="80"/>
                    <a:pt x="27" y="81"/>
                    <a:pt x="26" y="80"/>
                  </a:cubicBezTo>
                  <a:cubicBezTo>
                    <a:pt x="24" y="80"/>
                    <a:pt x="24" y="80"/>
                    <a:pt x="24" y="80"/>
                  </a:cubicBezTo>
                  <a:cubicBezTo>
                    <a:pt x="24" y="80"/>
                    <a:pt x="25" y="81"/>
                    <a:pt x="25" y="81"/>
                  </a:cubicBezTo>
                  <a:cubicBezTo>
                    <a:pt x="24" y="81"/>
                    <a:pt x="24" y="81"/>
                    <a:pt x="23" y="80"/>
                  </a:cubicBezTo>
                  <a:cubicBezTo>
                    <a:pt x="25" y="83"/>
                    <a:pt x="25" y="84"/>
                    <a:pt x="24" y="85"/>
                  </a:cubicBezTo>
                  <a:cubicBezTo>
                    <a:pt x="23" y="85"/>
                    <a:pt x="23" y="85"/>
                    <a:pt x="23" y="85"/>
                  </a:cubicBezTo>
                  <a:cubicBezTo>
                    <a:pt x="22" y="84"/>
                    <a:pt x="25" y="85"/>
                    <a:pt x="24" y="85"/>
                  </a:cubicBezTo>
                  <a:cubicBezTo>
                    <a:pt x="23" y="85"/>
                    <a:pt x="22" y="85"/>
                    <a:pt x="21" y="84"/>
                  </a:cubicBezTo>
                  <a:cubicBezTo>
                    <a:pt x="20" y="84"/>
                    <a:pt x="22" y="85"/>
                    <a:pt x="23" y="85"/>
                  </a:cubicBezTo>
                  <a:cubicBezTo>
                    <a:pt x="24" y="86"/>
                    <a:pt x="22" y="85"/>
                    <a:pt x="23" y="86"/>
                  </a:cubicBezTo>
                  <a:cubicBezTo>
                    <a:pt x="24" y="86"/>
                    <a:pt x="22" y="86"/>
                    <a:pt x="24" y="87"/>
                  </a:cubicBezTo>
                  <a:cubicBezTo>
                    <a:pt x="23" y="86"/>
                    <a:pt x="22" y="86"/>
                    <a:pt x="22" y="85"/>
                  </a:cubicBezTo>
                  <a:cubicBezTo>
                    <a:pt x="22" y="86"/>
                    <a:pt x="22" y="86"/>
                    <a:pt x="22" y="86"/>
                  </a:cubicBezTo>
                  <a:cubicBezTo>
                    <a:pt x="20" y="85"/>
                    <a:pt x="19" y="83"/>
                    <a:pt x="17" y="82"/>
                  </a:cubicBezTo>
                  <a:cubicBezTo>
                    <a:pt x="17" y="83"/>
                    <a:pt x="17" y="83"/>
                    <a:pt x="17" y="83"/>
                  </a:cubicBezTo>
                  <a:cubicBezTo>
                    <a:pt x="15" y="82"/>
                    <a:pt x="16" y="81"/>
                    <a:pt x="15" y="81"/>
                  </a:cubicBezTo>
                  <a:cubicBezTo>
                    <a:pt x="15" y="82"/>
                    <a:pt x="17" y="84"/>
                    <a:pt x="18" y="84"/>
                  </a:cubicBezTo>
                  <a:cubicBezTo>
                    <a:pt x="18" y="84"/>
                    <a:pt x="22" y="86"/>
                    <a:pt x="21" y="86"/>
                  </a:cubicBezTo>
                  <a:cubicBezTo>
                    <a:pt x="20" y="86"/>
                    <a:pt x="21" y="86"/>
                    <a:pt x="20" y="85"/>
                  </a:cubicBezTo>
                  <a:cubicBezTo>
                    <a:pt x="19" y="85"/>
                    <a:pt x="21" y="86"/>
                    <a:pt x="20" y="86"/>
                  </a:cubicBezTo>
                  <a:cubicBezTo>
                    <a:pt x="21" y="86"/>
                    <a:pt x="22" y="87"/>
                    <a:pt x="22" y="88"/>
                  </a:cubicBezTo>
                  <a:cubicBezTo>
                    <a:pt x="21" y="87"/>
                    <a:pt x="21" y="87"/>
                    <a:pt x="21" y="87"/>
                  </a:cubicBezTo>
                  <a:cubicBezTo>
                    <a:pt x="21" y="87"/>
                    <a:pt x="22" y="88"/>
                    <a:pt x="23" y="88"/>
                  </a:cubicBezTo>
                  <a:cubicBezTo>
                    <a:pt x="25" y="90"/>
                    <a:pt x="22" y="88"/>
                    <a:pt x="23" y="89"/>
                  </a:cubicBezTo>
                  <a:cubicBezTo>
                    <a:pt x="22" y="89"/>
                    <a:pt x="20" y="87"/>
                    <a:pt x="19" y="87"/>
                  </a:cubicBezTo>
                  <a:cubicBezTo>
                    <a:pt x="21" y="88"/>
                    <a:pt x="21" y="89"/>
                    <a:pt x="23" y="90"/>
                  </a:cubicBezTo>
                  <a:cubicBezTo>
                    <a:pt x="23" y="90"/>
                    <a:pt x="22" y="89"/>
                    <a:pt x="21" y="88"/>
                  </a:cubicBezTo>
                  <a:cubicBezTo>
                    <a:pt x="20" y="88"/>
                    <a:pt x="23" y="90"/>
                    <a:pt x="20" y="89"/>
                  </a:cubicBezTo>
                  <a:cubicBezTo>
                    <a:pt x="22" y="90"/>
                    <a:pt x="22" y="90"/>
                    <a:pt x="22" y="90"/>
                  </a:cubicBezTo>
                  <a:cubicBezTo>
                    <a:pt x="21" y="89"/>
                    <a:pt x="21" y="89"/>
                    <a:pt x="20" y="89"/>
                  </a:cubicBezTo>
                  <a:cubicBezTo>
                    <a:pt x="20" y="89"/>
                    <a:pt x="21" y="91"/>
                    <a:pt x="19" y="90"/>
                  </a:cubicBezTo>
                  <a:cubicBezTo>
                    <a:pt x="20" y="90"/>
                    <a:pt x="19" y="90"/>
                    <a:pt x="21" y="91"/>
                  </a:cubicBezTo>
                  <a:cubicBezTo>
                    <a:pt x="22" y="91"/>
                    <a:pt x="20" y="90"/>
                    <a:pt x="22" y="91"/>
                  </a:cubicBezTo>
                  <a:cubicBezTo>
                    <a:pt x="20" y="90"/>
                    <a:pt x="22" y="91"/>
                    <a:pt x="22" y="92"/>
                  </a:cubicBezTo>
                  <a:cubicBezTo>
                    <a:pt x="21" y="91"/>
                    <a:pt x="21" y="91"/>
                    <a:pt x="21" y="91"/>
                  </a:cubicBezTo>
                  <a:cubicBezTo>
                    <a:pt x="22" y="92"/>
                    <a:pt x="21" y="92"/>
                    <a:pt x="22" y="92"/>
                  </a:cubicBezTo>
                  <a:cubicBezTo>
                    <a:pt x="21" y="92"/>
                    <a:pt x="21" y="92"/>
                    <a:pt x="21" y="92"/>
                  </a:cubicBezTo>
                  <a:cubicBezTo>
                    <a:pt x="22" y="92"/>
                    <a:pt x="22" y="92"/>
                    <a:pt x="22" y="92"/>
                  </a:cubicBezTo>
                  <a:cubicBezTo>
                    <a:pt x="23" y="93"/>
                    <a:pt x="20" y="91"/>
                    <a:pt x="20" y="92"/>
                  </a:cubicBezTo>
                  <a:cubicBezTo>
                    <a:pt x="19" y="91"/>
                    <a:pt x="19" y="91"/>
                    <a:pt x="19" y="91"/>
                  </a:cubicBezTo>
                  <a:cubicBezTo>
                    <a:pt x="20" y="91"/>
                    <a:pt x="18" y="91"/>
                    <a:pt x="19" y="91"/>
                  </a:cubicBezTo>
                  <a:cubicBezTo>
                    <a:pt x="20" y="92"/>
                    <a:pt x="21" y="93"/>
                    <a:pt x="22" y="93"/>
                  </a:cubicBezTo>
                  <a:cubicBezTo>
                    <a:pt x="22" y="94"/>
                    <a:pt x="20" y="93"/>
                    <a:pt x="22" y="93"/>
                  </a:cubicBezTo>
                  <a:cubicBezTo>
                    <a:pt x="20" y="92"/>
                    <a:pt x="20" y="92"/>
                    <a:pt x="20" y="92"/>
                  </a:cubicBezTo>
                  <a:cubicBezTo>
                    <a:pt x="20" y="92"/>
                    <a:pt x="18" y="92"/>
                    <a:pt x="18" y="92"/>
                  </a:cubicBezTo>
                  <a:cubicBezTo>
                    <a:pt x="19" y="92"/>
                    <a:pt x="20" y="93"/>
                    <a:pt x="21" y="94"/>
                  </a:cubicBezTo>
                  <a:cubicBezTo>
                    <a:pt x="21" y="94"/>
                    <a:pt x="20" y="93"/>
                    <a:pt x="19" y="93"/>
                  </a:cubicBezTo>
                  <a:cubicBezTo>
                    <a:pt x="19" y="93"/>
                    <a:pt x="20" y="94"/>
                    <a:pt x="21" y="94"/>
                  </a:cubicBezTo>
                  <a:cubicBezTo>
                    <a:pt x="20" y="94"/>
                    <a:pt x="19" y="94"/>
                    <a:pt x="18" y="93"/>
                  </a:cubicBezTo>
                  <a:cubicBezTo>
                    <a:pt x="16" y="92"/>
                    <a:pt x="16" y="92"/>
                    <a:pt x="16" y="92"/>
                  </a:cubicBezTo>
                  <a:cubicBezTo>
                    <a:pt x="16" y="92"/>
                    <a:pt x="16" y="92"/>
                    <a:pt x="16" y="92"/>
                  </a:cubicBezTo>
                  <a:cubicBezTo>
                    <a:pt x="14" y="91"/>
                    <a:pt x="15" y="91"/>
                    <a:pt x="13" y="90"/>
                  </a:cubicBezTo>
                  <a:cubicBezTo>
                    <a:pt x="13" y="90"/>
                    <a:pt x="13" y="91"/>
                    <a:pt x="14" y="91"/>
                  </a:cubicBezTo>
                  <a:cubicBezTo>
                    <a:pt x="16" y="92"/>
                    <a:pt x="17" y="94"/>
                    <a:pt x="19" y="95"/>
                  </a:cubicBezTo>
                  <a:cubicBezTo>
                    <a:pt x="20" y="96"/>
                    <a:pt x="13" y="92"/>
                    <a:pt x="17" y="95"/>
                  </a:cubicBezTo>
                  <a:cubicBezTo>
                    <a:pt x="17" y="95"/>
                    <a:pt x="19" y="96"/>
                    <a:pt x="18" y="95"/>
                  </a:cubicBezTo>
                  <a:cubicBezTo>
                    <a:pt x="18" y="96"/>
                    <a:pt x="21" y="97"/>
                    <a:pt x="20" y="97"/>
                  </a:cubicBezTo>
                  <a:cubicBezTo>
                    <a:pt x="19" y="96"/>
                    <a:pt x="17" y="96"/>
                    <a:pt x="16" y="95"/>
                  </a:cubicBezTo>
                  <a:cubicBezTo>
                    <a:pt x="17" y="95"/>
                    <a:pt x="17" y="95"/>
                    <a:pt x="16" y="94"/>
                  </a:cubicBezTo>
                  <a:cubicBezTo>
                    <a:pt x="15" y="94"/>
                    <a:pt x="14" y="93"/>
                    <a:pt x="14" y="93"/>
                  </a:cubicBezTo>
                  <a:cubicBezTo>
                    <a:pt x="14" y="94"/>
                    <a:pt x="14" y="94"/>
                    <a:pt x="15" y="95"/>
                  </a:cubicBezTo>
                  <a:cubicBezTo>
                    <a:pt x="16" y="95"/>
                    <a:pt x="15" y="94"/>
                    <a:pt x="16" y="95"/>
                  </a:cubicBezTo>
                  <a:cubicBezTo>
                    <a:pt x="17" y="96"/>
                    <a:pt x="15" y="95"/>
                    <a:pt x="17" y="96"/>
                  </a:cubicBezTo>
                  <a:cubicBezTo>
                    <a:pt x="17" y="96"/>
                    <a:pt x="18" y="97"/>
                    <a:pt x="19" y="97"/>
                  </a:cubicBezTo>
                  <a:cubicBezTo>
                    <a:pt x="19" y="98"/>
                    <a:pt x="19" y="98"/>
                    <a:pt x="19" y="98"/>
                  </a:cubicBezTo>
                  <a:cubicBezTo>
                    <a:pt x="19" y="97"/>
                    <a:pt x="19" y="97"/>
                    <a:pt x="19" y="97"/>
                  </a:cubicBezTo>
                  <a:cubicBezTo>
                    <a:pt x="18" y="97"/>
                    <a:pt x="20" y="98"/>
                    <a:pt x="20" y="99"/>
                  </a:cubicBezTo>
                  <a:cubicBezTo>
                    <a:pt x="18" y="98"/>
                    <a:pt x="18" y="98"/>
                    <a:pt x="18" y="98"/>
                  </a:cubicBezTo>
                  <a:cubicBezTo>
                    <a:pt x="16" y="97"/>
                    <a:pt x="19" y="97"/>
                    <a:pt x="16" y="96"/>
                  </a:cubicBezTo>
                  <a:cubicBezTo>
                    <a:pt x="16" y="96"/>
                    <a:pt x="17" y="97"/>
                    <a:pt x="16" y="97"/>
                  </a:cubicBezTo>
                  <a:cubicBezTo>
                    <a:pt x="16" y="97"/>
                    <a:pt x="16" y="97"/>
                    <a:pt x="16" y="97"/>
                  </a:cubicBezTo>
                  <a:cubicBezTo>
                    <a:pt x="16" y="97"/>
                    <a:pt x="13" y="95"/>
                    <a:pt x="14" y="96"/>
                  </a:cubicBezTo>
                  <a:cubicBezTo>
                    <a:pt x="15" y="97"/>
                    <a:pt x="15" y="97"/>
                    <a:pt x="16" y="98"/>
                  </a:cubicBezTo>
                  <a:cubicBezTo>
                    <a:pt x="16" y="98"/>
                    <a:pt x="17" y="99"/>
                    <a:pt x="17" y="99"/>
                  </a:cubicBezTo>
                  <a:cubicBezTo>
                    <a:pt x="15" y="98"/>
                    <a:pt x="16" y="100"/>
                    <a:pt x="15" y="98"/>
                  </a:cubicBezTo>
                  <a:cubicBezTo>
                    <a:pt x="16" y="99"/>
                    <a:pt x="16" y="98"/>
                    <a:pt x="15" y="97"/>
                  </a:cubicBezTo>
                  <a:cubicBezTo>
                    <a:pt x="12" y="96"/>
                    <a:pt x="15" y="97"/>
                    <a:pt x="13" y="95"/>
                  </a:cubicBezTo>
                  <a:cubicBezTo>
                    <a:pt x="13" y="96"/>
                    <a:pt x="11" y="95"/>
                    <a:pt x="9" y="94"/>
                  </a:cubicBezTo>
                  <a:cubicBezTo>
                    <a:pt x="9" y="94"/>
                    <a:pt x="10" y="94"/>
                    <a:pt x="10" y="94"/>
                  </a:cubicBezTo>
                  <a:cubicBezTo>
                    <a:pt x="11" y="95"/>
                    <a:pt x="11" y="95"/>
                    <a:pt x="12" y="96"/>
                  </a:cubicBezTo>
                  <a:cubicBezTo>
                    <a:pt x="12" y="96"/>
                    <a:pt x="12" y="97"/>
                    <a:pt x="13" y="98"/>
                  </a:cubicBezTo>
                  <a:cubicBezTo>
                    <a:pt x="13" y="98"/>
                    <a:pt x="11" y="97"/>
                    <a:pt x="11" y="97"/>
                  </a:cubicBezTo>
                  <a:cubicBezTo>
                    <a:pt x="12" y="97"/>
                    <a:pt x="11" y="98"/>
                    <a:pt x="10" y="98"/>
                  </a:cubicBezTo>
                  <a:cubicBezTo>
                    <a:pt x="13" y="99"/>
                    <a:pt x="11" y="99"/>
                    <a:pt x="12" y="100"/>
                  </a:cubicBezTo>
                  <a:cubicBezTo>
                    <a:pt x="13" y="100"/>
                    <a:pt x="15" y="100"/>
                    <a:pt x="16" y="101"/>
                  </a:cubicBezTo>
                  <a:cubicBezTo>
                    <a:pt x="15" y="101"/>
                    <a:pt x="15" y="100"/>
                    <a:pt x="14" y="100"/>
                  </a:cubicBezTo>
                  <a:cubicBezTo>
                    <a:pt x="15" y="101"/>
                    <a:pt x="12" y="99"/>
                    <a:pt x="14" y="101"/>
                  </a:cubicBezTo>
                  <a:cubicBezTo>
                    <a:pt x="13" y="100"/>
                    <a:pt x="11" y="99"/>
                    <a:pt x="10" y="98"/>
                  </a:cubicBezTo>
                  <a:cubicBezTo>
                    <a:pt x="10" y="99"/>
                    <a:pt x="9" y="97"/>
                    <a:pt x="8" y="98"/>
                  </a:cubicBezTo>
                  <a:cubicBezTo>
                    <a:pt x="9" y="99"/>
                    <a:pt x="10" y="99"/>
                    <a:pt x="10" y="100"/>
                  </a:cubicBezTo>
                  <a:cubicBezTo>
                    <a:pt x="8" y="100"/>
                    <a:pt x="9" y="101"/>
                    <a:pt x="9" y="102"/>
                  </a:cubicBezTo>
                  <a:cubicBezTo>
                    <a:pt x="8" y="101"/>
                    <a:pt x="6" y="100"/>
                    <a:pt x="6" y="100"/>
                  </a:cubicBezTo>
                  <a:cubicBezTo>
                    <a:pt x="6" y="101"/>
                    <a:pt x="8" y="101"/>
                    <a:pt x="7" y="101"/>
                  </a:cubicBezTo>
                  <a:cubicBezTo>
                    <a:pt x="6" y="101"/>
                    <a:pt x="6" y="101"/>
                    <a:pt x="6" y="101"/>
                  </a:cubicBezTo>
                  <a:cubicBezTo>
                    <a:pt x="7" y="101"/>
                    <a:pt x="5" y="101"/>
                    <a:pt x="7" y="102"/>
                  </a:cubicBezTo>
                  <a:cubicBezTo>
                    <a:pt x="5" y="101"/>
                    <a:pt x="5" y="101"/>
                    <a:pt x="5" y="101"/>
                  </a:cubicBezTo>
                  <a:cubicBezTo>
                    <a:pt x="5" y="101"/>
                    <a:pt x="6" y="102"/>
                    <a:pt x="6" y="102"/>
                  </a:cubicBezTo>
                  <a:cubicBezTo>
                    <a:pt x="5" y="101"/>
                    <a:pt x="4" y="101"/>
                    <a:pt x="4" y="101"/>
                  </a:cubicBezTo>
                  <a:cubicBezTo>
                    <a:pt x="2" y="100"/>
                    <a:pt x="4" y="101"/>
                    <a:pt x="4" y="102"/>
                  </a:cubicBezTo>
                  <a:cubicBezTo>
                    <a:pt x="5" y="102"/>
                    <a:pt x="5" y="102"/>
                    <a:pt x="5" y="102"/>
                  </a:cubicBezTo>
                  <a:cubicBezTo>
                    <a:pt x="6" y="103"/>
                    <a:pt x="4" y="103"/>
                    <a:pt x="5" y="104"/>
                  </a:cubicBezTo>
                  <a:cubicBezTo>
                    <a:pt x="3" y="103"/>
                    <a:pt x="3" y="103"/>
                    <a:pt x="3" y="103"/>
                  </a:cubicBezTo>
                  <a:cubicBezTo>
                    <a:pt x="4" y="104"/>
                    <a:pt x="4" y="104"/>
                    <a:pt x="4" y="104"/>
                  </a:cubicBezTo>
                  <a:cubicBezTo>
                    <a:pt x="3" y="103"/>
                    <a:pt x="2" y="103"/>
                    <a:pt x="3" y="103"/>
                  </a:cubicBezTo>
                  <a:cubicBezTo>
                    <a:pt x="0" y="101"/>
                    <a:pt x="0" y="101"/>
                    <a:pt x="0" y="101"/>
                  </a:cubicBezTo>
                  <a:cubicBezTo>
                    <a:pt x="1" y="101"/>
                    <a:pt x="2" y="102"/>
                    <a:pt x="3" y="103"/>
                  </a:cubicBezTo>
                  <a:cubicBezTo>
                    <a:pt x="4" y="103"/>
                    <a:pt x="4" y="102"/>
                    <a:pt x="3" y="102"/>
                  </a:cubicBezTo>
                  <a:cubicBezTo>
                    <a:pt x="3" y="102"/>
                    <a:pt x="3" y="102"/>
                    <a:pt x="3" y="102"/>
                  </a:cubicBezTo>
                  <a:cubicBezTo>
                    <a:pt x="2" y="101"/>
                    <a:pt x="2" y="101"/>
                    <a:pt x="1" y="101"/>
                  </a:cubicBezTo>
                  <a:cubicBezTo>
                    <a:pt x="1" y="101"/>
                    <a:pt x="0" y="101"/>
                    <a:pt x="1" y="101"/>
                  </a:cubicBezTo>
                  <a:cubicBezTo>
                    <a:pt x="0" y="100"/>
                    <a:pt x="0" y="100"/>
                    <a:pt x="0" y="100"/>
                  </a:cubicBezTo>
                  <a:cubicBezTo>
                    <a:pt x="1" y="100"/>
                    <a:pt x="1" y="100"/>
                    <a:pt x="2" y="100"/>
                  </a:cubicBezTo>
                  <a:cubicBezTo>
                    <a:pt x="0" y="100"/>
                    <a:pt x="0" y="99"/>
                    <a:pt x="0" y="99"/>
                  </a:cubicBezTo>
                  <a:cubicBezTo>
                    <a:pt x="2" y="100"/>
                    <a:pt x="0" y="98"/>
                    <a:pt x="0" y="98"/>
                  </a:cubicBezTo>
                  <a:cubicBezTo>
                    <a:pt x="2" y="99"/>
                    <a:pt x="3" y="99"/>
                    <a:pt x="3" y="100"/>
                  </a:cubicBezTo>
                  <a:cubicBezTo>
                    <a:pt x="4" y="100"/>
                    <a:pt x="3" y="100"/>
                    <a:pt x="4" y="100"/>
                  </a:cubicBezTo>
                  <a:cubicBezTo>
                    <a:pt x="3" y="99"/>
                    <a:pt x="2" y="98"/>
                    <a:pt x="1" y="97"/>
                  </a:cubicBezTo>
                  <a:cubicBezTo>
                    <a:pt x="2" y="98"/>
                    <a:pt x="2" y="98"/>
                    <a:pt x="2" y="98"/>
                  </a:cubicBezTo>
                  <a:cubicBezTo>
                    <a:pt x="2" y="97"/>
                    <a:pt x="0" y="97"/>
                    <a:pt x="1" y="96"/>
                  </a:cubicBezTo>
                  <a:cubicBezTo>
                    <a:pt x="2" y="96"/>
                    <a:pt x="2" y="95"/>
                    <a:pt x="3" y="95"/>
                  </a:cubicBezTo>
                  <a:cubicBezTo>
                    <a:pt x="4" y="96"/>
                    <a:pt x="4" y="96"/>
                    <a:pt x="4" y="96"/>
                  </a:cubicBezTo>
                  <a:cubicBezTo>
                    <a:pt x="1" y="94"/>
                    <a:pt x="3" y="94"/>
                    <a:pt x="2" y="93"/>
                  </a:cubicBezTo>
                  <a:cubicBezTo>
                    <a:pt x="4" y="93"/>
                    <a:pt x="2" y="91"/>
                    <a:pt x="4" y="92"/>
                  </a:cubicBezTo>
                  <a:cubicBezTo>
                    <a:pt x="4" y="90"/>
                    <a:pt x="4" y="89"/>
                    <a:pt x="5" y="88"/>
                  </a:cubicBezTo>
                  <a:cubicBezTo>
                    <a:pt x="6" y="89"/>
                    <a:pt x="6" y="89"/>
                    <a:pt x="6" y="89"/>
                  </a:cubicBezTo>
                  <a:cubicBezTo>
                    <a:pt x="5" y="88"/>
                    <a:pt x="7" y="90"/>
                    <a:pt x="7" y="89"/>
                  </a:cubicBezTo>
                  <a:cubicBezTo>
                    <a:pt x="6" y="89"/>
                    <a:pt x="6" y="88"/>
                    <a:pt x="5" y="87"/>
                  </a:cubicBezTo>
                  <a:cubicBezTo>
                    <a:pt x="6" y="87"/>
                    <a:pt x="5" y="86"/>
                    <a:pt x="5" y="85"/>
                  </a:cubicBezTo>
                  <a:cubicBezTo>
                    <a:pt x="6" y="86"/>
                    <a:pt x="6" y="86"/>
                    <a:pt x="6" y="86"/>
                  </a:cubicBezTo>
                  <a:cubicBezTo>
                    <a:pt x="4" y="84"/>
                    <a:pt x="6" y="84"/>
                    <a:pt x="7" y="84"/>
                  </a:cubicBezTo>
                  <a:cubicBezTo>
                    <a:pt x="7" y="84"/>
                    <a:pt x="8" y="85"/>
                    <a:pt x="8" y="85"/>
                  </a:cubicBezTo>
                  <a:cubicBezTo>
                    <a:pt x="7" y="83"/>
                    <a:pt x="7" y="83"/>
                    <a:pt x="6" y="82"/>
                  </a:cubicBezTo>
                  <a:cubicBezTo>
                    <a:pt x="6" y="82"/>
                    <a:pt x="7" y="81"/>
                    <a:pt x="8" y="81"/>
                  </a:cubicBezTo>
                  <a:cubicBezTo>
                    <a:pt x="6" y="79"/>
                    <a:pt x="8" y="78"/>
                    <a:pt x="8" y="76"/>
                  </a:cubicBezTo>
                  <a:cubicBezTo>
                    <a:pt x="9" y="77"/>
                    <a:pt x="9" y="77"/>
                    <a:pt x="9" y="77"/>
                  </a:cubicBezTo>
                  <a:cubicBezTo>
                    <a:pt x="7" y="74"/>
                    <a:pt x="10" y="74"/>
                    <a:pt x="9" y="72"/>
                  </a:cubicBezTo>
                  <a:cubicBezTo>
                    <a:pt x="12" y="74"/>
                    <a:pt x="12" y="74"/>
                    <a:pt x="12" y="74"/>
                  </a:cubicBezTo>
                  <a:cubicBezTo>
                    <a:pt x="12" y="74"/>
                    <a:pt x="11" y="72"/>
                    <a:pt x="10" y="72"/>
                  </a:cubicBezTo>
                  <a:cubicBezTo>
                    <a:pt x="11" y="72"/>
                    <a:pt x="9" y="70"/>
                    <a:pt x="11" y="71"/>
                  </a:cubicBezTo>
                  <a:cubicBezTo>
                    <a:pt x="12" y="71"/>
                    <a:pt x="10" y="70"/>
                    <a:pt x="10" y="70"/>
                  </a:cubicBezTo>
                  <a:cubicBezTo>
                    <a:pt x="12" y="69"/>
                    <a:pt x="12" y="69"/>
                    <a:pt x="12" y="68"/>
                  </a:cubicBezTo>
                  <a:cubicBezTo>
                    <a:pt x="11" y="68"/>
                    <a:pt x="11" y="68"/>
                    <a:pt x="11" y="68"/>
                  </a:cubicBezTo>
                  <a:cubicBezTo>
                    <a:pt x="12" y="69"/>
                    <a:pt x="13" y="69"/>
                    <a:pt x="13" y="69"/>
                  </a:cubicBezTo>
                  <a:cubicBezTo>
                    <a:pt x="12" y="68"/>
                    <a:pt x="14" y="69"/>
                    <a:pt x="11" y="67"/>
                  </a:cubicBezTo>
                  <a:cubicBezTo>
                    <a:pt x="13" y="67"/>
                    <a:pt x="11" y="65"/>
                    <a:pt x="13" y="65"/>
                  </a:cubicBezTo>
                  <a:cubicBezTo>
                    <a:pt x="13" y="65"/>
                    <a:pt x="13" y="65"/>
                    <a:pt x="12" y="65"/>
                  </a:cubicBezTo>
                  <a:cubicBezTo>
                    <a:pt x="13" y="64"/>
                    <a:pt x="14" y="64"/>
                    <a:pt x="13" y="63"/>
                  </a:cubicBezTo>
                  <a:cubicBezTo>
                    <a:pt x="14" y="63"/>
                    <a:pt x="15" y="64"/>
                    <a:pt x="15" y="64"/>
                  </a:cubicBezTo>
                  <a:cubicBezTo>
                    <a:pt x="15" y="63"/>
                    <a:pt x="14" y="63"/>
                    <a:pt x="14" y="63"/>
                  </a:cubicBezTo>
                  <a:cubicBezTo>
                    <a:pt x="13" y="61"/>
                    <a:pt x="16" y="61"/>
                    <a:pt x="16" y="60"/>
                  </a:cubicBezTo>
                  <a:cubicBezTo>
                    <a:pt x="16" y="58"/>
                    <a:pt x="17" y="57"/>
                    <a:pt x="18" y="55"/>
                  </a:cubicBezTo>
                  <a:cubicBezTo>
                    <a:pt x="19" y="55"/>
                    <a:pt x="19" y="55"/>
                    <a:pt x="19" y="55"/>
                  </a:cubicBezTo>
                  <a:cubicBezTo>
                    <a:pt x="17" y="54"/>
                    <a:pt x="21" y="55"/>
                    <a:pt x="19" y="53"/>
                  </a:cubicBezTo>
                  <a:cubicBezTo>
                    <a:pt x="19" y="54"/>
                    <a:pt x="19" y="53"/>
                    <a:pt x="20" y="54"/>
                  </a:cubicBezTo>
                  <a:cubicBezTo>
                    <a:pt x="19" y="52"/>
                    <a:pt x="22" y="53"/>
                    <a:pt x="21" y="52"/>
                  </a:cubicBezTo>
                  <a:cubicBezTo>
                    <a:pt x="21" y="52"/>
                    <a:pt x="21" y="52"/>
                    <a:pt x="21" y="52"/>
                  </a:cubicBezTo>
                  <a:cubicBezTo>
                    <a:pt x="22" y="52"/>
                    <a:pt x="21" y="51"/>
                    <a:pt x="22" y="51"/>
                  </a:cubicBezTo>
                  <a:cubicBezTo>
                    <a:pt x="23" y="51"/>
                    <a:pt x="23" y="51"/>
                    <a:pt x="23" y="51"/>
                  </a:cubicBezTo>
                  <a:cubicBezTo>
                    <a:pt x="24" y="52"/>
                    <a:pt x="21" y="50"/>
                    <a:pt x="24" y="51"/>
                  </a:cubicBezTo>
                  <a:cubicBezTo>
                    <a:pt x="24" y="51"/>
                    <a:pt x="23" y="50"/>
                    <a:pt x="23" y="50"/>
                  </a:cubicBezTo>
                  <a:cubicBezTo>
                    <a:pt x="25" y="49"/>
                    <a:pt x="24" y="47"/>
                    <a:pt x="24" y="45"/>
                  </a:cubicBezTo>
                  <a:cubicBezTo>
                    <a:pt x="26" y="45"/>
                    <a:pt x="28" y="48"/>
                    <a:pt x="27" y="46"/>
                  </a:cubicBezTo>
                  <a:cubicBezTo>
                    <a:pt x="27" y="46"/>
                    <a:pt x="26" y="45"/>
                    <a:pt x="26" y="46"/>
                  </a:cubicBezTo>
                  <a:cubicBezTo>
                    <a:pt x="26" y="45"/>
                    <a:pt x="30" y="47"/>
                    <a:pt x="28" y="46"/>
                  </a:cubicBezTo>
                  <a:cubicBezTo>
                    <a:pt x="27" y="45"/>
                    <a:pt x="28" y="45"/>
                    <a:pt x="27" y="45"/>
                  </a:cubicBezTo>
                  <a:cubicBezTo>
                    <a:pt x="28" y="44"/>
                    <a:pt x="29" y="45"/>
                    <a:pt x="29" y="44"/>
                  </a:cubicBezTo>
                  <a:cubicBezTo>
                    <a:pt x="29" y="45"/>
                    <a:pt x="29" y="45"/>
                    <a:pt x="29" y="45"/>
                  </a:cubicBezTo>
                  <a:cubicBezTo>
                    <a:pt x="27" y="43"/>
                    <a:pt x="29" y="43"/>
                    <a:pt x="27" y="41"/>
                  </a:cubicBezTo>
                  <a:cubicBezTo>
                    <a:pt x="28" y="37"/>
                    <a:pt x="28" y="33"/>
                    <a:pt x="30" y="30"/>
                  </a:cubicBezTo>
                  <a:cubicBezTo>
                    <a:pt x="32" y="28"/>
                    <a:pt x="33" y="24"/>
                    <a:pt x="36" y="22"/>
                  </a:cubicBezTo>
                  <a:cubicBezTo>
                    <a:pt x="38" y="22"/>
                    <a:pt x="38" y="22"/>
                    <a:pt x="38" y="21"/>
                  </a:cubicBezTo>
                  <a:cubicBezTo>
                    <a:pt x="38" y="21"/>
                    <a:pt x="38" y="21"/>
                    <a:pt x="38" y="21"/>
                  </a:cubicBezTo>
                  <a:cubicBezTo>
                    <a:pt x="37" y="20"/>
                    <a:pt x="39" y="21"/>
                    <a:pt x="37" y="20"/>
                  </a:cubicBezTo>
                  <a:cubicBezTo>
                    <a:pt x="38" y="19"/>
                    <a:pt x="38" y="17"/>
                    <a:pt x="39" y="16"/>
                  </a:cubicBezTo>
                  <a:cubicBezTo>
                    <a:pt x="39" y="16"/>
                    <a:pt x="40" y="17"/>
                    <a:pt x="40" y="17"/>
                  </a:cubicBezTo>
                  <a:cubicBezTo>
                    <a:pt x="39" y="16"/>
                    <a:pt x="39" y="16"/>
                    <a:pt x="39" y="16"/>
                  </a:cubicBezTo>
                  <a:cubicBezTo>
                    <a:pt x="40" y="16"/>
                    <a:pt x="40" y="16"/>
                    <a:pt x="40" y="16"/>
                  </a:cubicBezTo>
                  <a:cubicBezTo>
                    <a:pt x="39" y="16"/>
                    <a:pt x="39" y="15"/>
                    <a:pt x="38" y="15"/>
                  </a:cubicBezTo>
                  <a:cubicBezTo>
                    <a:pt x="38" y="12"/>
                    <a:pt x="43" y="11"/>
                    <a:pt x="44" y="7"/>
                  </a:cubicBezTo>
                  <a:cubicBezTo>
                    <a:pt x="45" y="7"/>
                    <a:pt x="45" y="6"/>
                    <a:pt x="45" y="5"/>
                  </a:cubicBezTo>
                  <a:cubicBezTo>
                    <a:pt x="49" y="4"/>
                    <a:pt x="52" y="3"/>
                    <a:pt x="51" y="0"/>
                  </a:cubicBezTo>
                  <a:cubicBezTo>
                    <a:pt x="51" y="0"/>
                    <a:pt x="56" y="2"/>
                    <a:pt x="5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79"/>
            <p:cNvSpPr/>
            <p:nvPr/>
          </p:nvSpPr>
          <p:spPr bwMode="auto">
            <a:xfrm>
              <a:off x="9640888" y="2033588"/>
              <a:ext cx="11112" cy="3175"/>
            </a:xfrm>
            <a:custGeom>
              <a:avLst/>
              <a:gdLst>
                <a:gd name="T0" fmla="*/ 0 w 3"/>
                <a:gd name="T1" fmla="*/ 0 h 1"/>
                <a:gd name="T2" fmla="*/ 3 w 3"/>
                <a:gd name="T3" fmla="*/ 1 h 1"/>
                <a:gd name="T4" fmla="*/ 0 w 3"/>
                <a:gd name="T5" fmla="*/ 0 h 1"/>
              </a:gdLst>
              <a:ahLst/>
              <a:cxnLst>
                <a:cxn ang="0">
                  <a:pos x="T0" y="T1"/>
                </a:cxn>
                <a:cxn ang="0">
                  <a:pos x="T2" y="T3"/>
                </a:cxn>
                <a:cxn ang="0">
                  <a:pos x="T4" y="T5"/>
                </a:cxn>
              </a:cxnLst>
              <a:rect l="0" t="0" r="r" b="b"/>
              <a:pathLst>
                <a:path w="3" h="1">
                  <a:moveTo>
                    <a:pt x="0" y="0"/>
                  </a:moveTo>
                  <a:cubicBezTo>
                    <a:pt x="1" y="0"/>
                    <a:pt x="2" y="0"/>
                    <a:pt x="3"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80"/>
            <p:cNvSpPr/>
            <p:nvPr/>
          </p:nvSpPr>
          <p:spPr bwMode="auto">
            <a:xfrm>
              <a:off x="9690100" y="20256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81"/>
            <p:cNvSpPr/>
            <p:nvPr/>
          </p:nvSpPr>
          <p:spPr bwMode="auto">
            <a:xfrm>
              <a:off x="9693275" y="2019301"/>
              <a:ext cx="7937"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2"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82"/>
            <p:cNvSpPr/>
            <p:nvPr/>
          </p:nvSpPr>
          <p:spPr bwMode="auto">
            <a:xfrm>
              <a:off x="9712325" y="2019301"/>
              <a:ext cx="4762" cy="3175"/>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83"/>
            <p:cNvSpPr/>
            <p:nvPr/>
          </p:nvSpPr>
          <p:spPr bwMode="auto">
            <a:xfrm>
              <a:off x="9705975" y="2014538"/>
              <a:ext cx="3175"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0"/>
                    <a:pt x="1" y="1"/>
                  </a:cubicBez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84"/>
            <p:cNvSpPr/>
            <p:nvPr/>
          </p:nvSpPr>
          <p:spPr bwMode="auto">
            <a:xfrm>
              <a:off x="9720263" y="2003426"/>
              <a:ext cx="3175" cy="7938"/>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1"/>
                    <a:pt x="0" y="0"/>
                    <a:pt x="0" y="1"/>
                  </a:cubicBezTo>
                  <a:cubicBezTo>
                    <a:pt x="0" y="1"/>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85"/>
            <p:cNvSpPr/>
            <p:nvPr/>
          </p:nvSpPr>
          <p:spPr bwMode="auto">
            <a:xfrm>
              <a:off x="9720263" y="2000251"/>
              <a:ext cx="3175"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6"/>
            <p:cNvSpPr/>
            <p:nvPr/>
          </p:nvSpPr>
          <p:spPr bwMode="auto">
            <a:xfrm>
              <a:off x="9772650" y="1879601"/>
              <a:ext cx="4762" cy="3175"/>
            </a:xfrm>
            <a:custGeom>
              <a:avLst/>
              <a:gdLst>
                <a:gd name="T0" fmla="*/ 0 w 3"/>
                <a:gd name="T1" fmla="*/ 0 h 2"/>
                <a:gd name="T2" fmla="*/ 3 w 3"/>
                <a:gd name="T3" fmla="*/ 2 h 2"/>
                <a:gd name="T4" fmla="*/ 0 w 3"/>
                <a:gd name="T5" fmla="*/ 0 h 2"/>
                <a:gd name="T6" fmla="*/ 0 w 3"/>
                <a:gd name="T7" fmla="*/ 0 h 2"/>
              </a:gdLst>
              <a:ahLst/>
              <a:cxnLst>
                <a:cxn ang="0">
                  <a:pos x="T0" y="T1"/>
                </a:cxn>
                <a:cxn ang="0">
                  <a:pos x="T2" y="T3"/>
                </a:cxn>
                <a:cxn ang="0">
                  <a:pos x="T4" y="T5"/>
                </a:cxn>
                <a:cxn ang="0">
                  <a:pos x="T6" y="T7"/>
                </a:cxn>
              </a:cxnLst>
              <a:rect l="0" t="0" r="r" b="b"/>
              <a:pathLst>
                <a:path w="3" h="2">
                  <a:moveTo>
                    <a:pt x="0" y="0"/>
                  </a:moveTo>
                  <a:lnTo>
                    <a:pt x="3"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87"/>
            <p:cNvSpPr/>
            <p:nvPr/>
          </p:nvSpPr>
          <p:spPr bwMode="auto">
            <a:xfrm>
              <a:off x="9802813" y="1830388"/>
              <a:ext cx="3175" cy="3175"/>
            </a:xfrm>
            <a:custGeom>
              <a:avLst/>
              <a:gdLst>
                <a:gd name="T0" fmla="*/ 0 w 1"/>
                <a:gd name="T1" fmla="*/ 0 h 1"/>
                <a:gd name="T2" fmla="*/ 1 w 1"/>
                <a:gd name="T3" fmla="*/ 0 h 1"/>
                <a:gd name="T4" fmla="*/ 0 w 1"/>
                <a:gd name="T5" fmla="*/ 0 h 1"/>
              </a:gdLst>
              <a:ahLst/>
              <a:cxnLst>
                <a:cxn ang="0">
                  <a:pos x="T0" y="T1"/>
                </a:cxn>
                <a:cxn ang="0">
                  <a:pos x="T2" y="T3"/>
                </a:cxn>
                <a:cxn ang="0">
                  <a:pos x="T4" y="T5"/>
                </a:cxn>
              </a:cxnLst>
              <a:rect l="0" t="0" r="r" b="b"/>
              <a:pathLst>
                <a:path w="1" h="1">
                  <a:moveTo>
                    <a:pt x="0" y="0"/>
                  </a:moveTo>
                  <a:cubicBezTo>
                    <a:pt x="0" y="0"/>
                    <a:pt x="1" y="0"/>
                    <a:pt x="1" y="0"/>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88"/>
            <p:cNvSpPr/>
            <p:nvPr/>
          </p:nvSpPr>
          <p:spPr bwMode="auto">
            <a:xfrm>
              <a:off x="9799638" y="1792288"/>
              <a:ext cx="3175" cy="4763"/>
            </a:xfrm>
            <a:custGeom>
              <a:avLst/>
              <a:gdLst>
                <a:gd name="T0" fmla="*/ 2 w 2"/>
                <a:gd name="T1" fmla="*/ 3 h 3"/>
                <a:gd name="T2" fmla="*/ 2 w 2"/>
                <a:gd name="T3" fmla="*/ 3 h 3"/>
                <a:gd name="T4" fmla="*/ 0 w 2"/>
                <a:gd name="T5" fmla="*/ 0 h 3"/>
                <a:gd name="T6" fmla="*/ 2 w 2"/>
                <a:gd name="T7" fmla="*/ 3 h 3"/>
              </a:gdLst>
              <a:ahLst/>
              <a:cxnLst>
                <a:cxn ang="0">
                  <a:pos x="T0" y="T1"/>
                </a:cxn>
                <a:cxn ang="0">
                  <a:pos x="T2" y="T3"/>
                </a:cxn>
                <a:cxn ang="0">
                  <a:pos x="T4" y="T5"/>
                </a:cxn>
                <a:cxn ang="0">
                  <a:pos x="T6" y="T7"/>
                </a:cxn>
              </a:cxnLst>
              <a:rect l="0" t="0" r="r" b="b"/>
              <a:pathLst>
                <a:path w="2" h="3">
                  <a:moveTo>
                    <a:pt x="2" y="3"/>
                  </a:moveTo>
                  <a:lnTo>
                    <a:pt x="2" y="3"/>
                  </a:lnTo>
                  <a:lnTo>
                    <a:pt x="0" y="0"/>
                  </a:lnTo>
                  <a:lnTo>
                    <a:pt x="2"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89"/>
            <p:cNvSpPr/>
            <p:nvPr/>
          </p:nvSpPr>
          <p:spPr bwMode="auto">
            <a:xfrm>
              <a:off x="9937750" y="2360613"/>
              <a:ext cx="4762" cy="7938"/>
            </a:xfrm>
            <a:custGeom>
              <a:avLst/>
              <a:gdLst>
                <a:gd name="T0" fmla="*/ 0 w 1"/>
                <a:gd name="T1" fmla="*/ 0 h 2"/>
                <a:gd name="T2" fmla="*/ 0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90"/>
            <p:cNvSpPr/>
            <p:nvPr/>
          </p:nvSpPr>
          <p:spPr bwMode="auto">
            <a:xfrm>
              <a:off x="9945688" y="2259013"/>
              <a:ext cx="376237" cy="158750"/>
            </a:xfrm>
            <a:custGeom>
              <a:avLst/>
              <a:gdLst>
                <a:gd name="T0" fmla="*/ 89 w 100"/>
                <a:gd name="T1" fmla="*/ 12 h 42"/>
                <a:gd name="T2" fmla="*/ 86 w 100"/>
                <a:gd name="T3" fmla="*/ 13 h 42"/>
                <a:gd name="T4" fmla="*/ 81 w 100"/>
                <a:gd name="T5" fmla="*/ 19 h 42"/>
                <a:gd name="T6" fmla="*/ 79 w 100"/>
                <a:gd name="T7" fmla="*/ 19 h 42"/>
                <a:gd name="T8" fmla="*/ 72 w 100"/>
                <a:gd name="T9" fmla="*/ 19 h 42"/>
                <a:gd name="T10" fmla="*/ 70 w 100"/>
                <a:gd name="T11" fmla="*/ 19 h 42"/>
                <a:gd name="T12" fmla="*/ 67 w 100"/>
                <a:gd name="T13" fmla="*/ 22 h 42"/>
                <a:gd name="T14" fmla="*/ 64 w 100"/>
                <a:gd name="T15" fmla="*/ 22 h 42"/>
                <a:gd name="T16" fmla="*/ 62 w 100"/>
                <a:gd name="T17" fmla="*/ 21 h 42"/>
                <a:gd name="T18" fmla="*/ 61 w 100"/>
                <a:gd name="T19" fmla="*/ 23 h 42"/>
                <a:gd name="T20" fmla="*/ 57 w 100"/>
                <a:gd name="T21" fmla="*/ 26 h 42"/>
                <a:gd name="T22" fmla="*/ 55 w 100"/>
                <a:gd name="T23" fmla="*/ 26 h 42"/>
                <a:gd name="T24" fmla="*/ 53 w 100"/>
                <a:gd name="T25" fmla="*/ 29 h 42"/>
                <a:gd name="T26" fmla="*/ 51 w 100"/>
                <a:gd name="T27" fmla="*/ 28 h 42"/>
                <a:gd name="T28" fmla="*/ 48 w 100"/>
                <a:gd name="T29" fmla="*/ 29 h 42"/>
                <a:gd name="T30" fmla="*/ 44 w 100"/>
                <a:gd name="T31" fmla="*/ 28 h 42"/>
                <a:gd name="T32" fmla="*/ 42 w 100"/>
                <a:gd name="T33" fmla="*/ 30 h 42"/>
                <a:gd name="T34" fmla="*/ 41 w 100"/>
                <a:gd name="T35" fmla="*/ 28 h 42"/>
                <a:gd name="T36" fmla="*/ 39 w 100"/>
                <a:gd name="T37" fmla="*/ 30 h 42"/>
                <a:gd name="T38" fmla="*/ 39 w 100"/>
                <a:gd name="T39" fmla="*/ 30 h 42"/>
                <a:gd name="T40" fmla="*/ 37 w 100"/>
                <a:gd name="T41" fmla="*/ 31 h 42"/>
                <a:gd name="T42" fmla="*/ 32 w 100"/>
                <a:gd name="T43" fmla="*/ 32 h 42"/>
                <a:gd name="T44" fmla="*/ 30 w 100"/>
                <a:gd name="T45" fmla="*/ 33 h 42"/>
                <a:gd name="T46" fmla="*/ 28 w 100"/>
                <a:gd name="T47" fmla="*/ 33 h 42"/>
                <a:gd name="T48" fmla="*/ 24 w 100"/>
                <a:gd name="T49" fmla="*/ 34 h 42"/>
                <a:gd name="T50" fmla="*/ 22 w 100"/>
                <a:gd name="T51" fmla="*/ 29 h 42"/>
                <a:gd name="T52" fmla="*/ 22 w 100"/>
                <a:gd name="T53" fmla="*/ 34 h 42"/>
                <a:gd name="T54" fmla="*/ 21 w 100"/>
                <a:gd name="T55" fmla="*/ 39 h 42"/>
                <a:gd name="T56" fmla="*/ 19 w 100"/>
                <a:gd name="T57" fmla="*/ 37 h 42"/>
                <a:gd name="T58" fmla="*/ 19 w 100"/>
                <a:gd name="T59" fmla="*/ 40 h 42"/>
                <a:gd name="T60" fmla="*/ 17 w 100"/>
                <a:gd name="T61" fmla="*/ 38 h 42"/>
                <a:gd name="T62" fmla="*/ 15 w 100"/>
                <a:gd name="T63" fmla="*/ 34 h 42"/>
                <a:gd name="T64" fmla="*/ 14 w 100"/>
                <a:gd name="T65" fmla="*/ 39 h 42"/>
                <a:gd name="T66" fmla="*/ 13 w 100"/>
                <a:gd name="T67" fmla="*/ 37 h 42"/>
                <a:gd name="T68" fmla="*/ 12 w 100"/>
                <a:gd name="T69" fmla="*/ 39 h 42"/>
                <a:gd name="T70" fmla="*/ 11 w 100"/>
                <a:gd name="T71" fmla="*/ 40 h 42"/>
                <a:gd name="T72" fmla="*/ 10 w 100"/>
                <a:gd name="T73" fmla="*/ 34 h 42"/>
                <a:gd name="T74" fmla="*/ 8 w 100"/>
                <a:gd name="T75" fmla="*/ 38 h 42"/>
                <a:gd name="T76" fmla="*/ 3 w 100"/>
                <a:gd name="T77" fmla="*/ 32 h 42"/>
                <a:gd name="T78" fmla="*/ 2 w 100"/>
                <a:gd name="T79" fmla="*/ 31 h 42"/>
                <a:gd name="T80" fmla="*/ 0 w 100"/>
                <a:gd name="T81" fmla="*/ 31 h 42"/>
                <a:gd name="T82" fmla="*/ 0 w 100"/>
                <a:gd name="T83" fmla="*/ 28 h 42"/>
                <a:gd name="T84" fmla="*/ 3 w 100"/>
                <a:gd name="T85" fmla="*/ 30 h 42"/>
                <a:gd name="T86" fmla="*/ 6 w 100"/>
                <a:gd name="T87" fmla="*/ 25 h 42"/>
                <a:gd name="T88" fmla="*/ 13 w 100"/>
                <a:gd name="T89" fmla="*/ 21 h 42"/>
                <a:gd name="T90" fmla="*/ 21 w 100"/>
                <a:gd name="T91" fmla="*/ 18 h 42"/>
                <a:gd name="T92" fmla="*/ 27 w 100"/>
                <a:gd name="T93" fmla="*/ 16 h 42"/>
                <a:gd name="T94" fmla="*/ 32 w 100"/>
                <a:gd name="T95" fmla="*/ 14 h 42"/>
                <a:gd name="T96" fmla="*/ 42 w 100"/>
                <a:gd name="T97" fmla="*/ 14 h 42"/>
                <a:gd name="T98" fmla="*/ 47 w 100"/>
                <a:gd name="T99" fmla="*/ 15 h 42"/>
                <a:gd name="T100" fmla="*/ 54 w 100"/>
                <a:gd name="T101" fmla="*/ 15 h 42"/>
                <a:gd name="T102" fmla="*/ 75 w 100"/>
                <a:gd name="T103" fmla="*/ 5 h 42"/>
                <a:gd name="T104" fmla="*/ 80 w 100"/>
                <a:gd name="T105" fmla="*/ 4 h 42"/>
                <a:gd name="T106" fmla="*/ 99 w 100"/>
                <a:gd name="T10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0" h="42">
                  <a:moveTo>
                    <a:pt x="99" y="9"/>
                  </a:moveTo>
                  <a:cubicBezTo>
                    <a:pt x="99" y="14"/>
                    <a:pt x="96" y="10"/>
                    <a:pt x="96" y="13"/>
                  </a:cubicBezTo>
                  <a:cubicBezTo>
                    <a:pt x="96" y="13"/>
                    <a:pt x="95" y="10"/>
                    <a:pt x="95" y="11"/>
                  </a:cubicBezTo>
                  <a:cubicBezTo>
                    <a:pt x="95" y="15"/>
                    <a:pt x="92" y="13"/>
                    <a:pt x="90" y="11"/>
                  </a:cubicBezTo>
                  <a:cubicBezTo>
                    <a:pt x="90" y="10"/>
                    <a:pt x="90" y="10"/>
                    <a:pt x="90" y="10"/>
                  </a:cubicBezTo>
                  <a:cubicBezTo>
                    <a:pt x="89" y="10"/>
                    <a:pt x="90" y="12"/>
                    <a:pt x="89" y="12"/>
                  </a:cubicBezTo>
                  <a:cubicBezTo>
                    <a:pt x="89" y="11"/>
                    <a:pt x="89" y="11"/>
                    <a:pt x="89" y="11"/>
                  </a:cubicBezTo>
                  <a:cubicBezTo>
                    <a:pt x="89" y="12"/>
                    <a:pt x="89" y="11"/>
                    <a:pt x="89" y="12"/>
                  </a:cubicBezTo>
                  <a:cubicBezTo>
                    <a:pt x="88" y="12"/>
                    <a:pt x="88" y="11"/>
                    <a:pt x="88" y="10"/>
                  </a:cubicBezTo>
                  <a:cubicBezTo>
                    <a:pt x="88" y="12"/>
                    <a:pt x="88" y="12"/>
                    <a:pt x="88" y="12"/>
                  </a:cubicBezTo>
                  <a:cubicBezTo>
                    <a:pt x="88" y="16"/>
                    <a:pt x="87" y="12"/>
                    <a:pt x="87" y="14"/>
                  </a:cubicBezTo>
                  <a:cubicBezTo>
                    <a:pt x="86" y="13"/>
                    <a:pt x="86" y="13"/>
                    <a:pt x="86" y="13"/>
                  </a:cubicBezTo>
                  <a:cubicBezTo>
                    <a:pt x="86" y="16"/>
                    <a:pt x="84" y="15"/>
                    <a:pt x="83" y="17"/>
                  </a:cubicBezTo>
                  <a:cubicBezTo>
                    <a:pt x="83" y="14"/>
                    <a:pt x="83" y="14"/>
                    <a:pt x="83" y="14"/>
                  </a:cubicBezTo>
                  <a:cubicBezTo>
                    <a:pt x="83" y="16"/>
                    <a:pt x="83" y="17"/>
                    <a:pt x="83" y="17"/>
                  </a:cubicBezTo>
                  <a:cubicBezTo>
                    <a:pt x="82" y="15"/>
                    <a:pt x="82" y="19"/>
                    <a:pt x="82" y="18"/>
                  </a:cubicBezTo>
                  <a:cubicBezTo>
                    <a:pt x="82" y="17"/>
                    <a:pt x="82" y="17"/>
                    <a:pt x="82" y="17"/>
                  </a:cubicBezTo>
                  <a:cubicBezTo>
                    <a:pt x="82" y="19"/>
                    <a:pt x="81" y="16"/>
                    <a:pt x="81" y="19"/>
                  </a:cubicBezTo>
                  <a:cubicBezTo>
                    <a:pt x="81" y="17"/>
                    <a:pt x="81" y="17"/>
                    <a:pt x="81" y="17"/>
                  </a:cubicBezTo>
                  <a:cubicBezTo>
                    <a:pt x="81" y="20"/>
                    <a:pt x="80" y="16"/>
                    <a:pt x="80" y="18"/>
                  </a:cubicBezTo>
                  <a:cubicBezTo>
                    <a:pt x="80" y="18"/>
                    <a:pt x="80" y="18"/>
                    <a:pt x="80" y="18"/>
                  </a:cubicBezTo>
                  <a:cubicBezTo>
                    <a:pt x="80" y="19"/>
                    <a:pt x="80" y="17"/>
                    <a:pt x="80" y="18"/>
                  </a:cubicBezTo>
                  <a:cubicBezTo>
                    <a:pt x="80" y="18"/>
                    <a:pt x="80" y="18"/>
                    <a:pt x="80" y="18"/>
                  </a:cubicBezTo>
                  <a:cubicBezTo>
                    <a:pt x="79" y="18"/>
                    <a:pt x="79" y="17"/>
                    <a:pt x="79" y="19"/>
                  </a:cubicBezTo>
                  <a:cubicBezTo>
                    <a:pt x="79" y="18"/>
                    <a:pt x="80" y="18"/>
                    <a:pt x="79" y="16"/>
                  </a:cubicBezTo>
                  <a:cubicBezTo>
                    <a:pt x="78" y="18"/>
                    <a:pt x="76" y="18"/>
                    <a:pt x="74" y="19"/>
                  </a:cubicBezTo>
                  <a:cubicBezTo>
                    <a:pt x="74" y="17"/>
                    <a:pt x="74" y="17"/>
                    <a:pt x="74" y="17"/>
                  </a:cubicBezTo>
                  <a:cubicBezTo>
                    <a:pt x="74" y="17"/>
                    <a:pt x="73" y="18"/>
                    <a:pt x="73" y="19"/>
                  </a:cubicBezTo>
                  <a:cubicBezTo>
                    <a:pt x="73" y="18"/>
                    <a:pt x="73" y="18"/>
                    <a:pt x="73" y="18"/>
                  </a:cubicBezTo>
                  <a:cubicBezTo>
                    <a:pt x="72" y="17"/>
                    <a:pt x="73" y="20"/>
                    <a:pt x="72" y="19"/>
                  </a:cubicBezTo>
                  <a:cubicBezTo>
                    <a:pt x="72" y="17"/>
                    <a:pt x="72" y="17"/>
                    <a:pt x="72" y="17"/>
                  </a:cubicBezTo>
                  <a:cubicBezTo>
                    <a:pt x="72" y="19"/>
                    <a:pt x="72" y="18"/>
                    <a:pt x="71" y="19"/>
                  </a:cubicBezTo>
                  <a:cubicBezTo>
                    <a:pt x="71" y="19"/>
                    <a:pt x="71" y="18"/>
                    <a:pt x="71" y="18"/>
                  </a:cubicBezTo>
                  <a:cubicBezTo>
                    <a:pt x="71" y="20"/>
                    <a:pt x="71" y="18"/>
                    <a:pt x="71" y="19"/>
                  </a:cubicBezTo>
                  <a:cubicBezTo>
                    <a:pt x="70" y="18"/>
                    <a:pt x="70" y="18"/>
                    <a:pt x="70" y="18"/>
                  </a:cubicBezTo>
                  <a:cubicBezTo>
                    <a:pt x="70" y="16"/>
                    <a:pt x="71" y="20"/>
                    <a:pt x="70" y="19"/>
                  </a:cubicBezTo>
                  <a:cubicBezTo>
                    <a:pt x="70" y="18"/>
                    <a:pt x="70" y="18"/>
                    <a:pt x="70" y="18"/>
                  </a:cubicBezTo>
                  <a:cubicBezTo>
                    <a:pt x="70" y="20"/>
                    <a:pt x="69" y="19"/>
                    <a:pt x="69" y="20"/>
                  </a:cubicBezTo>
                  <a:cubicBezTo>
                    <a:pt x="69" y="20"/>
                    <a:pt x="69" y="20"/>
                    <a:pt x="69" y="20"/>
                  </a:cubicBezTo>
                  <a:cubicBezTo>
                    <a:pt x="68" y="20"/>
                    <a:pt x="68" y="20"/>
                    <a:pt x="68" y="21"/>
                  </a:cubicBezTo>
                  <a:cubicBezTo>
                    <a:pt x="67" y="20"/>
                    <a:pt x="67" y="18"/>
                    <a:pt x="67" y="18"/>
                  </a:cubicBezTo>
                  <a:cubicBezTo>
                    <a:pt x="67" y="21"/>
                    <a:pt x="66" y="19"/>
                    <a:pt x="67" y="22"/>
                  </a:cubicBezTo>
                  <a:cubicBezTo>
                    <a:pt x="66" y="22"/>
                    <a:pt x="66" y="21"/>
                    <a:pt x="66" y="22"/>
                  </a:cubicBezTo>
                  <a:cubicBezTo>
                    <a:pt x="66" y="21"/>
                    <a:pt x="65" y="19"/>
                    <a:pt x="65" y="19"/>
                  </a:cubicBezTo>
                  <a:cubicBezTo>
                    <a:pt x="65" y="17"/>
                    <a:pt x="65" y="17"/>
                    <a:pt x="65" y="17"/>
                  </a:cubicBezTo>
                  <a:cubicBezTo>
                    <a:pt x="64" y="17"/>
                    <a:pt x="65" y="18"/>
                    <a:pt x="65" y="17"/>
                  </a:cubicBezTo>
                  <a:cubicBezTo>
                    <a:pt x="64" y="17"/>
                    <a:pt x="64" y="18"/>
                    <a:pt x="64" y="17"/>
                  </a:cubicBezTo>
                  <a:cubicBezTo>
                    <a:pt x="64" y="19"/>
                    <a:pt x="64" y="21"/>
                    <a:pt x="64" y="22"/>
                  </a:cubicBezTo>
                  <a:cubicBezTo>
                    <a:pt x="64" y="21"/>
                    <a:pt x="63" y="19"/>
                    <a:pt x="63" y="19"/>
                  </a:cubicBezTo>
                  <a:cubicBezTo>
                    <a:pt x="63" y="23"/>
                    <a:pt x="63" y="23"/>
                    <a:pt x="63" y="23"/>
                  </a:cubicBezTo>
                  <a:cubicBezTo>
                    <a:pt x="63" y="23"/>
                    <a:pt x="63" y="22"/>
                    <a:pt x="63" y="22"/>
                  </a:cubicBezTo>
                  <a:cubicBezTo>
                    <a:pt x="63" y="24"/>
                    <a:pt x="63" y="24"/>
                    <a:pt x="63" y="24"/>
                  </a:cubicBezTo>
                  <a:cubicBezTo>
                    <a:pt x="63" y="23"/>
                    <a:pt x="62" y="24"/>
                    <a:pt x="62" y="22"/>
                  </a:cubicBezTo>
                  <a:cubicBezTo>
                    <a:pt x="62" y="21"/>
                    <a:pt x="62" y="22"/>
                    <a:pt x="62" y="21"/>
                  </a:cubicBezTo>
                  <a:cubicBezTo>
                    <a:pt x="61" y="21"/>
                    <a:pt x="61" y="22"/>
                    <a:pt x="61" y="22"/>
                  </a:cubicBezTo>
                  <a:cubicBezTo>
                    <a:pt x="61" y="22"/>
                    <a:pt x="61" y="22"/>
                    <a:pt x="61" y="22"/>
                  </a:cubicBezTo>
                  <a:cubicBezTo>
                    <a:pt x="61" y="21"/>
                    <a:pt x="61" y="23"/>
                    <a:pt x="61" y="24"/>
                  </a:cubicBezTo>
                  <a:cubicBezTo>
                    <a:pt x="61" y="24"/>
                    <a:pt x="61" y="22"/>
                    <a:pt x="61" y="23"/>
                  </a:cubicBezTo>
                  <a:cubicBezTo>
                    <a:pt x="61" y="24"/>
                    <a:pt x="61" y="25"/>
                    <a:pt x="61" y="25"/>
                  </a:cubicBezTo>
                  <a:cubicBezTo>
                    <a:pt x="61" y="23"/>
                    <a:pt x="61" y="23"/>
                    <a:pt x="61" y="23"/>
                  </a:cubicBezTo>
                  <a:cubicBezTo>
                    <a:pt x="60" y="25"/>
                    <a:pt x="60" y="26"/>
                    <a:pt x="60" y="26"/>
                  </a:cubicBezTo>
                  <a:cubicBezTo>
                    <a:pt x="60" y="28"/>
                    <a:pt x="60" y="25"/>
                    <a:pt x="60" y="25"/>
                  </a:cubicBezTo>
                  <a:cubicBezTo>
                    <a:pt x="59" y="24"/>
                    <a:pt x="59" y="27"/>
                    <a:pt x="58" y="25"/>
                  </a:cubicBezTo>
                  <a:cubicBezTo>
                    <a:pt x="58" y="25"/>
                    <a:pt x="58" y="27"/>
                    <a:pt x="58" y="27"/>
                  </a:cubicBezTo>
                  <a:cubicBezTo>
                    <a:pt x="58" y="26"/>
                    <a:pt x="58" y="25"/>
                    <a:pt x="58" y="26"/>
                  </a:cubicBezTo>
                  <a:cubicBezTo>
                    <a:pt x="58" y="25"/>
                    <a:pt x="58" y="26"/>
                    <a:pt x="57" y="26"/>
                  </a:cubicBezTo>
                  <a:cubicBezTo>
                    <a:pt x="57" y="27"/>
                    <a:pt x="57" y="26"/>
                    <a:pt x="57" y="26"/>
                  </a:cubicBezTo>
                  <a:cubicBezTo>
                    <a:pt x="57" y="26"/>
                    <a:pt x="56" y="28"/>
                    <a:pt x="56" y="27"/>
                  </a:cubicBezTo>
                  <a:cubicBezTo>
                    <a:pt x="56" y="27"/>
                    <a:pt x="56" y="29"/>
                    <a:pt x="55" y="29"/>
                  </a:cubicBezTo>
                  <a:cubicBezTo>
                    <a:pt x="55" y="28"/>
                    <a:pt x="55" y="28"/>
                    <a:pt x="55" y="28"/>
                  </a:cubicBezTo>
                  <a:cubicBezTo>
                    <a:pt x="55" y="27"/>
                    <a:pt x="55" y="28"/>
                    <a:pt x="55" y="27"/>
                  </a:cubicBezTo>
                  <a:cubicBezTo>
                    <a:pt x="55" y="28"/>
                    <a:pt x="55" y="25"/>
                    <a:pt x="55" y="26"/>
                  </a:cubicBezTo>
                  <a:cubicBezTo>
                    <a:pt x="55" y="25"/>
                    <a:pt x="55" y="29"/>
                    <a:pt x="55" y="27"/>
                  </a:cubicBezTo>
                  <a:cubicBezTo>
                    <a:pt x="55" y="27"/>
                    <a:pt x="55" y="28"/>
                    <a:pt x="54" y="27"/>
                  </a:cubicBezTo>
                  <a:cubicBezTo>
                    <a:pt x="54" y="27"/>
                    <a:pt x="54" y="25"/>
                    <a:pt x="54" y="25"/>
                  </a:cubicBezTo>
                  <a:cubicBezTo>
                    <a:pt x="53" y="26"/>
                    <a:pt x="54" y="26"/>
                    <a:pt x="54" y="27"/>
                  </a:cubicBezTo>
                  <a:cubicBezTo>
                    <a:pt x="53" y="27"/>
                    <a:pt x="53" y="27"/>
                    <a:pt x="53" y="27"/>
                  </a:cubicBezTo>
                  <a:cubicBezTo>
                    <a:pt x="54" y="29"/>
                    <a:pt x="53" y="27"/>
                    <a:pt x="53" y="29"/>
                  </a:cubicBezTo>
                  <a:cubicBezTo>
                    <a:pt x="53" y="28"/>
                    <a:pt x="53" y="29"/>
                    <a:pt x="53" y="27"/>
                  </a:cubicBezTo>
                  <a:cubicBezTo>
                    <a:pt x="52" y="25"/>
                    <a:pt x="52" y="25"/>
                    <a:pt x="52" y="25"/>
                  </a:cubicBezTo>
                  <a:cubicBezTo>
                    <a:pt x="52" y="26"/>
                    <a:pt x="52" y="27"/>
                    <a:pt x="52" y="28"/>
                  </a:cubicBezTo>
                  <a:cubicBezTo>
                    <a:pt x="52" y="27"/>
                    <a:pt x="52" y="27"/>
                    <a:pt x="52" y="27"/>
                  </a:cubicBezTo>
                  <a:cubicBezTo>
                    <a:pt x="53" y="30"/>
                    <a:pt x="52" y="27"/>
                    <a:pt x="52" y="29"/>
                  </a:cubicBezTo>
                  <a:cubicBezTo>
                    <a:pt x="51" y="28"/>
                    <a:pt x="51" y="29"/>
                    <a:pt x="51" y="28"/>
                  </a:cubicBezTo>
                  <a:cubicBezTo>
                    <a:pt x="50" y="29"/>
                    <a:pt x="50" y="30"/>
                    <a:pt x="50" y="29"/>
                  </a:cubicBezTo>
                  <a:cubicBezTo>
                    <a:pt x="50" y="29"/>
                    <a:pt x="50" y="29"/>
                    <a:pt x="50" y="28"/>
                  </a:cubicBezTo>
                  <a:cubicBezTo>
                    <a:pt x="50" y="27"/>
                    <a:pt x="50" y="28"/>
                    <a:pt x="50" y="29"/>
                  </a:cubicBezTo>
                  <a:cubicBezTo>
                    <a:pt x="50" y="28"/>
                    <a:pt x="49" y="27"/>
                    <a:pt x="48" y="26"/>
                  </a:cubicBezTo>
                  <a:cubicBezTo>
                    <a:pt x="48" y="27"/>
                    <a:pt x="49" y="28"/>
                    <a:pt x="49" y="29"/>
                  </a:cubicBezTo>
                  <a:cubicBezTo>
                    <a:pt x="48" y="27"/>
                    <a:pt x="48" y="31"/>
                    <a:pt x="48" y="29"/>
                  </a:cubicBezTo>
                  <a:cubicBezTo>
                    <a:pt x="48" y="28"/>
                    <a:pt x="48" y="27"/>
                    <a:pt x="47" y="27"/>
                  </a:cubicBezTo>
                  <a:cubicBezTo>
                    <a:pt x="47" y="24"/>
                    <a:pt x="47" y="29"/>
                    <a:pt x="47" y="28"/>
                  </a:cubicBezTo>
                  <a:cubicBezTo>
                    <a:pt x="47" y="30"/>
                    <a:pt x="47" y="30"/>
                    <a:pt x="47" y="30"/>
                  </a:cubicBezTo>
                  <a:cubicBezTo>
                    <a:pt x="47" y="29"/>
                    <a:pt x="47" y="31"/>
                    <a:pt x="46" y="29"/>
                  </a:cubicBezTo>
                  <a:cubicBezTo>
                    <a:pt x="46" y="30"/>
                    <a:pt x="46" y="28"/>
                    <a:pt x="46" y="30"/>
                  </a:cubicBezTo>
                  <a:cubicBezTo>
                    <a:pt x="45" y="29"/>
                    <a:pt x="45" y="32"/>
                    <a:pt x="44" y="28"/>
                  </a:cubicBezTo>
                  <a:cubicBezTo>
                    <a:pt x="44" y="28"/>
                    <a:pt x="43" y="28"/>
                    <a:pt x="44" y="29"/>
                  </a:cubicBezTo>
                  <a:cubicBezTo>
                    <a:pt x="44" y="30"/>
                    <a:pt x="44" y="28"/>
                    <a:pt x="44" y="29"/>
                  </a:cubicBezTo>
                  <a:cubicBezTo>
                    <a:pt x="44" y="29"/>
                    <a:pt x="44" y="30"/>
                    <a:pt x="44" y="30"/>
                  </a:cubicBezTo>
                  <a:cubicBezTo>
                    <a:pt x="44" y="30"/>
                    <a:pt x="43" y="30"/>
                    <a:pt x="43" y="28"/>
                  </a:cubicBezTo>
                  <a:cubicBezTo>
                    <a:pt x="43" y="26"/>
                    <a:pt x="43" y="31"/>
                    <a:pt x="43" y="31"/>
                  </a:cubicBezTo>
                  <a:cubicBezTo>
                    <a:pt x="43" y="30"/>
                    <a:pt x="42" y="29"/>
                    <a:pt x="42" y="30"/>
                  </a:cubicBezTo>
                  <a:cubicBezTo>
                    <a:pt x="42" y="31"/>
                    <a:pt x="42" y="31"/>
                    <a:pt x="42" y="31"/>
                  </a:cubicBezTo>
                  <a:cubicBezTo>
                    <a:pt x="42" y="31"/>
                    <a:pt x="42" y="29"/>
                    <a:pt x="41" y="28"/>
                  </a:cubicBezTo>
                  <a:cubicBezTo>
                    <a:pt x="41" y="28"/>
                    <a:pt x="41" y="28"/>
                    <a:pt x="41" y="29"/>
                  </a:cubicBezTo>
                  <a:cubicBezTo>
                    <a:pt x="41" y="27"/>
                    <a:pt x="41" y="27"/>
                    <a:pt x="41" y="27"/>
                  </a:cubicBezTo>
                  <a:cubicBezTo>
                    <a:pt x="41" y="29"/>
                    <a:pt x="41" y="28"/>
                    <a:pt x="40" y="29"/>
                  </a:cubicBezTo>
                  <a:cubicBezTo>
                    <a:pt x="41" y="28"/>
                    <a:pt x="41" y="28"/>
                    <a:pt x="41" y="28"/>
                  </a:cubicBezTo>
                  <a:cubicBezTo>
                    <a:pt x="40" y="28"/>
                    <a:pt x="40" y="28"/>
                    <a:pt x="40" y="28"/>
                  </a:cubicBezTo>
                  <a:cubicBezTo>
                    <a:pt x="40" y="29"/>
                    <a:pt x="41" y="30"/>
                    <a:pt x="41" y="30"/>
                  </a:cubicBezTo>
                  <a:cubicBezTo>
                    <a:pt x="41" y="30"/>
                    <a:pt x="41" y="30"/>
                    <a:pt x="41" y="31"/>
                  </a:cubicBezTo>
                  <a:cubicBezTo>
                    <a:pt x="40" y="30"/>
                    <a:pt x="40" y="30"/>
                    <a:pt x="40" y="30"/>
                  </a:cubicBezTo>
                  <a:cubicBezTo>
                    <a:pt x="40" y="30"/>
                    <a:pt x="40" y="31"/>
                    <a:pt x="40" y="31"/>
                  </a:cubicBezTo>
                  <a:cubicBezTo>
                    <a:pt x="40" y="31"/>
                    <a:pt x="40" y="31"/>
                    <a:pt x="39" y="30"/>
                  </a:cubicBezTo>
                  <a:cubicBezTo>
                    <a:pt x="40" y="30"/>
                    <a:pt x="40" y="31"/>
                    <a:pt x="40" y="30"/>
                  </a:cubicBezTo>
                  <a:cubicBezTo>
                    <a:pt x="40" y="30"/>
                    <a:pt x="39" y="28"/>
                    <a:pt x="39" y="29"/>
                  </a:cubicBezTo>
                  <a:cubicBezTo>
                    <a:pt x="39" y="30"/>
                    <a:pt x="40" y="32"/>
                    <a:pt x="39" y="31"/>
                  </a:cubicBezTo>
                  <a:cubicBezTo>
                    <a:pt x="39" y="30"/>
                    <a:pt x="39" y="30"/>
                    <a:pt x="39" y="30"/>
                  </a:cubicBezTo>
                  <a:cubicBezTo>
                    <a:pt x="39" y="29"/>
                    <a:pt x="39" y="29"/>
                    <a:pt x="39" y="29"/>
                  </a:cubicBezTo>
                  <a:cubicBezTo>
                    <a:pt x="39" y="30"/>
                    <a:pt x="39" y="30"/>
                    <a:pt x="39" y="30"/>
                  </a:cubicBezTo>
                  <a:cubicBezTo>
                    <a:pt x="39" y="30"/>
                    <a:pt x="39" y="30"/>
                    <a:pt x="39" y="30"/>
                  </a:cubicBezTo>
                  <a:cubicBezTo>
                    <a:pt x="39" y="31"/>
                    <a:pt x="38" y="30"/>
                    <a:pt x="39" y="32"/>
                  </a:cubicBezTo>
                  <a:cubicBezTo>
                    <a:pt x="38" y="32"/>
                    <a:pt x="38" y="31"/>
                    <a:pt x="38" y="31"/>
                  </a:cubicBezTo>
                  <a:cubicBezTo>
                    <a:pt x="38" y="31"/>
                    <a:pt x="38" y="31"/>
                    <a:pt x="38" y="31"/>
                  </a:cubicBezTo>
                  <a:cubicBezTo>
                    <a:pt x="37" y="30"/>
                    <a:pt x="37" y="31"/>
                    <a:pt x="37" y="32"/>
                  </a:cubicBezTo>
                  <a:cubicBezTo>
                    <a:pt x="37" y="31"/>
                    <a:pt x="37" y="31"/>
                    <a:pt x="37" y="31"/>
                  </a:cubicBezTo>
                  <a:cubicBezTo>
                    <a:pt x="37" y="31"/>
                    <a:pt x="37" y="31"/>
                    <a:pt x="37" y="32"/>
                  </a:cubicBezTo>
                  <a:cubicBezTo>
                    <a:pt x="36" y="31"/>
                    <a:pt x="36" y="27"/>
                    <a:pt x="36" y="29"/>
                  </a:cubicBezTo>
                  <a:cubicBezTo>
                    <a:pt x="36" y="29"/>
                    <a:pt x="36" y="31"/>
                    <a:pt x="36" y="32"/>
                  </a:cubicBezTo>
                  <a:cubicBezTo>
                    <a:pt x="35" y="32"/>
                    <a:pt x="35" y="34"/>
                    <a:pt x="34" y="32"/>
                  </a:cubicBezTo>
                  <a:cubicBezTo>
                    <a:pt x="34" y="33"/>
                    <a:pt x="34" y="33"/>
                    <a:pt x="34" y="33"/>
                  </a:cubicBezTo>
                  <a:cubicBezTo>
                    <a:pt x="34" y="33"/>
                    <a:pt x="33" y="35"/>
                    <a:pt x="32" y="32"/>
                  </a:cubicBezTo>
                  <a:cubicBezTo>
                    <a:pt x="32" y="32"/>
                    <a:pt x="32" y="31"/>
                    <a:pt x="32" y="30"/>
                  </a:cubicBezTo>
                  <a:cubicBezTo>
                    <a:pt x="32" y="31"/>
                    <a:pt x="31" y="29"/>
                    <a:pt x="32" y="31"/>
                  </a:cubicBezTo>
                  <a:cubicBezTo>
                    <a:pt x="32" y="32"/>
                    <a:pt x="32" y="33"/>
                    <a:pt x="32" y="33"/>
                  </a:cubicBezTo>
                  <a:cubicBezTo>
                    <a:pt x="32" y="34"/>
                    <a:pt x="31" y="34"/>
                    <a:pt x="31" y="33"/>
                  </a:cubicBezTo>
                  <a:cubicBezTo>
                    <a:pt x="31" y="34"/>
                    <a:pt x="31" y="34"/>
                    <a:pt x="31" y="34"/>
                  </a:cubicBezTo>
                  <a:cubicBezTo>
                    <a:pt x="31" y="32"/>
                    <a:pt x="30" y="32"/>
                    <a:pt x="30" y="33"/>
                  </a:cubicBezTo>
                  <a:cubicBezTo>
                    <a:pt x="30" y="34"/>
                    <a:pt x="30" y="34"/>
                    <a:pt x="30" y="34"/>
                  </a:cubicBezTo>
                  <a:cubicBezTo>
                    <a:pt x="30" y="33"/>
                    <a:pt x="30" y="33"/>
                    <a:pt x="30" y="33"/>
                  </a:cubicBezTo>
                  <a:cubicBezTo>
                    <a:pt x="30" y="33"/>
                    <a:pt x="30" y="35"/>
                    <a:pt x="30" y="34"/>
                  </a:cubicBezTo>
                  <a:cubicBezTo>
                    <a:pt x="30" y="33"/>
                    <a:pt x="30" y="33"/>
                    <a:pt x="30" y="33"/>
                  </a:cubicBezTo>
                  <a:cubicBezTo>
                    <a:pt x="29" y="34"/>
                    <a:pt x="29" y="36"/>
                    <a:pt x="29" y="35"/>
                  </a:cubicBezTo>
                  <a:cubicBezTo>
                    <a:pt x="28" y="33"/>
                    <a:pt x="28" y="33"/>
                    <a:pt x="28" y="33"/>
                  </a:cubicBezTo>
                  <a:cubicBezTo>
                    <a:pt x="28" y="33"/>
                    <a:pt x="28" y="34"/>
                    <a:pt x="29" y="35"/>
                  </a:cubicBezTo>
                  <a:cubicBezTo>
                    <a:pt x="28" y="34"/>
                    <a:pt x="28" y="34"/>
                    <a:pt x="27" y="32"/>
                  </a:cubicBezTo>
                  <a:cubicBezTo>
                    <a:pt x="27" y="36"/>
                    <a:pt x="26" y="37"/>
                    <a:pt x="25" y="36"/>
                  </a:cubicBezTo>
                  <a:cubicBezTo>
                    <a:pt x="25" y="36"/>
                    <a:pt x="25" y="36"/>
                    <a:pt x="25" y="36"/>
                  </a:cubicBezTo>
                  <a:cubicBezTo>
                    <a:pt x="24" y="35"/>
                    <a:pt x="25" y="37"/>
                    <a:pt x="25" y="37"/>
                  </a:cubicBezTo>
                  <a:cubicBezTo>
                    <a:pt x="24" y="34"/>
                    <a:pt x="24" y="34"/>
                    <a:pt x="24" y="34"/>
                  </a:cubicBezTo>
                  <a:cubicBezTo>
                    <a:pt x="24" y="33"/>
                    <a:pt x="24" y="35"/>
                    <a:pt x="24" y="36"/>
                  </a:cubicBezTo>
                  <a:cubicBezTo>
                    <a:pt x="24" y="37"/>
                    <a:pt x="24" y="35"/>
                    <a:pt x="24" y="36"/>
                  </a:cubicBezTo>
                  <a:cubicBezTo>
                    <a:pt x="24" y="37"/>
                    <a:pt x="23" y="36"/>
                    <a:pt x="24" y="37"/>
                  </a:cubicBezTo>
                  <a:cubicBezTo>
                    <a:pt x="23" y="37"/>
                    <a:pt x="23" y="35"/>
                    <a:pt x="23" y="35"/>
                  </a:cubicBezTo>
                  <a:cubicBezTo>
                    <a:pt x="23" y="36"/>
                    <a:pt x="23" y="36"/>
                    <a:pt x="23" y="36"/>
                  </a:cubicBezTo>
                  <a:cubicBezTo>
                    <a:pt x="22" y="34"/>
                    <a:pt x="23" y="32"/>
                    <a:pt x="22" y="29"/>
                  </a:cubicBezTo>
                  <a:cubicBezTo>
                    <a:pt x="22" y="30"/>
                    <a:pt x="22" y="30"/>
                    <a:pt x="22" y="30"/>
                  </a:cubicBezTo>
                  <a:cubicBezTo>
                    <a:pt x="22" y="28"/>
                    <a:pt x="22" y="28"/>
                    <a:pt x="22" y="27"/>
                  </a:cubicBezTo>
                  <a:cubicBezTo>
                    <a:pt x="22" y="28"/>
                    <a:pt x="22" y="30"/>
                    <a:pt x="22" y="31"/>
                  </a:cubicBezTo>
                  <a:cubicBezTo>
                    <a:pt x="22" y="32"/>
                    <a:pt x="23" y="35"/>
                    <a:pt x="22" y="35"/>
                  </a:cubicBezTo>
                  <a:cubicBezTo>
                    <a:pt x="22" y="34"/>
                    <a:pt x="23" y="35"/>
                    <a:pt x="22" y="34"/>
                  </a:cubicBezTo>
                  <a:cubicBezTo>
                    <a:pt x="22" y="32"/>
                    <a:pt x="22" y="34"/>
                    <a:pt x="22" y="34"/>
                  </a:cubicBezTo>
                  <a:cubicBezTo>
                    <a:pt x="22" y="35"/>
                    <a:pt x="22" y="36"/>
                    <a:pt x="22" y="37"/>
                  </a:cubicBezTo>
                  <a:cubicBezTo>
                    <a:pt x="22" y="36"/>
                    <a:pt x="22" y="35"/>
                    <a:pt x="21" y="35"/>
                  </a:cubicBezTo>
                  <a:cubicBezTo>
                    <a:pt x="22" y="36"/>
                    <a:pt x="21" y="37"/>
                    <a:pt x="22" y="37"/>
                  </a:cubicBezTo>
                  <a:cubicBezTo>
                    <a:pt x="22" y="40"/>
                    <a:pt x="21" y="37"/>
                    <a:pt x="21" y="39"/>
                  </a:cubicBezTo>
                  <a:cubicBezTo>
                    <a:pt x="21" y="37"/>
                    <a:pt x="21" y="35"/>
                    <a:pt x="21" y="34"/>
                  </a:cubicBezTo>
                  <a:cubicBezTo>
                    <a:pt x="21" y="36"/>
                    <a:pt x="20" y="36"/>
                    <a:pt x="21" y="39"/>
                  </a:cubicBezTo>
                  <a:cubicBezTo>
                    <a:pt x="21" y="38"/>
                    <a:pt x="21" y="37"/>
                    <a:pt x="21" y="36"/>
                  </a:cubicBezTo>
                  <a:cubicBezTo>
                    <a:pt x="20" y="35"/>
                    <a:pt x="21" y="39"/>
                    <a:pt x="20" y="36"/>
                  </a:cubicBezTo>
                  <a:cubicBezTo>
                    <a:pt x="20" y="37"/>
                    <a:pt x="20" y="37"/>
                    <a:pt x="20" y="37"/>
                  </a:cubicBezTo>
                  <a:cubicBezTo>
                    <a:pt x="20" y="37"/>
                    <a:pt x="20" y="37"/>
                    <a:pt x="20" y="36"/>
                  </a:cubicBezTo>
                  <a:cubicBezTo>
                    <a:pt x="19" y="36"/>
                    <a:pt x="19" y="38"/>
                    <a:pt x="19" y="36"/>
                  </a:cubicBezTo>
                  <a:cubicBezTo>
                    <a:pt x="19" y="36"/>
                    <a:pt x="18" y="36"/>
                    <a:pt x="19" y="37"/>
                  </a:cubicBezTo>
                  <a:cubicBezTo>
                    <a:pt x="19" y="38"/>
                    <a:pt x="19" y="36"/>
                    <a:pt x="19" y="38"/>
                  </a:cubicBezTo>
                  <a:cubicBezTo>
                    <a:pt x="19" y="37"/>
                    <a:pt x="19" y="39"/>
                    <a:pt x="19" y="39"/>
                  </a:cubicBezTo>
                  <a:cubicBezTo>
                    <a:pt x="19" y="38"/>
                    <a:pt x="19" y="38"/>
                    <a:pt x="19" y="38"/>
                  </a:cubicBezTo>
                  <a:cubicBezTo>
                    <a:pt x="19" y="39"/>
                    <a:pt x="19" y="39"/>
                    <a:pt x="19" y="40"/>
                  </a:cubicBezTo>
                  <a:cubicBezTo>
                    <a:pt x="19" y="39"/>
                    <a:pt x="19" y="38"/>
                    <a:pt x="18" y="38"/>
                  </a:cubicBezTo>
                  <a:cubicBezTo>
                    <a:pt x="19" y="40"/>
                    <a:pt x="19" y="40"/>
                    <a:pt x="19" y="40"/>
                  </a:cubicBezTo>
                  <a:cubicBezTo>
                    <a:pt x="18" y="40"/>
                    <a:pt x="18" y="37"/>
                    <a:pt x="18" y="38"/>
                  </a:cubicBezTo>
                  <a:cubicBezTo>
                    <a:pt x="18" y="37"/>
                    <a:pt x="18" y="37"/>
                    <a:pt x="18" y="37"/>
                  </a:cubicBezTo>
                  <a:cubicBezTo>
                    <a:pt x="18" y="37"/>
                    <a:pt x="18" y="35"/>
                    <a:pt x="17" y="36"/>
                  </a:cubicBezTo>
                  <a:cubicBezTo>
                    <a:pt x="18" y="37"/>
                    <a:pt x="18" y="39"/>
                    <a:pt x="18" y="40"/>
                  </a:cubicBezTo>
                  <a:cubicBezTo>
                    <a:pt x="18" y="40"/>
                    <a:pt x="17" y="38"/>
                    <a:pt x="17" y="40"/>
                  </a:cubicBezTo>
                  <a:cubicBezTo>
                    <a:pt x="17" y="38"/>
                    <a:pt x="17" y="38"/>
                    <a:pt x="17" y="38"/>
                  </a:cubicBezTo>
                  <a:cubicBezTo>
                    <a:pt x="17" y="38"/>
                    <a:pt x="17" y="36"/>
                    <a:pt x="17" y="36"/>
                  </a:cubicBezTo>
                  <a:cubicBezTo>
                    <a:pt x="17" y="37"/>
                    <a:pt x="17" y="39"/>
                    <a:pt x="17" y="39"/>
                  </a:cubicBezTo>
                  <a:cubicBezTo>
                    <a:pt x="17" y="39"/>
                    <a:pt x="17" y="38"/>
                    <a:pt x="16" y="38"/>
                  </a:cubicBezTo>
                  <a:cubicBezTo>
                    <a:pt x="16" y="38"/>
                    <a:pt x="17" y="39"/>
                    <a:pt x="17" y="40"/>
                  </a:cubicBezTo>
                  <a:cubicBezTo>
                    <a:pt x="16" y="39"/>
                    <a:pt x="16" y="38"/>
                    <a:pt x="15" y="37"/>
                  </a:cubicBezTo>
                  <a:cubicBezTo>
                    <a:pt x="15" y="34"/>
                    <a:pt x="15" y="34"/>
                    <a:pt x="15" y="34"/>
                  </a:cubicBezTo>
                  <a:cubicBezTo>
                    <a:pt x="15" y="34"/>
                    <a:pt x="15" y="34"/>
                    <a:pt x="15" y="34"/>
                  </a:cubicBezTo>
                  <a:cubicBezTo>
                    <a:pt x="15" y="33"/>
                    <a:pt x="15" y="33"/>
                    <a:pt x="15" y="31"/>
                  </a:cubicBezTo>
                  <a:cubicBezTo>
                    <a:pt x="14" y="31"/>
                    <a:pt x="14" y="32"/>
                    <a:pt x="14" y="32"/>
                  </a:cubicBezTo>
                  <a:cubicBezTo>
                    <a:pt x="15" y="35"/>
                    <a:pt x="15" y="36"/>
                    <a:pt x="15" y="39"/>
                  </a:cubicBezTo>
                  <a:cubicBezTo>
                    <a:pt x="15" y="40"/>
                    <a:pt x="14" y="32"/>
                    <a:pt x="14" y="37"/>
                  </a:cubicBezTo>
                  <a:cubicBezTo>
                    <a:pt x="14" y="37"/>
                    <a:pt x="14" y="39"/>
                    <a:pt x="14" y="39"/>
                  </a:cubicBezTo>
                  <a:cubicBezTo>
                    <a:pt x="14" y="38"/>
                    <a:pt x="15" y="41"/>
                    <a:pt x="14" y="40"/>
                  </a:cubicBezTo>
                  <a:cubicBezTo>
                    <a:pt x="14" y="39"/>
                    <a:pt x="13" y="38"/>
                    <a:pt x="13" y="36"/>
                  </a:cubicBezTo>
                  <a:cubicBezTo>
                    <a:pt x="13" y="37"/>
                    <a:pt x="14" y="37"/>
                    <a:pt x="14" y="36"/>
                  </a:cubicBezTo>
                  <a:cubicBezTo>
                    <a:pt x="13" y="35"/>
                    <a:pt x="13" y="34"/>
                    <a:pt x="13" y="34"/>
                  </a:cubicBezTo>
                  <a:cubicBezTo>
                    <a:pt x="13" y="34"/>
                    <a:pt x="13" y="34"/>
                    <a:pt x="13" y="35"/>
                  </a:cubicBezTo>
                  <a:cubicBezTo>
                    <a:pt x="13" y="37"/>
                    <a:pt x="13" y="35"/>
                    <a:pt x="13" y="37"/>
                  </a:cubicBezTo>
                  <a:cubicBezTo>
                    <a:pt x="13" y="37"/>
                    <a:pt x="12" y="35"/>
                    <a:pt x="13" y="38"/>
                  </a:cubicBezTo>
                  <a:cubicBezTo>
                    <a:pt x="13" y="38"/>
                    <a:pt x="13" y="39"/>
                    <a:pt x="13" y="40"/>
                  </a:cubicBezTo>
                  <a:cubicBezTo>
                    <a:pt x="13" y="41"/>
                    <a:pt x="13" y="41"/>
                    <a:pt x="13" y="41"/>
                  </a:cubicBezTo>
                  <a:cubicBezTo>
                    <a:pt x="13" y="40"/>
                    <a:pt x="13" y="40"/>
                    <a:pt x="13" y="40"/>
                  </a:cubicBezTo>
                  <a:cubicBezTo>
                    <a:pt x="13" y="39"/>
                    <a:pt x="13" y="42"/>
                    <a:pt x="13" y="41"/>
                  </a:cubicBezTo>
                  <a:cubicBezTo>
                    <a:pt x="12" y="39"/>
                    <a:pt x="12" y="39"/>
                    <a:pt x="12" y="39"/>
                  </a:cubicBezTo>
                  <a:cubicBezTo>
                    <a:pt x="12" y="38"/>
                    <a:pt x="13" y="40"/>
                    <a:pt x="12" y="37"/>
                  </a:cubicBezTo>
                  <a:cubicBezTo>
                    <a:pt x="12" y="37"/>
                    <a:pt x="12" y="39"/>
                    <a:pt x="12" y="38"/>
                  </a:cubicBezTo>
                  <a:cubicBezTo>
                    <a:pt x="12" y="37"/>
                    <a:pt x="12" y="37"/>
                    <a:pt x="12" y="37"/>
                  </a:cubicBezTo>
                  <a:cubicBezTo>
                    <a:pt x="12" y="37"/>
                    <a:pt x="11" y="34"/>
                    <a:pt x="11" y="36"/>
                  </a:cubicBezTo>
                  <a:cubicBezTo>
                    <a:pt x="11" y="37"/>
                    <a:pt x="11" y="37"/>
                    <a:pt x="11" y="38"/>
                  </a:cubicBezTo>
                  <a:cubicBezTo>
                    <a:pt x="11" y="38"/>
                    <a:pt x="11" y="39"/>
                    <a:pt x="11" y="40"/>
                  </a:cubicBezTo>
                  <a:cubicBezTo>
                    <a:pt x="10" y="38"/>
                    <a:pt x="10" y="40"/>
                    <a:pt x="10" y="37"/>
                  </a:cubicBezTo>
                  <a:cubicBezTo>
                    <a:pt x="10" y="39"/>
                    <a:pt x="11" y="38"/>
                    <a:pt x="11" y="36"/>
                  </a:cubicBezTo>
                  <a:cubicBezTo>
                    <a:pt x="10" y="34"/>
                    <a:pt x="11" y="37"/>
                    <a:pt x="11" y="34"/>
                  </a:cubicBezTo>
                  <a:cubicBezTo>
                    <a:pt x="11" y="34"/>
                    <a:pt x="10" y="32"/>
                    <a:pt x="10" y="30"/>
                  </a:cubicBezTo>
                  <a:cubicBezTo>
                    <a:pt x="10" y="30"/>
                    <a:pt x="10" y="31"/>
                    <a:pt x="10" y="31"/>
                  </a:cubicBezTo>
                  <a:cubicBezTo>
                    <a:pt x="10" y="33"/>
                    <a:pt x="10" y="33"/>
                    <a:pt x="10" y="34"/>
                  </a:cubicBezTo>
                  <a:cubicBezTo>
                    <a:pt x="10" y="34"/>
                    <a:pt x="10" y="35"/>
                    <a:pt x="10" y="36"/>
                  </a:cubicBezTo>
                  <a:cubicBezTo>
                    <a:pt x="9" y="35"/>
                    <a:pt x="9" y="34"/>
                    <a:pt x="9" y="34"/>
                  </a:cubicBezTo>
                  <a:cubicBezTo>
                    <a:pt x="9" y="34"/>
                    <a:pt x="8" y="34"/>
                    <a:pt x="8" y="34"/>
                  </a:cubicBezTo>
                  <a:cubicBezTo>
                    <a:pt x="8" y="36"/>
                    <a:pt x="7" y="34"/>
                    <a:pt x="8" y="36"/>
                  </a:cubicBezTo>
                  <a:cubicBezTo>
                    <a:pt x="8" y="37"/>
                    <a:pt x="9" y="39"/>
                    <a:pt x="9" y="40"/>
                  </a:cubicBezTo>
                  <a:cubicBezTo>
                    <a:pt x="9" y="40"/>
                    <a:pt x="9" y="39"/>
                    <a:pt x="8" y="38"/>
                  </a:cubicBezTo>
                  <a:cubicBezTo>
                    <a:pt x="8" y="39"/>
                    <a:pt x="8" y="36"/>
                    <a:pt x="8" y="38"/>
                  </a:cubicBezTo>
                  <a:cubicBezTo>
                    <a:pt x="8" y="37"/>
                    <a:pt x="8" y="35"/>
                    <a:pt x="7" y="33"/>
                  </a:cubicBezTo>
                  <a:cubicBezTo>
                    <a:pt x="7" y="34"/>
                    <a:pt x="7" y="32"/>
                    <a:pt x="7" y="32"/>
                  </a:cubicBezTo>
                  <a:cubicBezTo>
                    <a:pt x="7" y="33"/>
                    <a:pt x="6" y="34"/>
                    <a:pt x="6" y="35"/>
                  </a:cubicBezTo>
                  <a:cubicBezTo>
                    <a:pt x="5" y="33"/>
                    <a:pt x="5" y="35"/>
                    <a:pt x="4" y="35"/>
                  </a:cubicBezTo>
                  <a:cubicBezTo>
                    <a:pt x="4" y="34"/>
                    <a:pt x="4" y="32"/>
                    <a:pt x="3" y="32"/>
                  </a:cubicBezTo>
                  <a:cubicBezTo>
                    <a:pt x="3" y="32"/>
                    <a:pt x="4" y="34"/>
                    <a:pt x="3" y="33"/>
                  </a:cubicBezTo>
                  <a:cubicBezTo>
                    <a:pt x="3" y="32"/>
                    <a:pt x="3" y="32"/>
                    <a:pt x="3" y="32"/>
                  </a:cubicBezTo>
                  <a:cubicBezTo>
                    <a:pt x="3" y="33"/>
                    <a:pt x="2" y="31"/>
                    <a:pt x="3" y="34"/>
                  </a:cubicBezTo>
                  <a:cubicBezTo>
                    <a:pt x="3" y="32"/>
                    <a:pt x="3" y="32"/>
                    <a:pt x="3" y="32"/>
                  </a:cubicBezTo>
                  <a:cubicBezTo>
                    <a:pt x="2" y="32"/>
                    <a:pt x="2" y="32"/>
                    <a:pt x="2" y="32"/>
                  </a:cubicBezTo>
                  <a:cubicBezTo>
                    <a:pt x="2" y="31"/>
                    <a:pt x="2" y="31"/>
                    <a:pt x="2" y="31"/>
                  </a:cubicBezTo>
                  <a:cubicBezTo>
                    <a:pt x="2" y="29"/>
                    <a:pt x="2" y="31"/>
                    <a:pt x="1" y="31"/>
                  </a:cubicBezTo>
                  <a:cubicBezTo>
                    <a:pt x="2" y="32"/>
                    <a:pt x="2" y="32"/>
                    <a:pt x="2" y="32"/>
                  </a:cubicBezTo>
                  <a:cubicBezTo>
                    <a:pt x="1" y="33"/>
                    <a:pt x="1" y="32"/>
                    <a:pt x="1" y="33"/>
                  </a:cubicBezTo>
                  <a:cubicBezTo>
                    <a:pt x="0" y="31"/>
                    <a:pt x="0" y="31"/>
                    <a:pt x="0" y="31"/>
                  </a:cubicBezTo>
                  <a:cubicBezTo>
                    <a:pt x="0" y="32"/>
                    <a:pt x="0" y="32"/>
                    <a:pt x="0" y="32"/>
                  </a:cubicBezTo>
                  <a:cubicBezTo>
                    <a:pt x="0" y="31"/>
                    <a:pt x="0" y="30"/>
                    <a:pt x="0" y="31"/>
                  </a:cubicBezTo>
                  <a:cubicBezTo>
                    <a:pt x="0" y="28"/>
                    <a:pt x="0" y="28"/>
                    <a:pt x="0" y="28"/>
                  </a:cubicBezTo>
                  <a:cubicBezTo>
                    <a:pt x="0" y="29"/>
                    <a:pt x="0" y="30"/>
                    <a:pt x="0" y="31"/>
                  </a:cubicBezTo>
                  <a:cubicBezTo>
                    <a:pt x="1" y="32"/>
                    <a:pt x="1" y="31"/>
                    <a:pt x="1" y="30"/>
                  </a:cubicBezTo>
                  <a:cubicBezTo>
                    <a:pt x="1" y="30"/>
                    <a:pt x="1" y="30"/>
                    <a:pt x="1" y="31"/>
                  </a:cubicBezTo>
                  <a:cubicBezTo>
                    <a:pt x="0" y="29"/>
                    <a:pt x="0" y="29"/>
                    <a:pt x="0" y="28"/>
                  </a:cubicBezTo>
                  <a:cubicBezTo>
                    <a:pt x="0" y="28"/>
                    <a:pt x="0" y="27"/>
                    <a:pt x="0" y="28"/>
                  </a:cubicBezTo>
                  <a:cubicBezTo>
                    <a:pt x="0" y="27"/>
                    <a:pt x="0" y="27"/>
                    <a:pt x="1" y="27"/>
                  </a:cubicBezTo>
                  <a:cubicBezTo>
                    <a:pt x="1" y="28"/>
                    <a:pt x="1" y="28"/>
                    <a:pt x="1" y="28"/>
                  </a:cubicBezTo>
                  <a:cubicBezTo>
                    <a:pt x="1" y="27"/>
                    <a:pt x="1" y="26"/>
                    <a:pt x="1" y="27"/>
                  </a:cubicBezTo>
                  <a:cubicBezTo>
                    <a:pt x="2" y="28"/>
                    <a:pt x="2" y="25"/>
                    <a:pt x="2" y="26"/>
                  </a:cubicBezTo>
                  <a:cubicBezTo>
                    <a:pt x="2" y="27"/>
                    <a:pt x="2" y="29"/>
                    <a:pt x="2" y="30"/>
                  </a:cubicBezTo>
                  <a:cubicBezTo>
                    <a:pt x="3" y="30"/>
                    <a:pt x="3" y="29"/>
                    <a:pt x="3" y="30"/>
                  </a:cubicBezTo>
                  <a:cubicBezTo>
                    <a:pt x="3" y="29"/>
                    <a:pt x="3" y="27"/>
                    <a:pt x="3" y="26"/>
                  </a:cubicBezTo>
                  <a:cubicBezTo>
                    <a:pt x="3" y="27"/>
                    <a:pt x="3" y="27"/>
                    <a:pt x="3" y="27"/>
                  </a:cubicBezTo>
                  <a:cubicBezTo>
                    <a:pt x="3" y="27"/>
                    <a:pt x="3" y="25"/>
                    <a:pt x="3" y="25"/>
                  </a:cubicBezTo>
                  <a:cubicBezTo>
                    <a:pt x="4" y="26"/>
                    <a:pt x="5" y="26"/>
                    <a:pt x="5" y="26"/>
                  </a:cubicBezTo>
                  <a:cubicBezTo>
                    <a:pt x="6" y="27"/>
                    <a:pt x="6" y="27"/>
                    <a:pt x="6" y="27"/>
                  </a:cubicBezTo>
                  <a:cubicBezTo>
                    <a:pt x="5" y="24"/>
                    <a:pt x="6" y="26"/>
                    <a:pt x="6" y="25"/>
                  </a:cubicBezTo>
                  <a:cubicBezTo>
                    <a:pt x="7" y="26"/>
                    <a:pt x="8" y="23"/>
                    <a:pt x="8" y="25"/>
                  </a:cubicBezTo>
                  <a:cubicBezTo>
                    <a:pt x="9" y="24"/>
                    <a:pt x="10" y="23"/>
                    <a:pt x="11" y="23"/>
                  </a:cubicBezTo>
                  <a:cubicBezTo>
                    <a:pt x="11" y="25"/>
                    <a:pt x="11" y="25"/>
                    <a:pt x="11" y="25"/>
                  </a:cubicBezTo>
                  <a:cubicBezTo>
                    <a:pt x="11" y="24"/>
                    <a:pt x="12" y="26"/>
                    <a:pt x="12" y="26"/>
                  </a:cubicBezTo>
                  <a:cubicBezTo>
                    <a:pt x="11" y="24"/>
                    <a:pt x="12" y="24"/>
                    <a:pt x="12" y="23"/>
                  </a:cubicBezTo>
                  <a:cubicBezTo>
                    <a:pt x="13" y="24"/>
                    <a:pt x="13" y="23"/>
                    <a:pt x="13" y="21"/>
                  </a:cubicBezTo>
                  <a:cubicBezTo>
                    <a:pt x="14" y="22"/>
                    <a:pt x="14" y="22"/>
                    <a:pt x="14" y="22"/>
                  </a:cubicBezTo>
                  <a:cubicBezTo>
                    <a:pt x="14" y="20"/>
                    <a:pt x="14" y="22"/>
                    <a:pt x="15" y="22"/>
                  </a:cubicBezTo>
                  <a:cubicBezTo>
                    <a:pt x="15" y="23"/>
                    <a:pt x="16" y="24"/>
                    <a:pt x="16" y="24"/>
                  </a:cubicBezTo>
                  <a:cubicBezTo>
                    <a:pt x="16" y="22"/>
                    <a:pt x="16" y="22"/>
                    <a:pt x="16" y="20"/>
                  </a:cubicBezTo>
                  <a:cubicBezTo>
                    <a:pt x="16" y="20"/>
                    <a:pt x="17" y="21"/>
                    <a:pt x="18" y="22"/>
                  </a:cubicBezTo>
                  <a:cubicBezTo>
                    <a:pt x="18" y="19"/>
                    <a:pt x="20" y="20"/>
                    <a:pt x="21" y="18"/>
                  </a:cubicBezTo>
                  <a:cubicBezTo>
                    <a:pt x="21" y="20"/>
                    <a:pt x="21" y="20"/>
                    <a:pt x="21" y="20"/>
                  </a:cubicBezTo>
                  <a:cubicBezTo>
                    <a:pt x="22" y="16"/>
                    <a:pt x="24" y="19"/>
                    <a:pt x="25" y="17"/>
                  </a:cubicBezTo>
                  <a:cubicBezTo>
                    <a:pt x="25" y="20"/>
                    <a:pt x="25" y="20"/>
                    <a:pt x="25" y="20"/>
                  </a:cubicBezTo>
                  <a:cubicBezTo>
                    <a:pt x="26" y="20"/>
                    <a:pt x="26" y="19"/>
                    <a:pt x="26" y="17"/>
                  </a:cubicBezTo>
                  <a:cubicBezTo>
                    <a:pt x="26" y="18"/>
                    <a:pt x="26" y="16"/>
                    <a:pt x="27" y="18"/>
                  </a:cubicBezTo>
                  <a:cubicBezTo>
                    <a:pt x="27" y="18"/>
                    <a:pt x="27" y="17"/>
                    <a:pt x="27" y="16"/>
                  </a:cubicBezTo>
                  <a:cubicBezTo>
                    <a:pt x="28" y="17"/>
                    <a:pt x="28" y="17"/>
                    <a:pt x="29" y="16"/>
                  </a:cubicBezTo>
                  <a:cubicBezTo>
                    <a:pt x="29" y="16"/>
                    <a:pt x="29" y="16"/>
                    <a:pt x="29" y="16"/>
                  </a:cubicBezTo>
                  <a:cubicBezTo>
                    <a:pt x="29" y="17"/>
                    <a:pt x="29" y="18"/>
                    <a:pt x="29" y="18"/>
                  </a:cubicBezTo>
                  <a:cubicBezTo>
                    <a:pt x="29" y="17"/>
                    <a:pt x="30" y="18"/>
                    <a:pt x="29" y="15"/>
                  </a:cubicBezTo>
                  <a:cubicBezTo>
                    <a:pt x="30" y="17"/>
                    <a:pt x="31" y="14"/>
                    <a:pt x="32" y="16"/>
                  </a:cubicBezTo>
                  <a:cubicBezTo>
                    <a:pt x="32" y="15"/>
                    <a:pt x="32" y="15"/>
                    <a:pt x="32" y="14"/>
                  </a:cubicBezTo>
                  <a:cubicBezTo>
                    <a:pt x="32" y="14"/>
                    <a:pt x="33" y="16"/>
                    <a:pt x="34" y="14"/>
                  </a:cubicBezTo>
                  <a:cubicBezTo>
                    <a:pt x="34" y="15"/>
                    <a:pt x="34" y="16"/>
                    <a:pt x="34" y="16"/>
                  </a:cubicBezTo>
                  <a:cubicBezTo>
                    <a:pt x="34" y="14"/>
                    <a:pt x="34" y="14"/>
                    <a:pt x="34" y="14"/>
                  </a:cubicBezTo>
                  <a:cubicBezTo>
                    <a:pt x="35" y="13"/>
                    <a:pt x="36" y="15"/>
                    <a:pt x="37" y="15"/>
                  </a:cubicBezTo>
                  <a:cubicBezTo>
                    <a:pt x="38" y="13"/>
                    <a:pt x="40" y="14"/>
                    <a:pt x="42" y="13"/>
                  </a:cubicBezTo>
                  <a:cubicBezTo>
                    <a:pt x="42" y="14"/>
                    <a:pt x="42" y="14"/>
                    <a:pt x="42" y="14"/>
                  </a:cubicBezTo>
                  <a:cubicBezTo>
                    <a:pt x="42" y="11"/>
                    <a:pt x="43" y="16"/>
                    <a:pt x="43" y="12"/>
                  </a:cubicBezTo>
                  <a:cubicBezTo>
                    <a:pt x="43" y="13"/>
                    <a:pt x="44" y="12"/>
                    <a:pt x="44" y="14"/>
                  </a:cubicBezTo>
                  <a:cubicBezTo>
                    <a:pt x="44" y="12"/>
                    <a:pt x="45" y="15"/>
                    <a:pt x="45" y="13"/>
                  </a:cubicBezTo>
                  <a:cubicBezTo>
                    <a:pt x="45" y="13"/>
                    <a:pt x="45" y="13"/>
                    <a:pt x="45" y="13"/>
                  </a:cubicBezTo>
                  <a:cubicBezTo>
                    <a:pt x="46" y="14"/>
                    <a:pt x="46" y="12"/>
                    <a:pt x="47" y="13"/>
                  </a:cubicBezTo>
                  <a:cubicBezTo>
                    <a:pt x="47" y="14"/>
                    <a:pt x="47" y="14"/>
                    <a:pt x="47" y="15"/>
                  </a:cubicBezTo>
                  <a:cubicBezTo>
                    <a:pt x="48" y="16"/>
                    <a:pt x="47" y="12"/>
                    <a:pt x="48" y="15"/>
                  </a:cubicBezTo>
                  <a:cubicBezTo>
                    <a:pt x="48" y="15"/>
                    <a:pt x="48" y="13"/>
                    <a:pt x="48" y="13"/>
                  </a:cubicBezTo>
                  <a:cubicBezTo>
                    <a:pt x="49" y="14"/>
                    <a:pt x="50" y="12"/>
                    <a:pt x="52" y="11"/>
                  </a:cubicBezTo>
                  <a:cubicBezTo>
                    <a:pt x="53" y="13"/>
                    <a:pt x="53" y="16"/>
                    <a:pt x="53" y="14"/>
                  </a:cubicBezTo>
                  <a:cubicBezTo>
                    <a:pt x="53" y="14"/>
                    <a:pt x="53" y="13"/>
                    <a:pt x="53" y="13"/>
                  </a:cubicBezTo>
                  <a:cubicBezTo>
                    <a:pt x="53" y="12"/>
                    <a:pt x="54" y="16"/>
                    <a:pt x="54" y="15"/>
                  </a:cubicBezTo>
                  <a:cubicBezTo>
                    <a:pt x="54" y="13"/>
                    <a:pt x="54" y="14"/>
                    <a:pt x="54" y="13"/>
                  </a:cubicBezTo>
                  <a:cubicBezTo>
                    <a:pt x="55" y="14"/>
                    <a:pt x="55" y="15"/>
                    <a:pt x="55" y="14"/>
                  </a:cubicBezTo>
                  <a:cubicBezTo>
                    <a:pt x="56" y="15"/>
                    <a:pt x="56" y="15"/>
                    <a:pt x="56" y="15"/>
                  </a:cubicBezTo>
                  <a:cubicBezTo>
                    <a:pt x="56" y="12"/>
                    <a:pt x="57" y="13"/>
                    <a:pt x="56" y="10"/>
                  </a:cubicBezTo>
                  <a:cubicBezTo>
                    <a:pt x="60" y="9"/>
                    <a:pt x="62" y="7"/>
                    <a:pt x="65" y="6"/>
                  </a:cubicBezTo>
                  <a:cubicBezTo>
                    <a:pt x="68" y="6"/>
                    <a:pt x="71" y="4"/>
                    <a:pt x="75" y="5"/>
                  </a:cubicBezTo>
                  <a:cubicBezTo>
                    <a:pt x="76" y="7"/>
                    <a:pt x="76" y="7"/>
                    <a:pt x="76" y="6"/>
                  </a:cubicBezTo>
                  <a:cubicBezTo>
                    <a:pt x="77" y="7"/>
                    <a:pt x="77" y="7"/>
                    <a:pt x="77" y="7"/>
                  </a:cubicBezTo>
                  <a:cubicBezTo>
                    <a:pt x="76" y="5"/>
                    <a:pt x="77" y="6"/>
                    <a:pt x="77" y="5"/>
                  </a:cubicBezTo>
                  <a:cubicBezTo>
                    <a:pt x="78" y="5"/>
                    <a:pt x="79" y="4"/>
                    <a:pt x="80" y="4"/>
                  </a:cubicBezTo>
                  <a:cubicBezTo>
                    <a:pt x="80" y="4"/>
                    <a:pt x="80" y="5"/>
                    <a:pt x="80" y="5"/>
                  </a:cubicBezTo>
                  <a:cubicBezTo>
                    <a:pt x="80" y="4"/>
                    <a:pt x="80" y="4"/>
                    <a:pt x="80" y="4"/>
                  </a:cubicBezTo>
                  <a:cubicBezTo>
                    <a:pt x="81" y="4"/>
                    <a:pt x="81" y="4"/>
                    <a:pt x="81" y="4"/>
                  </a:cubicBezTo>
                  <a:cubicBezTo>
                    <a:pt x="81" y="4"/>
                    <a:pt x="81" y="3"/>
                    <a:pt x="80" y="3"/>
                  </a:cubicBezTo>
                  <a:cubicBezTo>
                    <a:pt x="83" y="0"/>
                    <a:pt x="87" y="3"/>
                    <a:pt x="89" y="2"/>
                  </a:cubicBezTo>
                  <a:cubicBezTo>
                    <a:pt x="90" y="3"/>
                    <a:pt x="91" y="2"/>
                    <a:pt x="92" y="1"/>
                  </a:cubicBezTo>
                  <a:cubicBezTo>
                    <a:pt x="95" y="3"/>
                    <a:pt x="97" y="5"/>
                    <a:pt x="99" y="3"/>
                  </a:cubicBezTo>
                  <a:cubicBezTo>
                    <a:pt x="99" y="3"/>
                    <a:pt x="100" y="8"/>
                    <a:pt x="9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91"/>
            <p:cNvSpPr/>
            <p:nvPr/>
          </p:nvSpPr>
          <p:spPr bwMode="auto">
            <a:xfrm>
              <a:off x="9942513" y="2360613"/>
              <a:ext cx="0" cy="11113"/>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92"/>
            <p:cNvSpPr/>
            <p:nvPr/>
          </p:nvSpPr>
          <p:spPr bwMode="auto">
            <a:xfrm>
              <a:off x="9972675" y="2393951"/>
              <a:ext cx="3175" cy="4763"/>
            </a:xfrm>
            <a:custGeom>
              <a:avLst/>
              <a:gdLst>
                <a:gd name="T0" fmla="*/ 0 w 1"/>
                <a:gd name="T1" fmla="*/ 0 h 1"/>
                <a:gd name="T2" fmla="*/ 1 w 1"/>
                <a:gd name="T3" fmla="*/ 1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1" y="0"/>
                    <a:pt x="1" y="1"/>
                  </a:cubicBezTo>
                  <a:cubicBezTo>
                    <a:pt x="1" y="1"/>
                    <a:pt x="1" y="1"/>
                    <a:pt x="0"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93"/>
            <p:cNvSpPr/>
            <p:nvPr/>
          </p:nvSpPr>
          <p:spPr bwMode="auto">
            <a:xfrm>
              <a:off x="9979025" y="2393951"/>
              <a:ext cx="0" cy="7938"/>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2"/>
                    <a:pt x="0"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Rectangle 94"/>
            <p:cNvSpPr>
              <a:spLocks noChangeArrowheads="1"/>
            </p:cNvSpPr>
            <p:nvPr/>
          </p:nvSpPr>
          <p:spPr bwMode="auto">
            <a:xfrm>
              <a:off x="9991725" y="2409826"/>
              <a:ext cx="1587"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Freeform 95"/>
            <p:cNvSpPr/>
            <p:nvPr/>
          </p:nvSpPr>
          <p:spPr bwMode="auto">
            <a:xfrm>
              <a:off x="9986963" y="2401888"/>
              <a:ext cx="4762" cy="476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0"/>
                    <a:pt x="1" y="1"/>
                  </a:cubicBezTo>
                  <a:cubicBezTo>
                    <a:pt x="1"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96"/>
            <p:cNvSpPr/>
            <p:nvPr/>
          </p:nvSpPr>
          <p:spPr bwMode="auto">
            <a:xfrm>
              <a:off x="10002838" y="2406651"/>
              <a:ext cx="3175" cy="6350"/>
            </a:xfrm>
            <a:custGeom>
              <a:avLst/>
              <a:gdLst>
                <a:gd name="T0" fmla="*/ 0 w 1"/>
                <a:gd name="T1" fmla="*/ 1 h 2"/>
                <a:gd name="T2" fmla="*/ 1 w 1"/>
                <a:gd name="T3" fmla="*/ 1 h 2"/>
                <a:gd name="T4" fmla="*/ 0 w 1"/>
                <a:gd name="T5" fmla="*/ 1 h 2"/>
              </a:gdLst>
              <a:ahLst/>
              <a:cxnLst>
                <a:cxn ang="0">
                  <a:pos x="T0" y="T1"/>
                </a:cxn>
                <a:cxn ang="0">
                  <a:pos x="T2" y="T3"/>
                </a:cxn>
                <a:cxn ang="0">
                  <a:pos x="T4" y="T5"/>
                </a:cxn>
              </a:cxnLst>
              <a:rect l="0" t="0" r="r" b="b"/>
              <a:pathLst>
                <a:path w="1" h="2">
                  <a:moveTo>
                    <a:pt x="0" y="1"/>
                  </a:moveTo>
                  <a:cubicBezTo>
                    <a:pt x="1" y="0"/>
                    <a:pt x="1" y="0"/>
                    <a:pt x="1" y="1"/>
                  </a:cubicBezTo>
                  <a:cubicBezTo>
                    <a:pt x="1" y="0"/>
                    <a:pt x="1"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97"/>
            <p:cNvSpPr/>
            <p:nvPr/>
          </p:nvSpPr>
          <p:spPr bwMode="auto">
            <a:xfrm>
              <a:off x="10009188" y="2401888"/>
              <a:ext cx="0" cy="4763"/>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98"/>
            <p:cNvSpPr/>
            <p:nvPr/>
          </p:nvSpPr>
          <p:spPr bwMode="auto">
            <a:xfrm>
              <a:off x="10123488" y="2368551"/>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99"/>
            <p:cNvSpPr/>
            <p:nvPr/>
          </p:nvSpPr>
          <p:spPr bwMode="auto">
            <a:xfrm>
              <a:off x="10175875" y="2357438"/>
              <a:ext cx="0" cy="6350"/>
            </a:xfrm>
            <a:custGeom>
              <a:avLst/>
              <a:gdLst>
                <a:gd name="T0" fmla="*/ 1 h 2"/>
                <a:gd name="T1" fmla="*/ 1 h 2"/>
                <a:gd name="T2" fmla="*/ 1 h 2"/>
              </a:gdLst>
              <a:ahLst/>
              <a:cxnLst>
                <a:cxn ang="0">
                  <a:pos x="0" y="T0"/>
                </a:cxn>
                <a:cxn ang="0">
                  <a:pos x="0" y="T1"/>
                </a:cxn>
                <a:cxn ang="0">
                  <a:pos x="0" y="T2"/>
                </a:cxn>
              </a:cxnLst>
              <a:rect l="0" t="0" r="r" b="b"/>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100"/>
            <p:cNvSpPr/>
            <p:nvPr/>
          </p:nvSpPr>
          <p:spPr bwMode="auto">
            <a:xfrm>
              <a:off x="10198100" y="2330451"/>
              <a:ext cx="0" cy="7938"/>
            </a:xfrm>
            <a:custGeom>
              <a:avLst/>
              <a:gdLst>
                <a:gd name="T0" fmla="*/ 5 h 5"/>
                <a:gd name="T1" fmla="*/ 5 h 5"/>
                <a:gd name="T2" fmla="*/ 0 h 5"/>
                <a:gd name="T3" fmla="*/ 5 h 5"/>
              </a:gdLst>
              <a:ahLst/>
              <a:cxnLst>
                <a:cxn ang="0">
                  <a:pos x="0" y="T0"/>
                </a:cxn>
                <a:cxn ang="0">
                  <a:pos x="0" y="T1"/>
                </a:cxn>
                <a:cxn ang="0">
                  <a:pos x="0" y="T2"/>
                </a:cxn>
                <a:cxn ang="0">
                  <a:pos x="0" y="T3"/>
                </a:cxn>
              </a:cxnLst>
              <a:rect l="0" t="0" r="r" b="b"/>
              <a:pathLst>
                <a:path h="5">
                  <a:moveTo>
                    <a:pt x="0" y="5"/>
                  </a:moveTo>
                  <a:lnTo>
                    <a:pt x="0" y="5"/>
                  </a:lnTo>
                  <a:lnTo>
                    <a:pt x="0"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101"/>
            <p:cNvSpPr/>
            <p:nvPr/>
          </p:nvSpPr>
          <p:spPr bwMode="auto">
            <a:xfrm>
              <a:off x="9825038" y="2924176"/>
              <a:ext cx="4762" cy="7938"/>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0" y="1"/>
                    <a:pt x="0" y="2"/>
                    <a:pt x="0" y="1"/>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02"/>
            <p:cNvSpPr/>
            <p:nvPr/>
          </p:nvSpPr>
          <p:spPr bwMode="auto">
            <a:xfrm>
              <a:off x="9825038" y="2932113"/>
              <a:ext cx="395287" cy="307975"/>
            </a:xfrm>
            <a:custGeom>
              <a:avLst/>
              <a:gdLst>
                <a:gd name="T0" fmla="*/ 90 w 105"/>
                <a:gd name="T1" fmla="*/ 71 h 82"/>
                <a:gd name="T2" fmla="*/ 87 w 105"/>
                <a:gd name="T3" fmla="*/ 69 h 82"/>
                <a:gd name="T4" fmla="*/ 78 w 105"/>
                <a:gd name="T5" fmla="*/ 66 h 82"/>
                <a:gd name="T6" fmla="*/ 76 w 105"/>
                <a:gd name="T7" fmla="*/ 64 h 82"/>
                <a:gd name="T8" fmla="*/ 71 w 105"/>
                <a:gd name="T9" fmla="*/ 57 h 82"/>
                <a:gd name="T10" fmla="*/ 70 w 105"/>
                <a:gd name="T11" fmla="*/ 56 h 82"/>
                <a:gd name="T12" fmla="*/ 65 w 105"/>
                <a:gd name="T13" fmla="*/ 54 h 82"/>
                <a:gd name="T14" fmla="*/ 63 w 105"/>
                <a:gd name="T15" fmla="*/ 51 h 82"/>
                <a:gd name="T16" fmla="*/ 62 w 105"/>
                <a:gd name="T17" fmla="*/ 48 h 82"/>
                <a:gd name="T18" fmla="*/ 59 w 105"/>
                <a:gd name="T19" fmla="*/ 49 h 82"/>
                <a:gd name="T20" fmla="*/ 54 w 105"/>
                <a:gd name="T21" fmla="*/ 47 h 82"/>
                <a:gd name="T22" fmla="*/ 52 w 105"/>
                <a:gd name="T23" fmla="*/ 45 h 82"/>
                <a:gd name="T24" fmla="*/ 49 w 105"/>
                <a:gd name="T25" fmla="*/ 45 h 82"/>
                <a:gd name="T26" fmla="*/ 48 w 105"/>
                <a:gd name="T27" fmla="*/ 42 h 82"/>
                <a:gd name="T28" fmla="*/ 44 w 105"/>
                <a:gd name="T29" fmla="*/ 40 h 82"/>
                <a:gd name="T30" fmla="*/ 42 w 105"/>
                <a:gd name="T31" fmla="*/ 36 h 82"/>
                <a:gd name="T32" fmla="*/ 40 w 105"/>
                <a:gd name="T33" fmla="*/ 35 h 82"/>
                <a:gd name="T34" fmla="*/ 39 w 105"/>
                <a:gd name="T35" fmla="*/ 33 h 82"/>
                <a:gd name="T36" fmla="*/ 37 w 105"/>
                <a:gd name="T37" fmla="*/ 33 h 82"/>
                <a:gd name="T38" fmla="*/ 36 w 105"/>
                <a:gd name="T39" fmla="*/ 33 h 82"/>
                <a:gd name="T40" fmla="*/ 34 w 105"/>
                <a:gd name="T41" fmla="*/ 32 h 82"/>
                <a:gd name="T42" fmla="*/ 29 w 105"/>
                <a:gd name="T43" fmla="*/ 28 h 82"/>
                <a:gd name="T44" fmla="*/ 27 w 105"/>
                <a:gd name="T45" fmla="*/ 27 h 82"/>
                <a:gd name="T46" fmla="*/ 25 w 105"/>
                <a:gd name="T47" fmla="*/ 26 h 82"/>
                <a:gd name="T48" fmla="*/ 21 w 105"/>
                <a:gd name="T49" fmla="*/ 23 h 82"/>
                <a:gd name="T50" fmla="*/ 23 w 105"/>
                <a:gd name="T51" fmla="*/ 18 h 82"/>
                <a:gd name="T52" fmla="*/ 19 w 105"/>
                <a:gd name="T53" fmla="*/ 21 h 82"/>
                <a:gd name="T54" fmla="*/ 15 w 105"/>
                <a:gd name="T55" fmla="*/ 24 h 82"/>
                <a:gd name="T56" fmla="*/ 14 w 105"/>
                <a:gd name="T57" fmla="*/ 21 h 82"/>
                <a:gd name="T58" fmla="*/ 12 w 105"/>
                <a:gd name="T59" fmla="*/ 23 h 82"/>
                <a:gd name="T60" fmla="*/ 12 w 105"/>
                <a:gd name="T61" fmla="*/ 21 h 82"/>
                <a:gd name="T62" fmla="*/ 13 w 105"/>
                <a:gd name="T63" fmla="*/ 16 h 82"/>
                <a:gd name="T64" fmla="*/ 9 w 105"/>
                <a:gd name="T65" fmla="*/ 19 h 82"/>
                <a:gd name="T66" fmla="*/ 9 w 105"/>
                <a:gd name="T67" fmla="*/ 16 h 82"/>
                <a:gd name="T68" fmla="*/ 7 w 105"/>
                <a:gd name="T69" fmla="*/ 18 h 82"/>
                <a:gd name="T70" fmla="*/ 5 w 105"/>
                <a:gd name="T71" fmla="*/ 17 h 82"/>
                <a:gd name="T72" fmla="*/ 9 w 105"/>
                <a:gd name="T73" fmla="*/ 13 h 82"/>
                <a:gd name="T74" fmla="*/ 4 w 105"/>
                <a:gd name="T75" fmla="*/ 14 h 82"/>
                <a:gd name="T76" fmla="*/ 3 w 105"/>
                <a:gd name="T77" fmla="*/ 6 h 82"/>
                <a:gd name="T78" fmla="*/ 3 w 105"/>
                <a:gd name="T79" fmla="*/ 4 h 82"/>
                <a:gd name="T80" fmla="*/ 0 w 105"/>
                <a:gd name="T81" fmla="*/ 3 h 82"/>
                <a:gd name="T82" fmla="*/ 2 w 105"/>
                <a:gd name="T83" fmla="*/ 0 h 82"/>
                <a:gd name="T84" fmla="*/ 4 w 105"/>
                <a:gd name="T85" fmla="*/ 4 h 82"/>
                <a:gd name="T86" fmla="*/ 11 w 105"/>
                <a:gd name="T87" fmla="*/ 2 h 82"/>
                <a:gd name="T88" fmla="*/ 20 w 105"/>
                <a:gd name="T89" fmla="*/ 5 h 82"/>
                <a:gd name="T90" fmla="*/ 30 w 105"/>
                <a:gd name="T91" fmla="*/ 9 h 82"/>
                <a:gd name="T92" fmla="*/ 37 w 105"/>
                <a:gd name="T93" fmla="*/ 13 h 82"/>
                <a:gd name="T94" fmla="*/ 43 w 105"/>
                <a:gd name="T95" fmla="*/ 16 h 82"/>
                <a:gd name="T96" fmla="*/ 52 w 105"/>
                <a:gd name="T97" fmla="*/ 25 h 82"/>
                <a:gd name="T98" fmla="*/ 56 w 105"/>
                <a:gd name="T99" fmla="*/ 31 h 82"/>
                <a:gd name="T100" fmla="*/ 61 w 105"/>
                <a:gd name="T101" fmla="*/ 37 h 82"/>
                <a:gd name="T102" fmla="*/ 85 w 105"/>
                <a:gd name="T103" fmla="*/ 53 h 82"/>
                <a:gd name="T104" fmla="*/ 90 w 105"/>
                <a:gd name="T105" fmla="*/ 58 h 82"/>
                <a:gd name="T106" fmla="*/ 99 w 105"/>
                <a:gd name="T107" fmla="*/ 8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 h="82">
                  <a:moveTo>
                    <a:pt x="99" y="80"/>
                  </a:moveTo>
                  <a:cubicBezTo>
                    <a:pt x="95" y="82"/>
                    <a:pt x="97" y="77"/>
                    <a:pt x="93" y="78"/>
                  </a:cubicBezTo>
                  <a:cubicBezTo>
                    <a:pt x="93" y="78"/>
                    <a:pt x="95" y="76"/>
                    <a:pt x="94" y="76"/>
                  </a:cubicBezTo>
                  <a:cubicBezTo>
                    <a:pt x="91" y="78"/>
                    <a:pt x="90" y="74"/>
                    <a:pt x="91" y="71"/>
                  </a:cubicBezTo>
                  <a:cubicBezTo>
                    <a:pt x="91" y="71"/>
                    <a:pt x="91" y="71"/>
                    <a:pt x="91" y="71"/>
                  </a:cubicBezTo>
                  <a:cubicBezTo>
                    <a:pt x="92" y="70"/>
                    <a:pt x="90" y="71"/>
                    <a:pt x="90" y="71"/>
                  </a:cubicBezTo>
                  <a:cubicBezTo>
                    <a:pt x="90" y="71"/>
                    <a:pt x="90" y="71"/>
                    <a:pt x="90" y="70"/>
                  </a:cubicBezTo>
                  <a:cubicBezTo>
                    <a:pt x="89" y="71"/>
                    <a:pt x="89" y="70"/>
                    <a:pt x="89" y="71"/>
                  </a:cubicBezTo>
                  <a:cubicBezTo>
                    <a:pt x="90" y="69"/>
                    <a:pt x="90" y="69"/>
                    <a:pt x="90" y="69"/>
                  </a:cubicBezTo>
                  <a:cubicBezTo>
                    <a:pt x="89" y="70"/>
                    <a:pt x="89" y="70"/>
                    <a:pt x="89" y="70"/>
                  </a:cubicBezTo>
                  <a:cubicBezTo>
                    <a:pt x="86" y="72"/>
                    <a:pt x="88" y="68"/>
                    <a:pt x="86" y="69"/>
                  </a:cubicBezTo>
                  <a:cubicBezTo>
                    <a:pt x="87" y="69"/>
                    <a:pt x="87" y="69"/>
                    <a:pt x="87" y="69"/>
                  </a:cubicBezTo>
                  <a:cubicBezTo>
                    <a:pt x="84" y="69"/>
                    <a:pt x="83" y="68"/>
                    <a:pt x="81" y="67"/>
                  </a:cubicBezTo>
                  <a:cubicBezTo>
                    <a:pt x="83" y="66"/>
                    <a:pt x="83" y="66"/>
                    <a:pt x="83" y="66"/>
                  </a:cubicBezTo>
                  <a:cubicBezTo>
                    <a:pt x="82" y="67"/>
                    <a:pt x="81" y="67"/>
                    <a:pt x="80" y="67"/>
                  </a:cubicBezTo>
                  <a:cubicBezTo>
                    <a:pt x="82" y="65"/>
                    <a:pt x="79" y="67"/>
                    <a:pt x="79" y="66"/>
                  </a:cubicBezTo>
                  <a:cubicBezTo>
                    <a:pt x="79" y="66"/>
                    <a:pt x="79" y="66"/>
                    <a:pt x="79" y="66"/>
                  </a:cubicBezTo>
                  <a:cubicBezTo>
                    <a:pt x="78" y="67"/>
                    <a:pt x="80" y="65"/>
                    <a:pt x="78" y="66"/>
                  </a:cubicBezTo>
                  <a:cubicBezTo>
                    <a:pt x="79" y="65"/>
                    <a:pt x="79" y="65"/>
                    <a:pt x="79" y="65"/>
                  </a:cubicBezTo>
                  <a:cubicBezTo>
                    <a:pt x="77" y="67"/>
                    <a:pt x="79" y="64"/>
                    <a:pt x="78" y="65"/>
                  </a:cubicBezTo>
                  <a:cubicBezTo>
                    <a:pt x="78" y="65"/>
                    <a:pt x="78" y="65"/>
                    <a:pt x="78" y="65"/>
                  </a:cubicBezTo>
                  <a:cubicBezTo>
                    <a:pt x="77" y="65"/>
                    <a:pt x="78" y="64"/>
                    <a:pt x="78" y="64"/>
                  </a:cubicBezTo>
                  <a:cubicBezTo>
                    <a:pt x="78" y="64"/>
                    <a:pt x="78" y="64"/>
                    <a:pt x="78" y="64"/>
                  </a:cubicBezTo>
                  <a:cubicBezTo>
                    <a:pt x="77" y="64"/>
                    <a:pt x="78" y="63"/>
                    <a:pt x="76" y="64"/>
                  </a:cubicBezTo>
                  <a:cubicBezTo>
                    <a:pt x="77" y="63"/>
                    <a:pt x="77" y="64"/>
                    <a:pt x="79" y="62"/>
                  </a:cubicBezTo>
                  <a:cubicBezTo>
                    <a:pt x="76" y="62"/>
                    <a:pt x="75" y="61"/>
                    <a:pt x="73" y="59"/>
                  </a:cubicBezTo>
                  <a:cubicBezTo>
                    <a:pt x="73" y="59"/>
                    <a:pt x="73" y="58"/>
                    <a:pt x="74" y="58"/>
                  </a:cubicBezTo>
                  <a:cubicBezTo>
                    <a:pt x="74" y="58"/>
                    <a:pt x="73" y="58"/>
                    <a:pt x="72" y="58"/>
                  </a:cubicBezTo>
                  <a:cubicBezTo>
                    <a:pt x="72" y="58"/>
                    <a:pt x="73" y="57"/>
                    <a:pt x="73" y="57"/>
                  </a:cubicBezTo>
                  <a:cubicBezTo>
                    <a:pt x="73" y="56"/>
                    <a:pt x="71" y="58"/>
                    <a:pt x="71" y="57"/>
                  </a:cubicBezTo>
                  <a:cubicBezTo>
                    <a:pt x="73" y="56"/>
                    <a:pt x="73" y="56"/>
                    <a:pt x="73" y="56"/>
                  </a:cubicBezTo>
                  <a:cubicBezTo>
                    <a:pt x="72" y="57"/>
                    <a:pt x="71" y="57"/>
                    <a:pt x="71" y="57"/>
                  </a:cubicBezTo>
                  <a:cubicBezTo>
                    <a:pt x="71" y="57"/>
                    <a:pt x="71" y="56"/>
                    <a:pt x="72" y="56"/>
                  </a:cubicBezTo>
                  <a:cubicBezTo>
                    <a:pt x="70" y="57"/>
                    <a:pt x="71" y="55"/>
                    <a:pt x="70" y="56"/>
                  </a:cubicBezTo>
                  <a:cubicBezTo>
                    <a:pt x="71" y="55"/>
                    <a:pt x="71" y="55"/>
                    <a:pt x="71" y="55"/>
                  </a:cubicBezTo>
                  <a:cubicBezTo>
                    <a:pt x="72" y="54"/>
                    <a:pt x="69" y="57"/>
                    <a:pt x="70" y="56"/>
                  </a:cubicBezTo>
                  <a:cubicBezTo>
                    <a:pt x="71" y="55"/>
                    <a:pt x="71" y="55"/>
                    <a:pt x="71" y="55"/>
                  </a:cubicBezTo>
                  <a:cubicBezTo>
                    <a:pt x="69" y="56"/>
                    <a:pt x="69" y="55"/>
                    <a:pt x="68" y="55"/>
                  </a:cubicBezTo>
                  <a:cubicBezTo>
                    <a:pt x="68" y="55"/>
                    <a:pt x="68" y="55"/>
                    <a:pt x="68" y="55"/>
                  </a:cubicBezTo>
                  <a:cubicBezTo>
                    <a:pt x="68" y="54"/>
                    <a:pt x="68" y="54"/>
                    <a:pt x="67" y="54"/>
                  </a:cubicBezTo>
                  <a:cubicBezTo>
                    <a:pt x="67" y="53"/>
                    <a:pt x="68" y="52"/>
                    <a:pt x="68" y="52"/>
                  </a:cubicBezTo>
                  <a:cubicBezTo>
                    <a:pt x="66" y="53"/>
                    <a:pt x="66" y="52"/>
                    <a:pt x="65" y="54"/>
                  </a:cubicBezTo>
                  <a:cubicBezTo>
                    <a:pt x="65" y="53"/>
                    <a:pt x="65" y="52"/>
                    <a:pt x="64" y="52"/>
                  </a:cubicBezTo>
                  <a:cubicBezTo>
                    <a:pt x="65" y="52"/>
                    <a:pt x="66" y="50"/>
                    <a:pt x="66" y="50"/>
                  </a:cubicBezTo>
                  <a:cubicBezTo>
                    <a:pt x="67" y="49"/>
                    <a:pt x="67" y="49"/>
                    <a:pt x="67" y="49"/>
                  </a:cubicBezTo>
                  <a:cubicBezTo>
                    <a:pt x="68" y="49"/>
                    <a:pt x="67" y="50"/>
                    <a:pt x="68" y="49"/>
                  </a:cubicBezTo>
                  <a:cubicBezTo>
                    <a:pt x="67" y="49"/>
                    <a:pt x="66" y="49"/>
                    <a:pt x="67" y="48"/>
                  </a:cubicBezTo>
                  <a:cubicBezTo>
                    <a:pt x="65" y="49"/>
                    <a:pt x="63" y="51"/>
                    <a:pt x="63" y="51"/>
                  </a:cubicBezTo>
                  <a:cubicBezTo>
                    <a:pt x="63" y="50"/>
                    <a:pt x="64" y="49"/>
                    <a:pt x="65" y="49"/>
                  </a:cubicBezTo>
                  <a:cubicBezTo>
                    <a:pt x="61" y="51"/>
                    <a:pt x="61" y="51"/>
                    <a:pt x="61" y="51"/>
                  </a:cubicBezTo>
                  <a:cubicBezTo>
                    <a:pt x="61" y="51"/>
                    <a:pt x="62" y="50"/>
                    <a:pt x="62" y="50"/>
                  </a:cubicBezTo>
                  <a:cubicBezTo>
                    <a:pt x="60" y="51"/>
                    <a:pt x="60" y="51"/>
                    <a:pt x="60" y="51"/>
                  </a:cubicBezTo>
                  <a:cubicBezTo>
                    <a:pt x="61" y="51"/>
                    <a:pt x="59" y="51"/>
                    <a:pt x="61" y="49"/>
                  </a:cubicBezTo>
                  <a:cubicBezTo>
                    <a:pt x="61" y="48"/>
                    <a:pt x="61" y="49"/>
                    <a:pt x="62" y="48"/>
                  </a:cubicBezTo>
                  <a:cubicBezTo>
                    <a:pt x="62" y="48"/>
                    <a:pt x="61" y="49"/>
                    <a:pt x="61" y="48"/>
                  </a:cubicBezTo>
                  <a:cubicBezTo>
                    <a:pt x="61" y="48"/>
                    <a:pt x="61" y="48"/>
                    <a:pt x="61" y="48"/>
                  </a:cubicBezTo>
                  <a:cubicBezTo>
                    <a:pt x="61" y="48"/>
                    <a:pt x="60" y="48"/>
                    <a:pt x="59" y="49"/>
                  </a:cubicBezTo>
                  <a:cubicBezTo>
                    <a:pt x="59" y="50"/>
                    <a:pt x="60" y="48"/>
                    <a:pt x="60" y="49"/>
                  </a:cubicBezTo>
                  <a:cubicBezTo>
                    <a:pt x="59" y="50"/>
                    <a:pt x="58" y="50"/>
                    <a:pt x="58" y="50"/>
                  </a:cubicBezTo>
                  <a:cubicBezTo>
                    <a:pt x="59" y="49"/>
                    <a:pt x="59" y="49"/>
                    <a:pt x="59" y="49"/>
                  </a:cubicBezTo>
                  <a:cubicBezTo>
                    <a:pt x="57" y="49"/>
                    <a:pt x="57" y="49"/>
                    <a:pt x="56" y="50"/>
                  </a:cubicBezTo>
                  <a:cubicBezTo>
                    <a:pt x="55" y="50"/>
                    <a:pt x="57" y="48"/>
                    <a:pt x="57" y="49"/>
                  </a:cubicBezTo>
                  <a:cubicBezTo>
                    <a:pt x="57" y="47"/>
                    <a:pt x="54" y="49"/>
                    <a:pt x="55" y="47"/>
                  </a:cubicBezTo>
                  <a:cubicBezTo>
                    <a:pt x="56" y="47"/>
                    <a:pt x="54" y="49"/>
                    <a:pt x="55" y="48"/>
                  </a:cubicBezTo>
                  <a:cubicBezTo>
                    <a:pt x="54" y="48"/>
                    <a:pt x="55" y="47"/>
                    <a:pt x="55" y="47"/>
                  </a:cubicBezTo>
                  <a:cubicBezTo>
                    <a:pt x="56" y="46"/>
                    <a:pt x="55" y="47"/>
                    <a:pt x="54" y="47"/>
                  </a:cubicBezTo>
                  <a:cubicBezTo>
                    <a:pt x="54" y="48"/>
                    <a:pt x="54" y="47"/>
                    <a:pt x="55" y="47"/>
                  </a:cubicBezTo>
                  <a:cubicBezTo>
                    <a:pt x="54" y="47"/>
                    <a:pt x="52" y="47"/>
                    <a:pt x="52" y="46"/>
                  </a:cubicBezTo>
                  <a:cubicBezTo>
                    <a:pt x="52" y="46"/>
                    <a:pt x="51" y="47"/>
                    <a:pt x="50" y="47"/>
                  </a:cubicBezTo>
                  <a:cubicBezTo>
                    <a:pt x="51" y="46"/>
                    <a:pt x="51" y="46"/>
                    <a:pt x="51" y="46"/>
                  </a:cubicBezTo>
                  <a:cubicBezTo>
                    <a:pt x="52" y="45"/>
                    <a:pt x="51" y="46"/>
                    <a:pt x="52" y="45"/>
                  </a:cubicBezTo>
                  <a:cubicBezTo>
                    <a:pt x="50" y="46"/>
                    <a:pt x="54" y="45"/>
                    <a:pt x="52" y="45"/>
                  </a:cubicBezTo>
                  <a:cubicBezTo>
                    <a:pt x="53" y="44"/>
                    <a:pt x="50" y="47"/>
                    <a:pt x="52" y="45"/>
                  </a:cubicBezTo>
                  <a:cubicBezTo>
                    <a:pt x="52" y="45"/>
                    <a:pt x="50" y="46"/>
                    <a:pt x="51" y="45"/>
                  </a:cubicBezTo>
                  <a:cubicBezTo>
                    <a:pt x="51" y="45"/>
                    <a:pt x="52" y="43"/>
                    <a:pt x="52" y="43"/>
                  </a:cubicBezTo>
                  <a:cubicBezTo>
                    <a:pt x="52" y="43"/>
                    <a:pt x="52" y="44"/>
                    <a:pt x="51" y="44"/>
                  </a:cubicBezTo>
                  <a:cubicBezTo>
                    <a:pt x="50" y="44"/>
                    <a:pt x="50" y="44"/>
                    <a:pt x="50" y="44"/>
                  </a:cubicBezTo>
                  <a:cubicBezTo>
                    <a:pt x="49" y="45"/>
                    <a:pt x="50" y="44"/>
                    <a:pt x="49" y="45"/>
                  </a:cubicBezTo>
                  <a:cubicBezTo>
                    <a:pt x="50" y="44"/>
                    <a:pt x="48" y="45"/>
                    <a:pt x="50" y="43"/>
                  </a:cubicBezTo>
                  <a:cubicBezTo>
                    <a:pt x="51" y="42"/>
                    <a:pt x="51" y="42"/>
                    <a:pt x="51" y="42"/>
                  </a:cubicBezTo>
                  <a:cubicBezTo>
                    <a:pt x="51" y="42"/>
                    <a:pt x="50" y="43"/>
                    <a:pt x="49" y="44"/>
                  </a:cubicBezTo>
                  <a:cubicBezTo>
                    <a:pt x="49" y="43"/>
                    <a:pt x="49" y="43"/>
                    <a:pt x="49" y="43"/>
                  </a:cubicBezTo>
                  <a:cubicBezTo>
                    <a:pt x="48" y="45"/>
                    <a:pt x="49" y="43"/>
                    <a:pt x="48" y="44"/>
                  </a:cubicBezTo>
                  <a:cubicBezTo>
                    <a:pt x="48" y="43"/>
                    <a:pt x="47" y="43"/>
                    <a:pt x="48" y="42"/>
                  </a:cubicBezTo>
                  <a:cubicBezTo>
                    <a:pt x="47" y="42"/>
                    <a:pt x="46" y="43"/>
                    <a:pt x="46" y="42"/>
                  </a:cubicBezTo>
                  <a:cubicBezTo>
                    <a:pt x="46" y="42"/>
                    <a:pt x="46" y="42"/>
                    <a:pt x="47" y="41"/>
                  </a:cubicBezTo>
                  <a:cubicBezTo>
                    <a:pt x="47" y="41"/>
                    <a:pt x="47" y="41"/>
                    <a:pt x="46" y="41"/>
                  </a:cubicBezTo>
                  <a:cubicBezTo>
                    <a:pt x="47" y="41"/>
                    <a:pt x="47" y="40"/>
                    <a:pt x="47" y="39"/>
                  </a:cubicBezTo>
                  <a:cubicBezTo>
                    <a:pt x="47" y="39"/>
                    <a:pt x="46" y="40"/>
                    <a:pt x="45" y="41"/>
                  </a:cubicBezTo>
                  <a:cubicBezTo>
                    <a:pt x="47" y="39"/>
                    <a:pt x="43" y="42"/>
                    <a:pt x="44" y="40"/>
                  </a:cubicBezTo>
                  <a:cubicBezTo>
                    <a:pt x="45" y="39"/>
                    <a:pt x="46" y="39"/>
                    <a:pt x="46" y="38"/>
                  </a:cubicBezTo>
                  <a:cubicBezTo>
                    <a:pt x="47" y="36"/>
                    <a:pt x="44" y="39"/>
                    <a:pt x="45" y="38"/>
                  </a:cubicBezTo>
                  <a:cubicBezTo>
                    <a:pt x="43" y="40"/>
                    <a:pt x="43" y="40"/>
                    <a:pt x="43" y="40"/>
                  </a:cubicBezTo>
                  <a:cubicBezTo>
                    <a:pt x="44" y="39"/>
                    <a:pt x="42" y="40"/>
                    <a:pt x="43" y="39"/>
                  </a:cubicBezTo>
                  <a:cubicBezTo>
                    <a:pt x="43" y="39"/>
                    <a:pt x="43" y="38"/>
                    <a:pt x="42" y="39"/>
                  </a:cubicBezTo>
                  <a:cubicBezTo>
                    <a:pt x="43" y="38"/>
                    <a:pt x="40" y="39"/>
                    <a:pt x="42" y="36"/>
                  </a:cubicBezTo>
                  <a:cubicBezTo>
                    <a:pt x="42" y="36"/>
                    <a:pt x="42" y="35"/>
                    <a:pt x="41" y="36"/>
                  </a:cubicBezTo>
                  <a:cubicBezTo>
                    <a:pt x="40" y="37"/>
                    <a:pt x="42" y="36"/>
                    <a:pt x="41" y="37"/>
                  </a:cubicBezTo>
                  <a:cubicBezTo>
                    <a:pt x="41" y="37"/>
                    <a:pt x="41" y="37"/>
                    <a:pt x="41" y="37"/>
                  </a:cubicBezTo>
                  <a:cubicBezTo>
                    <a:pt x="41" y="37"/>
                    <a:pt x="41" y="36"/>
                    <a:pt x="42" y="35"/>
                  </a:cubicBezTo>
                  <a:cubicBezTo>
                    <a:pt x="42" y="34"/>
                    <a:pt x="39" y="38"/>
                    <a:pt x="39" y="36"/>
                  </a:cubicBezTo>
                  <a:cubicBezTo>
                    <a:pt x="40" y="36"/>
                    <a:pt x="40" y="36"/>
                    <a:pt x="40" y="35"/>
                  </a:cubicBezTo>
                  <a:cubicBezTo>
                    <a:pt x="38" y="36"/>
                    <a:pt x="38" y="36"/>
                    <a:pt x="38" y="36"/>
                  </a:cubicBezTo>
                  <a:cubicBezTo>
                    <a:pt x="38" y="36"/>
                    <a:pt x="39" y="35"/>
                    <a:pt x="40" y="33"/>
                  </a:cubicBezTo>
                  <a:cubicBezTo>
                    <a:pt x="40" y="34"/>
                    <a:pt x="40" y="33"/>
                    <a:pt x="39" y="34"/>
                  </a:cubicBezTo>
                  <a:cubicBezTo>
                    <a:pt x="40" y="32"/>
                    <a:pt x="40" y="32"/>
                    <a:pt x="40" y="32"/>
                  </a:cubicBezTo>
                  <a:cubicBezTo>
                    <a:pt x="39" y="34"/>
                    <a:pt x="39" y="33"/>
                    <a:pt x="39" y="33"/>
                  </a:cubicBezTo>
                  <a:cubicBezTo>
                    <a:pt x="39" y="33"/>
                    <a:pt x="39" y="33"/>
                    <a:pt x="39" y="33"/>
                  </a:cubicBezTo>
                  <a:cubicBezTo>
                    <a:pt x="40" y="32"/>
                    <a:pt x="39" y="33"/>
                    <a:pt x="39" y="33"/>
                  </a:cubicBezTo>
                  <a:cubicBezTo>
                    <a:pt x="38" y="33"/>
                    <a:pt x="38" y="34"/>
                    <a:pt x="38" y="34"/>
                  </a:cubicBezTo>
                  <a:cubicBezTo>
                    <a:pt x="38" y="35"/>
                    <a:pt x="38" y="34"/>
                    <a:pt x="37" y="35"/>
                  </a:cubicBezTo>
                  <a:cubicBezTo>
                    <a:pt x="38" y="34"/>
                    <a:pt x="37" y="34"/>
                    <a:pt x="37" y="34"/>
                  </a:cubicBezTo>
                  <a:cubicBezTo>
                    <a:pt x="37" y="33"/>
                    <a:pt x="36" y="34"/>
                    <a:pt x="36" y="34"/>
                  </a:cubicBezTo>
                  <a:cubicBezTo>
                    <a:pt x="37" y="34"/>
                    <a:pt x="36" y="34"/>
                    <a:pt x="37" y="33"/>
                  </a:cubicBezTo>
                  <a:cubicBezTo>
                    <a:pt x="37" y="33"/>
                    <a:pt x="37" y="34"/>
                    <a:pt x="37" y="34"/>
                  </a:cubicBezTo>
                  <a:cubicBezTo>
                    <a:pt x="37" y="33"/>
                    <a:pt x="38" y="32"/>
                    <a:pt x="37" y="32"/>
                  </a:cubicBezTo>
                  <a:cubicBezTo>
                    <a:pt x="37" y="33"/>
                    <a:pt x="36" y="35"/>
                    <a:pt x="36" y="34"/>
                  </a:cubicBezTo>
                  <a:cubicBezTo>
                    <a:pt x="37" y="33"/>
                    <a:pt x="37" y="33"/>
                    <a:pt x="37" y="33"/>
                  </a:cubicBezTo>
                  <a:cubicBezTo>
                    <a:pt x="37" y="32"/>
                    <a:pt x="37" y="32"/>
                    <a:pt x="37" y="32"/>
                  </a:cubicBezTo>
                  <a:cubicBezTo>
                    <a:pt x="36" y="33"/>
                    <a:pt x="36" y="33"/>
                    <a:pt x="36" y="33"/>
                  </a:cubicBezTo>
                  <a:cubicBezTo>
                    <a:pt x="37" y="32"/>
                    <a:pt x="37" y="32"/>
                    <a:pt x="37" y="32"/>
                  </a:cubicBezTo>
                  <a:cubicBezTo>
                    <a:pt x="36" y="33"/>
                    <a:pt x="36" y="32"/>
                    <a:pt x="35" y="34"/>
                  </a:cubicBezTo>
                  <a:cubicBezTo>
                    <a:pt x="35" y="34"/>
                    <a:pt x="35" y="33"/>
                    <a:pt x="35" y="32"/>
                  </a:cubicBezTo>
                  <a:cubicBezTo>
                    <a:pt x="35" y="32"/>
                    <a:pt x="35" y="32"/>
                    <a:pt x="35" y="32"/>
                  </a:cubicBezTo>
                  <a:cubicBezTo>
                    <a:pt x="35" y="31"/>
                    <a:pt x="35" y="32"/>
                    <a:pt x="34" y="32"/>
                  </a:cubicBezTo>
                  <a:cubicBezTo>
                    <a:pt x="34" y="32"/>
                    <a:pt x="34" y="32"/>
                    <a:pt x="34" y="32"/>
                  </a:cubicBezTo>
                  <a:cubicBezTo>
                    <a:pt x="34" y="32"/>
                    <a:pt x="34" y="32"/>
                    <a:pt x="33" y="32"/>
                  </a:cubicBezTo>
                  <a:cubicBezTo>
                    <a:pt x="34" y="31"/>
                    <a:pt x="36" y="28"/>
                    <a:pt x="35" y="29"/>
                  </a:cubicBezTo>
                  <a:cubicBezTo>
                    <a:pt x="35" y="29"/>
                    <a:pt x="33" y="31"/>
                    <a:pt x="33" y="32"/>
                  </a:cubicBezTo>
                  <a:cubicBezTo>
                    <a:pt x="33" y="31"/>
                    <a:pt x="31" y="32"/>
                    <a:pt x="32" y="30"/>
                  </a:cubicBezTo>
                  <a:cubicBezTo>
                    <a:pt x="31" y="31"/>
                    <a:pt x="31" y="31"/>
                    <a:pt x="31" y="31"/>
                  </a:cubicBezTo>
                  <a:cubicBezTo>
                    <a:pt x="30" y="30"/>
                    <a:pt x="28" y="31"/>
                    <a:pt x="29" y="28"/>
                  </a:cubicBezTo>
                  <a:cubicBezTo>
                    <a:pt x="30" y="28"/>
                    <a:pt x="30" y="27"/>
                    <a:pt x="30" y="27"/>
                  </a:cubicBezTo>
                  <a:cubicBezTo>
                    <a:pt x="30" y="28"/>
                    <a:pt x="31" y="26"/>
                    <a:pt x="30" y="27"/>
                  </a:cubicBezTo>
                  <a:cubicBezTo>
                    <a:pt x="29" y="28"/>
                    <a:pt x="29" y="29"/>
                    <a:pt x="28" y="29"/>
                  </a:cubicBezTo>
                  <a:cubicBezTo>
                    <a:pt x="28" y="29"/>
                    <a:pt x="27" y="29"/>
                    <a:pt x="27" y="28"/>
                  </a:cubicBezTo>
                  <a:cubicBezTo>
                    <a:pt x="27" y="28"/>
                    <a:pt x="27" y="29"/>
                    <a:pt x="27" y="29"/>
                  </a:cubicBezTo>
                  <a:cubicBezTo>
                    <a:pt x="28" y="27"/>
                    <a:pt x="28" y="27"/>
                    <a:pt x="27" y="27"/>
                  </a:cubicBezTo>
                  <a:cubicBezTo>
                    <a:pt x="26" y="28"/>
                    <a:pt x="26" y="28"/>
                    <a:pt x="26" y="28"/>
                  </a:cubicBezTo>
                  <a:cubicBezTo>
                    <a:pt x="27" y="27"/>
                    <a:pt x="27" y="27"/>
                    <a:pt x="27" y="27"/>
                  </a:cubicBezTo>
                  <a:cubicBezTo>
                    <a:pt x="27" y="27"/>
                    <a:pt x="25" y="29"/>
                    <a:pt x="26" y="28"/>
                  </a:cubicBezTo>
                  <a:cubicBezTo>
                    <a:pt x="26" y="27"/>
                    <a:pt x="26" y="27"/>
                    <a:pt x="26" y="27"/>
                  </a:cubicBezTo>
                  <a:cubicBezTo>
                    <a:pt x="26" y="27"/>
                    <a:pt x="24" y="28"/>
                    <a:pt x="25" y="27"/>
                  </a:cubicBezTo>
                  <a:cubicBezTo>
                    <a:pt x="25" y="26"/>
                    <a:pt x="25" y="26"/>
                    <a:pt x="25" y="26"/>
                  </a:cubicBezTo>
                  <a:cubicBezTo>
                    <a:pt x="25" y="26"/>
                    <a:pt x="24" y="27"/>
                    <a:pt x="24" y="27"/>
                  </a:cubicBezTo>
                  <a:cubicBezTo>
                    <a:pt x="24" y="26"/>
                    <a:pt x="24" y="26"/>
                    <a:pt x="25" y="24"/>
                  </a:cubicBezTo>
                  <a:cubicBezTo>
                    <a:pt x="22" y="27"/>
                    <a:pt x="21" y="26"/>
                    <a:pt x="20" y="25"/>
                  </a:cubicBezTo>
                  <a:cubicBezTo>
                    <a:pt x="21" y="24"/>
                    <a:pt x="21" y="24"/>
                    <a:pt x="21" y="24"/>
                  </a:cubicBezTo>
                  <a:cubicBezTo>
                    <a:pt x="21" y="24"/>
                    <a:pt x="20" y="26"/>
                    <a:pt x="20" y="25"/>
                  </a:cubicBezTo>
                  <a:cubicBezTo>
                    <a:pt x="20" y="24"/>
                    <a:pt x="21" y="23"/>
                    <a:pt x="21" y="23"/>
                  </a:cubicBezTo>
                  <a:cubicBezTo>
                    <a:pt x="21" y="22"/>
                    <a:pt x="20" y="24"/>
                    <a:pt x="20" y="24"/>
                  </a:cubicBezTo>
                  <a:cubicBezTo>
                    <a:pt x="19" y="25"/>
                    <a:pt x="20" y="23"/>
                    <a:pt x="19" y="25"/>
                  </a:cubicBezTo>
                  <a:cubicBezTo>
                    <a:pt x="19" y="25"/>
                    <a:pt x="19" y="23"/>
                    <a:pt x="18" y="25"/>
                  </a:cubicBezTo>
                  <a:cubicBezTo>
                    <a:pt x="19" y="24"/>
                    <a:pt x="19" y="23"/>
                    <a:pt x="20" y="23"/>
                  </a:cubicBezTo>
                  <a:cubicBezTo>
                    <a:pt x="19" y="23"/>
                    <a:pt x="19" y="23"/>
                    <a:pt x="19" y="23"/>
                  </a:cubicBezTo>
                  <a:cubicBezTo>
                    <a:pt x="20" y="21"/>
                    <a:pt x="22" y="21"/>
                    <a:pt x="23" y="18"/>
                  </a:cubicBezTo>
                  <a:cubicBezTo>
                    <a:pt x="23" y="18"/>
                    <a:pt x="23" y="18"/>
                    <a:pt x="23" y="18"/>
                  </a:cubicBezTo>
                  <a:cubicBezTo>
                    <a:pt x="23" y="17"/>
                    <a:pt x="24" y="17"/>
                    <a:pt x="24" y="16"/>
                  </a:cubicBezTo>
                  <a:cubicBezTo>
                    <a:pt x="23" y="17"/>
                    <a:pt x="22" y="19"/>
                    <a:pt x="21" y="19"/>
                  </a:cubicBezTo>
                  <a:cubicBezTo>
                    <a:pt x="21" y="20"/>
                    <a:pt x="19" y="23"/>
                    <a:pt x="18" y="22"/>
                  </a:cubicBezTo>
                  <a:cubicBezTo>
                    <a:pt x="19" y="21"/>
                    <a:pt x="19" y="22"/>
                    <a:pt x="20" y="21"/>
                  </a:cubicBezTo>
                  <a:cubicBezTo>
                    <a:pt x="20" y="20"/>
                    <a:pt x="19" y="22"/>
                    <a:pt x="19" y="21"/>
                  </a:cubicBezTo>
                  <a:cubicBezTo>
                    <a:pt x="19" y="22"/>
                    <a:pt x="18" y="23"/>
                    <a:pt x="17" y="23"/>
                  </a:cubicBezTo>
                  <a:cubicBezTo>
                    <a:pt x="17" y="22"/>
                    <a:pt x="18" y="22"/>
                    <a:pt x="18" y="22"/>
                  </a:cubicBezTo>
                  <a:cubicBezTo>
                    <a:pt x="17" y="22"/>
                    <a:pt x="17" y="23"/>
                    <a:pt x="17" y="24"/>
                  </a:cubicBezTo>
                  <a:cubicBezTo>
                    <a:pt x="15" y="25"/>
                    <a:pt x="17" y="23"/>
                    <a:pt x="15" y="24"/>
                  </a:cubicBezTo>
                  <a:cubicBezTo>
                    <a:pt x="16" y="23"/>
                    <a:pt x="18" y="21"/>
                    <a:pt x="18" y="20"/>
                  </a:cubicBezTo>
                  <a:cubicBezTo>
                    <a:pt x="17" y="22"/>
                    <a:pt x="16" y="22"/>
                    <a:pt x="15" y="24"/>
                  </a:cubicBezTo>
                  <a:cubicBezTo>
                    <a:pt x="15" y="23"/>
                    <a:pt x="16" y="22"/>
                    <a:pt x="17" y="22"/>
                  </a:cubicBezTo>
                  <a:cubicBezTo>
                    <a:pt x="17" y="21"/>
                    <a:pt x="14" y="24"/>
                    <a:pt x="16" y="21"/>
                  </a:cubicBezTo>
                  <a:cubicBezTo>
                    <a:pt x="15" y="22"/>
                    <a:pt x="15" y="22"/>
                    <a:pt x="15" y="22"/>
                  </a:cubicBezTo>
                  <a:cubicBezTo>
                    <a:pt x="15" y="22"/>
                    <a:pt x="15" y="21"/>
                    <a:pt x="16" y="21"/>
                  </a:cubicBezTo>
                  <a:cubicBezTo>
                    <a:pt x="16" y="20"/>
                    <a:pt x="14" y="22"/>
                    <a:pt x="15" y="20"/>
                  </a:cubicBezTo>
                  <a:cubicBezTo>
                    <a:pt x="15" y="20"/>
                    <a:pt x="15" y="20"/>
                    <a:pt x="14" y="21"/>
                  </a:cubicBezTo>
                  <a:cubicBezTo>
                    <a:pt x="14" y="22"/>
                    <a:pt x="15" y="20"/>
                    <a:pt x="14" y="22"/>
                  </a:cubicBezTo>
                  <a:cubicBezTo>
                    <a:pt x="15" y="21"/>
                    <a:pt x="13" y="22"/>
                    <a:pt x="13" y="23"/>
                  </a:cubicBezTo>
                  <a:cubicBezTo>
                    <a:pt x="13" y="22"/>
                    <a:pt x="13" y="22"/>
                    <a:pt x="13" y="22"/>
                  </a:cubicBezTo>
                  <a:cubicBezTo>
                    <a:pt x="13" y="22"/>
                    <a:pt x="13" y="22"/>
                    <a:pt x="12" y="23"/>
                  </a:cubicBezTo>
                  <a:cubicBezTo>
                    <a:pt x="13" y="22"/>
                    <a:pt x="13" y="22"/>
                    <a:pt x="13" y="22"/>
                  </a:cubicBezTo>
                  <a:cubicBezTo>
                    <a:pt x="12" y="23"/>
                    <a:pt x="12" y="23"/>
                    <a:pt x="12" y="23"/>
                  </a:cubicBezTo>
                  <a:cubicBezTo>
                    <a:pt x="11" y="23"/>
                    <a:pt x="13" y="21"/>
                    <a:pt x="13" y="21"/>
                  </a:cubicBezTo>
                  <a:cubicBezTo>
                    <a:pt x="14" y="20"/>
                    <a:pt x="14" y="20"/>
                    <a:pt x="14" y="20"/>
                  </a:cubicBezTo>
                  <a:cubicBezTo>
                    <a:pt x="14" y="20"/>
                    <a:pt x="14" y="19"/>
                    <a:pt x="14" y="19"/>
                  </a:cubicBezTo>
                  <a:cubicBezTo>
                    <a:pt x="13" y="20"/>
                    <a:pt x="12" y="21"/>
                    <a:pt x="11" y="22"/>
                  </a:cubicBezTo>
                  <a:cubicBezTo>
                    <a:pt x="11" y="23"/>
                    <a:pt x="12" y="21"/>
                    <a:pt x="11" y="22"/>
                  </a:cubicBezTo>
                  <a:cubicBezTo>
                    <a:pt x="12" y="21"/>
                    <a:pt x="12" y="21"/>
                    <a:pt x="12" y="21"/>
                  </a:cubicBezTo>
                  <a:cubicBezTo>
                    <a:pt x="13" y="20"/>
                    <a:pt x="13" y="19"/>
                    <a:pt x="13" y="19"/>
                  </a:cubicBezTo>
                  <a:cubicBezTo>
                    <a:pt x="12" y="19"/>
                    <a:pt x="11" y="20"/>
                    <a:pt x="11" y="21"/>
                  </a:cubicBezTo>
                  <a:cubicBezTo>
                    <a:pt x="11" y="21"/>
                    <a:pt x="11" y="20"/>
                    <a:pt x="12" y="20"/>
                  </a:cubicBezTo>
                  <a:cubicBezTo>
                    <a:pt x="11" y="20"/>
                    <a:pt x="11" y="21"/>
                    <a:pt x="10" y="21"/>
                  </a:cubicBezTo>
                  <a:cubicBezTo>
                    <a:pt x="11" y="20"/>
                    <a:pt x="11" y="19"/>
                    <a:pt x="11" y="18"/>
                  </a:cubicBezTo>
                  <a:cubicBezTo>
                    <a:pt x="13" y="16"/>
                    <a:pt x="13" y="16"/>
                    <a:pt x="13" y="16"/>
                  </a:cubicBezTo>
                  <a:cubicBezTo>
                    <a:pt x="13" y="16"/>
                    <a:pt x="13" y="16"/>
                    <a:pt x="13" y="16"/>
                  </a:cubicBezTo>
                  <a:cubicBezTo>
                    <a:pt x="14" y="15"/>
                    <a:pt x="13" y="15"/>
                    <a:pt x="14" y="13"/>
                  </a:cubicBezTo>
                  <a:cubicBezTo>
                    <a:pt x="14" y="13"/>
                    <a:pt x="14" y="14"/>
                    <a:pt x="14" y="14"/>
                  </a:cubicBezTo>
                  <a:cubicBezTo>
                    <a:pt x="12" y="17"/>
                    <a:pt x="11" y="17"/>
                    <a:pt x="10" y="19"/>
                  </a:cubicBezTo>
                  <a:cubicBezTo>
                    <a:pt x="9" y="20"/>
                    <a:pt x="13" y="14"/>
                    <a:pt x="10" y="17"/>
                  </a:cubicBezTo>
                  <a:cubicBezTo>
                    <a:pt x="10" y="18"/>
                    <a:pt x="8" y="19"/>
                    <a:pt x="9" y="19"/>
                  </a:cubicBezTo>
                  <a:cubicBezTo>
                    <a:pt x="9" y="18"/>
                    <a:pt x="8" y="21"/>
                    <a:pt x="8" y="20"/>
                  </a:cubicBezTo>
                  <a:cubicBezTo>
                    <a:pt x="9" y="19"/>
                    <a:pt x="9" y="17"/>
                    <a:pt x="10" y="16"/>
                  </a:cubicBezTo>
                  <a:cubicBezTo>
                    <a:pt x="10" y="17"/>
                    <a:pt x="10" y="17"/>
                    <a:pt x="10" y="17"/>
                  </a:cubicBezTo>
                  <a:cubicBezTo>
                    <a:pt x="11" y="16"/>
                    <a:pt x="12" y="14"/>
                    <a:pt x="11" y="14"/>
                  </a:cubicBezTo>
                  <a:cubicBezTo>
                    <a:pt x="11" y="14"/>
                    <a:pt x="11" y="14"/>
                    <a:pt x="10" y="15"/>
                  </a:cubicBezTo>
                  <a:cubicBezTo>
                    <a:pt x="9" y="17"/>
                    <a:pt x="10" y="15"/>
                    <a:pt x="9" y="16"/>
                  </a:cubicBezTo>
                  <a:cubicBezTo>
                    <a:pt x="9" y="17"/>
                    <a:pt x="10" y="15"/>
                    <a:pt x="8" y="17"/>
                  </a:cubicBezTo>
                  <a:cubicBezTo>
                    <a:pt x="9" y="17"/>
                    <a:pt x="8" y="18"/>
                    <a:pt x="7" y="19"/>
                  </a:cubicBezTo>
                  <a:cubicBezTo>
                    <a:pt x="7" y="20"/>
                    <a:pt x="7" y="20"/>
                    <a:pt x="7" y="20"/>
                  </a:cubicBezTo>
                  <a:cubicBezTo>
                    <a:pt x="7" y="19"/>
                    <a:pt x="7" y="19"/>
                    <a:pt x="7" y="19"/>
                  </a:cubicBezTo>
                  <a:cubicBezTo>
                    <a:pt x="7" y="18"/>
                    <a:pt x="6" y="20"/>
                    <a:pt x="6" y="20"/>
                  </a:cubicBezTo>
                  <a:cubicBezTo>
                    <a:pt x="7" y="18"/>
                    <a:pt x="7" y="18"/>
                    <a:pt x="7" y="18"/>
                  </a:cubicBezTo>
                  <a:cubicBezTo>
                    <a:pt x="8" y="16"/>
                    <a:pt x="7" y="19"/>
                    <a:pt x="8" y="16"/>
                  </a:cubicBezTo>
                  <a:cubicBezTo>
                    <a:pt x="8" y="16"/>
                    <a:pt x="7" y="17"/>
                    <a:pt x="7" y="17"/>
                  </a:cubicBezTo>
                  <a:cubicBezTo>
                    <a:pt x="8" y="16"/>
                    <a:pt x="8" y="16"/>
                    <a:pt x="8" y="16"/>
                  </a:cubicBezTo>
                  <a:cubicBezTo>
                    <a:pt x="8" y="16"/>
                    <a:pt x="10" y="13"/>
                    <a:pt x="8" y="14"/>
                  </a:cubicBezTo>
                  <a:cubicBezTo>
                    <a:pt x="7" y="15"/>
                    <a:pt x="7" y="15"/>
                    <a:pt x="7" y="16"/>
                  </a:cubicBezTo>
                  <a:cubicBezTo>
                    <a:pt x="6" y="16"/>
                    <a:pt x="6" y="17"/>
                    <a:pt x="5" y="17"/>
                  </a:cubicBezTo>
                  <a:cubicBezTo>
                    <a:pt x="6" y="15"/>
                    <a:pt x="5" y="16"/>
                    <a:pt x="6" y="15"/>
                  </a:cubicBezTo>
                  <a:cubicBezTo>
                    <a:pt x="6" y="16"/>
                    <a:pt x="6" y="16"/>
                    <a:pt x="8" y="15"/>
                  </a:cubicBezTo>
                  <a:cubicBezTo>
                    <a:pt x="9" y="12"/>
                    <a:pt x="8" y="15"/>
                    <a:pt x="9" y="13"/>
                  </a:cubicBezTo>
                  <a:cubicBezTo>
                    <a:pt x="9" y="13"/>
                    <a:pt x="10" y="11"/>
                    <a:pt x="11" y="9"/>
                  </a:cubicBezTo>
                  <a:cubicBezTo>
                    <a:pt x="11" y="9"/>
                    <a:pt x="10" y="10"/>
                    <a:pt x="10" y="10"/>
                  </a:cubicBezTo>
                  <a:cubicBezTo>
                    <a:pt x="9" y="11"/>
                    <a:pt x="9" y="11"/>
                    <a:pt x="9" y="13"/>
                  </a:cubicBezTo>
                  <a:cubicBezTo>
                    <a:pt x="8" y="12"/>
                    <a:pt x="7" y="12"/>
                    <a:pt x="7" y="14"/>
                  </a:cubicBezTo>
                  <a:cubicBezTo>
                    <a:pt x="7" y="13"/>
                    <a:pt x="7" y="12"/>
                    <a:pt x="8" y="12"/>
                  </a:cubicBezTo>
                  <a:cubicBezTo>
                    <a:pt x="7" y="12"/>
                    <a:pt x="6" y="11"/>
                    <a:pt x="6" y="10"/>
                  </a:cubicBezTo>
                  <a:cubicBezTo>
                    <a:pt x="5" y="13"/>
                    <a:pt x="5" y="11"/>
                    <a:pt x="5" y="13"/>
                  </a:cubicBezTo>
                  <a:cubicBezTo>
                    <a:pt x="5" y="13"/>
                    <a:pt x="4" y="15"/>
                    <a:pt x="3" y="16"/>
                  </a:cubicBezTo>
                  <a:cubicBezTo>
                    <a:pt x="3" y="15"/>
                    <a:pt x="4" y="15"/>
                    <a:pt x="4" y="14"/>
                  </a:cubicBezTo>
                  <a:cubicBezTo>
                    <a:pt x="3" y="15"/>
                    <a:pt x="5" y="12"/>
                    <a:pt x="3" y="14"/>
                  </a:cubicBezTo>
                  <a:cubicBezTo>
                    <a:pt x="4" y="14"/>
                    <a:pt x="5" y="11"/>
                    <a:pt x="6" y="10"/>
                  </a:cubicBezTo>
                  <a:cubicBezTo>
                    <a:pt x="5" y="11"/>
                    <a:pt x="7" y="9"/>
                    <a:pt x="6" y="8"/>
                  </a:cubicBezTo>
                  <a:cubicBezTo>
                    <a:pt x="5" y="9"/>
                    <a:pt x="5" y="10"/>
                    <a:pt x="4" y="10"/>
                  </a:cubicBezTo>
                  <a:cubicBezTo>
                    <a:pt x="4" y="8"/>
                    <a:pt x="3" y="9"/>
                    <a:pt x="2" y="9"/>
                  </a:cubicBezTo>
                  <a:cubicBezTo>
                    <a:pt x="2" y="8"/>
                    <a:pt x="4" y="6"/>
                    <a:pt x="3" y="6"/>
                  </a:cubicBezTo>
                  <a:cubicBezTo>
                    <a:pt x="3" y="5"/>
                    <a:pt x="3" y="8"/>
                    <a:pt x="3" y="7"/>
                  </a:cubicBezTo>
                  <a:cubicBezTo>
                    <a:pt x="3" y="6"/>
                    <a:pt x="3" y="6"/>
                    <a:pt x="3" y="6"/>
                  </a:cubicBezTo>
                  <a:cubicBezTo>
                    <a:pt x="2" y="7"/>
                    <a:pt x="3" y="5"/>
                    <a:pt x="1" y="7"/>
                  </a:cubicBezTo>
                  <a:cubicBezTo>
                    <a:pt x="2" y="5"/>
                    <a:pt x="2" y="5"/>
                    <a:pt x="2" y="5"/>
                  </a:cubicBezTo>
                  <a:cubicBezTo>
                    <a:pt x="2" y="5"/>
                    <a:pt x="2" y="5"/>
                    <a:pt x="2" y="6"/>
                  </a:cubicBezTo>
                  <a:cubicBezTo>
                    <a:pt x="2" y="5"/>
                    <a:pt x="2" y="4"/>
                    <a:pt x="3" y="4"/>
                  </a:cubicBezTo>
                  <a:cubicBezTo>
                    <a:pt x="3" y="2"/>
                    <a:pt x="2" y="4"/>
                    <a:pt x="2" y="4"/>
                  </a:cubicBezTo>
                  <a:cubicBezTo>
                    <a:pt x="1" y="5"/>
                    <a:pt x="1" y="5"/>
                    <a:pt x="1" y="5"/>
                  </a:cubicBezTo>
                  <a:cubicBezTo>
                    <a:pt x="0" y="6"/>
                    <a:pt x="1" y="4"/>
                    <a:pt x="0" y="5"/>
                  </a:cubicBezTo>
                  <a:cubicBezTo>
                    <a:pt x="0" y="3"/>
                    <a:pt x="0" y="3"/>
                    <a:pt x="0" y="3"/>
                  </a:cubicBezTo>
                  <a:cubicBezTo>
                    <a:pt x="0" y="4"/>
                    <a:pt x="0" y="4"/>
                    <a:pt x="0" y="4"/>
                  </a:cubicBezTo>
                  <a:cubicBezTo>
                    <a:pt x="0" y="3"/>
                    <a:pt x="0" y="2"/>
                    <a:pt x="0" y="3"/>
                  </a:cubicBezTo>
                  <a:cubicBezTo>
                    <a:pt x="2" y="0"/>
                    <a:pt x="2" y="0"/>
                    <a:pt x="2" y="0"/>
                  </a:cubicBezTo>
                  <a:cubicBezTo>
                    <a:pt x="2" y="1"/>
                    <a:pt x="1" y="2"/>
                    <a:pt x="1" y="3"/>
                  </a:cubicBezTo>
                  <a:cubicBezTo>
                    <a:pt x="0" y="4"/>
                    <a:pt x="1" y="4"/>
                    <a:pt x="2" y="3"/>
                  </a:cubicBezTo>
                  <a:cubicBezTo>
                    <a:pt x="1" y="2"/>
                    <a:pt x="1" y="3"/>
                    <a:pt x="1" y="3"/>
                  </a:cubicBezTo>
                  <a:cubicBezTo>
                    <a:pt x="2" y="1"/>
                    <a:pt x="2" y="2"/>
                    <a:pt x="3" y="1"/>
                  </a:cubicBezTo>
                  <a:cubicBezTo>
                    <a:pt x="2" y="1"/>
                    <a:pt x="3" y="0"/>
                    <a:pt x="2" y="0"/>
                  </a:cubicBezTo>
                  <a:cubicBezTo>
                    <a:pt x="3" y="0"/>
                    <a:pt x="3" y="0"/>
                    <a:pt x="3" y="0"/>
                  </a:cubicBezTo>
                  <a:cubicBezTo>
                    <a:pt x="3" y="0"/>
                    <a:pt x="3" y="1"/>
                    <a:pt x="3" y="1"/>
                  </a:cubicBezTo>
                  <a:cubicBezTo>
                    <a:pt x="4" y="0"/>
                    <a:pt x="4" y="0"/>
                    <a:pt x="4" y="0"/>
                  </a:cubicBezTo>
                  <a:cubicBezTo>
                    <a:pt x="4" y="2"/>
                    <a:pt x="6" y="0"/>
                    <a:pt x="6" y="0"/>
                  </a:cubicBezTo>
                  <a:cubicBezTo>
                    <a:pt x="5" y="2"/>
                    <a:pt x="4" y="3"/>
                    <a:pt x="3" y="3"/>
                  </a:cubicBezTo>
                  <a:cubicBezTo>
                    <a:pt x="3" y="4"/>
                    <a:pt x="4" y="3"/>
                    <a:pt x="4" y="4"/>
                  </a:cubicBezTo>
                  <a:cubicBezTo>
                    <a:pt x="4" y="3"/>
                    <a:pt x="5" y="2"/>
                    <a:pt x="6" y="1"/>
                  </a:cubicBezTo>
                  <a:cubicBezTo>
                    <a:pt x="5" y="2"/>
                    <a:pt x="5" y="2"/>
                    <a:pt x="5" y="2"/>
                  </a:cubicBezTo>
                  <a:cubicBezTo>
                    <a:pt x="6" y="2"/>
                    <a:pt x="7" y="0"/>
                    <a:pt x="7" y="1"/>
                  </a:cubicBezTo>
                  <a:cubicBezTo>
                    <a:pt x="8" y="2"/>
                    <a:pt x="8" y="2"/>
                    <a:pt x="9" y="2"/>
                  </a:cubicBezTo>
                  <a:cubicBezTo>
                    <a:pt x="8" y="4"/>
                    <a:pt x="8" y="4"/>
                    <a:pt x="8" y="4"/>
                  </a:cubicBezTo>
                  <a:cubicBezTo>
                    <a:pt x="10" y="1"/>
                    <a:pt x="10" y="3"/>
                    <a:pt x="11" y="2"/>
                  </a:cubicBezTo>
                  <a:cubicBezTo>
                    <a:pt x="11" y="4"/>
                    <a:pt x="13" y="2"/>
                    <a:pt x="12" y="4"/>
                  </a:cubicBezTo>
                  <a:cubicBezTo>
                    <a:pt x="14" y="4"/>
                    <a:pt x="16" y="4"/>
                    <a:pt x="17" y="5"/>
                  </a:cubicBezTo>
                  <a:cubicBezTo>
                    <a:pt x="16" y="6"/>
                    <a:pt x="16" y="6"/>
                    <a:pt x="16" y="6"/>
                  </a:cubicBezTo>
                  <a:cubicBezTo>
                    <a:pt x="17" y="6"/>
                    <a:pt x="15" y="7"/>
                    <a:pt x="16" y="7"/>
                  </a:cubicBezTo>
                  <a:cubicBezTo>
                    <a:pt x="16" y="6"/>
                    <a:pt x="17" y="6"/>
                    <a:pt x="18" y="5"/>
                  </a:cubicBezTo>
                  <a:cubicBezTo>
                    <a:pt x="17" y="7"/>
                    <a:pt x="19" y="6"/>
                    <a:pt x="20" y="5"/>
                  </a:cubicBezTo>
                  <a:cubicBezTo>
                    <a:pt x="19" y="6"/>
                    <a:pt x="19" y="6"/>
                    <a:pt x="19" y="6"/>
                  </a:cubicBezTo>
                  <a:cubicBezTo>
                    <a:pt x="21" y="5"/>
                    <a:pt x="21" y="7"/>
                    <a:pt x="21" y="7"/>
                  </a:cubicBezTo>
                  <a:cubicBezTo>
                    <a:pt x="21" y="8"/>
                    <a:pt x="20" y="9"/>
                    <a:pt x="21" y="9"/>
                  </a:cubicBezTo>
                  <a:cubicBezTo>
                    <a:pt x="22" y="7"/>
                    <a:pt x="22" y="8"/>
                    <a:pt x="23" y="7"/>
                  </a:cubicBezTo>
                  <a:cubicBezTo>
                    <a:pt x="24" y="7"/>
                    <a:pt x="24" y="8"/>
                    <a:pt x="24" y="9"/>
                  </a:cubicBezTo>
                  <a:cubicBezTo>
                    <a:pt x="27" y="7"/>
                    <a:pt x="27" y="10"/>
                    <a:pt x="30" y="9"/>
                  </a:cubicBezTo>
                  <a:cubicBezTo>
                    <a:pt x="29" y="11"/>
                    <a:pt x="29" y="11"/>
                    <a:pt x="29" y="11"/>
                  </a:cubicBezTo>
                  <a:cubicBezTo>
                    <a:pt x="32" y="9"/>
                    <a:pt x="32" y="12"/>
                    <a:pt x="34" y="12"/>
                  </a:cubicBezTo>
                  <a:cubicBezTo>
                    <a:pt x="33" y="14"/>
                    <a:pt x="33" y="14"/>
                    <a:pt x="33" y="14"/>
                  </a:cubicBezTo>
                  <a:cubicBezTo>
                    <a:pt x="33" y="15"/>
                    <a:pt x="34" y="14"/>
                    <a:pt x="35" y="13"/>
                  </a:cubicBezTo>
                  <a:cubicBezTo>
                    <a:pt x="35" y="13"/>
                    <a:pt x="36" y="12"/>
                    <a:pt x="35" y="14"/>
                  </a:cubicBezTo>
                  <a:cubicBezTo>
                    <a:pt x="36" y="15"/>
                    <a:pt x="37" y="13"/>
                    <a:pt x="37" y="13"/>
                  </a:cubicBezTo>
                  <a:cubicBezTo>
                    <a:pt x="37" y="15"/>
                    <a:pt x="38" y="15"/>
                    <a:pt x="39" y="15"/>
                  </a:cubicBezTo>
                  <a:cubicBezTo>
                    <a:pt x="38" y="15"/>
                    <a:pt x="38" y="15"/>
                    <a:pt x="38" y="15"/>
                  </a:cubicBezTo>
                  <a:cubicBezTo>
                    <a:pt x="38" y="15"/>
                    <a:pt x="37" y="16"/>
                    <a:pt x="38" y="16"/>
                  </a:cubicBezTo>
                  <a:cubicBezTo>
                    <a:pt x="38" y="16"/>
                    <a:pt x="38" y="17"/>
                    <a:pt x="40" y="15"/>
                  </a:cubicBezTo>
                  <a:cubicBezTo>
                    <a:pt x="39" y="17"/>
                    <a:pt x="42" y="15"/>
                    <a:pt x="41" y="17"/>
                  </a:cubicBezTo>
                  <a:cubicBezTo>
                    <a:pt x="42" y="17"/>
                    <a:pt x="42" y="17"/>
                    <a:pt x="43" y="16"/>
                  </a:cubicBezTo>
                  <a:cubicBezTo>
                    <a:pt x="43" y="17"/>
                    <a:pt x="43" y="19"/>
                    <a:pt x="44" y="18"/>
                  </a:cubicBezTo>
                  <a:cubicBezTo>
                    <a:pt x="44" y="18"/>
                    <a:pt x="43" y="19"/>
                    <a:pt x="43" y="19"/>
                  </a:cubicBezTo>
                  <a:cubicBezTo>
                    <a:pt x="44" y="19"/>
                    <a:pt x="44" y="18"/>
                    <a:pt x="45" y="18"/>
                  </a:cubicBezTo>
                  <a:cubicBezTo>
                    <a:pt x="47" y="18"/>
                    <a:pt x="46" y="21"/>
                    <a:pt x="47" y="21"/>
                  </a:cubicBezTo>
                  <a:cubicBezTo>
                    <a:pt x="49" y="21"/>
                    <a:pt x="51" y="23"/>
                    <a:pt x="52" y="24"/>
                  </a:cubicBezTo>
                  <a:cubicBezTo>
                    <a:pt x="52" y="25"/>
                    <a:pt x="52" y="25"/>
                    <a:pt x="52" y="25"/>
                  </a:cubicBezTo>
                  <a:cubicBezTo>
                    <a:pt x="54" y="24"/>
                    <a:pt x="52" y="28"/>
                    <a:pt x="54" y="25"/>
                  </a:cubicBezTo>
                  <a:cubicBezTo>
                    <a:pt x="54" y="26"/>
                    <a:pt x="54" y="26"/>
                    <a:pt x="54" y="27"/>
                  </a:cubicBezTo>
                  <a:cubicBezTo>
                    <a:pt x="55" y="26"/>
                    <a:pt x="54" y="29"/>
                    <a:pt x="56" y="28"/>
                  </a:cubicBezTo>
                  <a:cubicBezTo>
                    <a:pt x="55" y="28"/>
                    <a:pt x="55" y="28"/>
                    <a:pt x="55" y="28"/>
                  </a:cubicBezTo>
                  <a:cubicBezTo>
                    <a:pt x="55" y="30"/>
                    <a:pt x="57" y="29"/>
                    <a:pt x="57" y="30"/>
                  </a:cubicBezTo>
                  <a:cubicBezTo>
                    <a:pt x="56" y="30"/>
                    <a:pt x="56" y="30"/>
                    <a:pt x="56" y="31"/>
                  </a:cubicBezTo>
                  <a:cubicBezTo>
                    <a:pt x="55" y="32"/>
                    <a:pt x="58" y="29"/>
                    <a:pt x="56" y="31"/>
                  </a:cubicBezTo>
                  <a:cubicBezTo>
                    <a:pt x="56" y="32"/>
                    <a:pt x="57" y="30"/>
                    <a:pt x="57" y="30"/>
                  </a:cubicBezTo>
                  <a:cubicBezTo>
                    <a:pt x="58" y="32"/>
                    <a:pt x="60" y="32"/>
                    <a:pt x="62" y="33"/>
                  </a:cubicBezTo>
                  <a:cubicBezTo>
                    <a:pt x="62" y="35"/>
                    <a:pt x="59" y="37"/>
                    <a:pt x="61" y="36"/>
                  </a:cubicBezTo>
                  <a:cubicBezTo>
                    <a:pt x="61" y="36"/>
                    <a:pt x="62" y="35"/>
                    <a:pt x="62" y="36"/>
                  </a:cubicBezTo>
                  <a:cubicBezTo>
                    <a:pt x="62" y="35"/>
                    <a:pt x="60" y="38"/>
                    <a:pt x="61" y="37"/>
                  </a:cubicBezTo>
                  <a:cubicBezTo>
                    <a:pt x="62" y="36"/>
                    <a:pt x="62" y="37"/>
                    <a:pt x="63" y="36"/>
                  </a:cubicBezTo>
                  <a:cubicBezTo>
                    <a:pt x="62" y="37"/>
                    <a:pt x="62" y="39"/>
                    <a:pt x="63" y="38"/>
                  </a:cubicBezTo>
                  <a:cubicBezTo>
                    <a:pt x="62" y="39"/>
                    <a:pt x="62" y="39"/>
                    <a:pt x="62" y="39"/>
                  </a:cubicBezTo>
                  <a:cubicBezTo>
                    <a:pt x="65" y="37"/>
                    <a:pt x="64" y="39"/>
                    <a:pt x="67" y="37"/>
                  </a:cubicBezTo>
                  <a:cubicBezTo>
                    <a:pt x="70" y="40"/>
                    <a:pt x="74" y="41"/>
                    <a:pt x="77" y="44"/>
                  </a:cubicBezTo>
                  <a:cubicBezTo>
                    <a:pt x="80" y="47"/>
                    <a:pt x="84" y="49"/>
                    <a:pt x="85" y="53"/>
                  </a:cubicBezTo>
                  <a:cubicBezTo>
                    <a:pt x="84" y="55"/>
                    <a:pt x="84" y="55"/>
                    <a:pt x="86" y="55"/>
                  </a:cubicBezTo>
                  <a:cubicBezTo>
                    <a:pt x="85" y="55"/>
                    <a:pt x="85" y="55"/>
                    <a:pt x="85" y="55"/>
                  </a:cubicBezTo>
                  <a:cubicBezTo>
                    <a:pt x="87" y="54"/>
                    <a:pt x="86" y="56"/>
                    <a:pt x="87" y="55"/>
                  </a:cubicBezTo>
                  <a:cubicBezTo>
                    <a:pt x="88" y="56"/>
                    <a:pt x="89" y="56"/>
                    <a:pt x="90" y="57"/>
                  </a:cubicBezTo>
                  <a:cubicBezTo>
                    <a:pt x="90" y="57"/>
                    <a:pt x="89" y="59"/>
                    <a:pt x="89" y="59"/>
                  </a:cubicBezTo>
                  <a:cubicBezTo>
                    <a:pt x="90" y="58"/>
                    <a:pt x="90" y="58"/>
                    <a:pt x="90" y="58"/>
                  </a:cubicBezTo>
                  <a:cubicBezTo>
                    <a:pt x="90" y="58"/>
                    <a:pt x="90" y="58"/>
                    <a:pt x="90" y="58"/>
                  </a:cubicBezTo>
                  <a:cubicBezTo>
                    <a:pt x="90" y="58"/>
                    <a:pt x="91" y="58"/>
                    <a:pt x="91" y="57"/>
                  </a:cubicBezTo>
                  <a:cubicBezTo>
                    <a:pt x="95" y="59"/>
                    <a:pt x="95" y="64"/>
                    <a:pt x="98" y="66"/>
                  </a:cubicBezTo>
                  <a:cubicBezTo>
                    <a:pt x="98" y="68"/>
                    <a:pt x="100" y="68"/>
                    <a:pt x="101" y="68"/>
                  </a:cubicBezTo>
                  <a:cubicBezTo>
                    <a:pt x="101" y="72"/>
                    <a:pt x="101" y="75"/>
                    <a:pt x="105" y="76"/>
                  </a:cubicBezTo>
                  <a:cubicBezTo>
                    <a:pt x="105" y="76"/>
                    <a:pt x="101" y="80"/>
                    <a:pt x="99"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03"/>
            <p:cNvSpPr/>
            <p:nvPr/>
          </p:nvSpPr>
          <p:spPr bwMode="auto">
            <a:xfrm>
              <a:off x="9825038" y="2928938"/>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104"/>
            <p:cNvSpPr/>
            <p:nvPr/>
          </p:nvSpPr>
          <p:spPr bwMode="auto">
            <a:xfrm>
              <a:off x="9840913" y="2978151"/>
              <a:ext cx="3175" cy="3175"/>
            </a:xfrm>
            <a:custGeom>
              <a:avLst/>
              <a:gdLst>
                <a:gd name="T0" fmla="*/ 0 w 1"/>
                <a:gd name="T1" fmla="*/ 0 h 1"/>
                <a:gd name="T2" fmla="*/ 0 w 1"/>
                <a:gd name="T3" fmla="*/ 0 h 1"/>
                <a:gd name="T4" fmla="*/ 0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105"/>
            <p:cNvSpPr/>
            <p:nvPr/>
          </p:nvSpPr>
          <p:spPr bwMode="auto">
            <a:xfrm>
              <a:off x="9844088" y="2981326"/>
              <a:ext cx="4762" cy="7938"/>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106"/>
            <p:cNvSpPr/>
            <p:nvPr/>
          </p:nvSpPr>
          <p:spPr bwMode="auto">
            <a:xfrm>
              <a:off x="9844088" y="3000376"/>
              <a:ext cx="4762" cy="317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107"/>
            <p:cNvSpPr/>
            <p:nvPr/>
          </p:nvSpPr>
          <p:spPr bwMode="auto">
            <a:xfrm>
              <a:off x="9848850" y="2992438"/>
              <a:ext cx="3175"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108"/>
            <p:cNvSpPr/>
            <p:nvPr/>
          </p:nvSpPr>
          <p:spPr bwMode="auto">
            <a:xfrm>
              <a:off x="9859963" y="3008313"/>
              <a:ext cx="3175" cy="3175"/>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0"/>
                    <a:pt x="1" y="1"/>
                  </a:cubicBezTo>
                  <a:cubicBezTo>
                    <a:pt x="1" y="0"/>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109"/>
            <p:cNvSpPr/>
            <p:nvPr/>
          </p:nvSpPr>
          <p:spPr bwMode="auto">
            <a:xfrm>
              <a:off x="9866313" y="3008313"/>
              <a:ext cx="4762" cy="3175"/>
            </a:xfrm>
            <a:custGeom>
              <a:avLst/>
              <a:gdLst>
                <a:gd name="T0" fmla="*/ 1 w 1"/>
                <a:gd name="T1" fmla="*/ 0 h 1"/>
                <a:gd name="T2" fmla="*/ 1 w 1"/>
                <a:gd name="T3" fmla="*/ 0 h 1"/>
                <a:gd name="T4" fmla="*/ 0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1" y="0"/>
                  </a:cubicBezTo>
                  <a:cubicBezTo>
                    <a:pt x="1" y="1"/>
                    <a:pt x="1" y="1"/>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110"/>
            <p:cNvSpPr/>
            <p:nvPr/>
          </p:nvSpPr>
          <p:spPr bwMode="auto">
            <a:xfrm>
              <a:off x="9991725" y="3079751"/>
              <a:ext cx="0" cy="3175"/>
            </a:xfrm>
            <a:custGeom>
              <a:avLst/>
              <a:gdLst>
                <a:gd name="T0" fmla="*/ 2 h 2"/>
                <a:gd name="T1" fmla="*/ 2 h 2"/>
                <a:gd name="T2" fmla="*/ 0 h 2"/>
                <a:gd name="T3" fmla="*/ 2 h 2"/>
              </a:gdLst>
              <a:ahLst/>
              <a:cxnLst>
                <a:cxn ang="0">
                  <a:pos x="0" y="T0"/>
                </a:cxn>
                <a:cxn ang="0">
                  <a:pos x="0" y="T1"/>
                </a:cxn>
                <a:cxn ang="0">
                  <a:pos x="0" y="T2"/>
                </a:cxn>
                <a:cxn ang="0">
                  <a:pos x="0" y="T3"/>
                </a:cxn>
              </a:cxnLst>
              <a:rect l="0" t="0" r="r" b="b"/>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111"/>
            <p:cNvSpPr/>
            <p:nvPr/>
          </p:nvSpPr>
          <p:spPr bwMode="auto">
            <a:xfrm>
              <a:off x="10036175" y="3121026"/>
              <a:ext cx="3175" cy="6350"/>
            </a:xfrm>
            <a:custGeom>
              <a:avLst/>
              <a:gdLst>
                <a:gd name="T0" fmla="*/ 0 w 1"/>
                <a:gd name="T1" fmla="*/ 1 h 2"/>
                <a:gd name="T2" fmla="*/ 0 w 1"/>
                <a:gd name="T3" fmla="*/ 2 h 2"/>
                <a:gd name="T4" fmla="*/ 0 w 1"/>
                <a:gd name="T5" fmla="*/ 1 h 2"/>
              </a:gdLst>
              <a:ahLst/>
              <a:cxnLst>
                <a:cxn ang="0">
                  <a:pos x="T0" y="T1"/>
                </a:cxn>
                <a:cxn ang="0">
                  <a:pos x="T2" y="T3"/>
                </a:cxn>
                <a:cxn ang="0">
                  <a:pos x="T4" y="T5"/>
                </a:cxn>
              </a:cxnLst>
              <a:rect l="0" t="0" r="r" b="b"/>
              <a:pathLst>
                <a:path w="1" h="2">
                  <a:moveTo>
                    <a:pt x="0" y="1"/>
                  </a:moveTo>
                  <a:cubicBezTo>
                    <a:pt x="1" y="0"/>
                    <a:pt x="0" y="1"/>
                    <a:pt x="0" y="2"/>
                  </a:cubicBezTo>
                  <a:cubicBezTo>
                    <a:pt x="0"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112"/>
            <p:cNvSpPr/>
            <p:nvPr/>
          </p:nvSpPr>
          <p:spPr bwMode="auto">
            <a:xfrm>
              <a:off x="10074275" y="3127376"/>
              <a:ext cx="3175" cy="7938"/>
            </a:xfrm>
            <a:custGeom>
              <a:avLst/>
              <a:gdLst>
                <a:gd name="T0" fmla="*/ 0 w 2"/>
                <a:gd name="T1" fmla="*/ 5 h 5"/>
                <a:gd name="T2" fmla="*/ 0 w 2"/>
                <a:gd name="T3" fmla="*/ 5 h 5"/>
                <a:gd name="T4" fmla="*/ 2 w 2"/>
                <a:gd name="T5" fmla="*/ 0 h 5"/>
                <a:gd name="T6" fmla="*/ 0 w 2"/>
                <a:gd name="T7" fmla="*/ 5 h 5"/>
              </a:gdLst>
              <a:ahLst/>
              <a:cxnLst>
                <a:cxn ang="0">
                  <a:pos x="T0" y="T1"/>
                </a:cxn>
                <a:cxn ang="0">
                  <a:pos x="T2" y="T3"/>
                </a:cxn>
                <a:cxn ang="0">
                  <a:pos x="T4" y="T5"/>
                </a:cxn>
                <a:cxn ang="0">
                  <a:pos x="T6" y="T7"/>
                </a:cxn>
              </a:cxnLst>
              <a:rect l="0" t="0" r="r" b="b"/>
              <a:pathLst>
                <a:path w="2" h="5">
                  <a:moveTo>
                    <a:pt x="0" y="5"/>
                  </a:moveTo>
                  <a:lnTo>
                    <a:pt x="0" y="5"/>
                  </a:lnTo>
                  <a:lnTo>
                    <a:pt x="2"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image" Target="../media/image1.jpeg"/><Relationship Id="rId2" Type="http://schemas.openxmlformats.org/officeDocument/2006/relationships/slideLayout" Target="../slideLayouts/slideLayout47.xml"/><Relationship Id="rId16" Type="http://schemas.openxmlformats.org/officeDocument/2006/relationships/theme" Target="../theme/theme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image" Target="../media/image1.jpeg"/><Relationship Id="rId2" Type="http://schemas.openxmlformats.org/officeDocument/2006/relationships/slideLayout" Target="../slideLayouts/slideLayout62.xml"/><Relationship Id="rId16" Type="http://schemas.openxmlformats.org/officeDocument/2006/relationships/theme" Target="../theme/theme5.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image" Target="../media/image1.jpeg"/><Relationship Id="rId2" Type="http://schemas.openxmlformats.org/officeDocument/2006/relationships/slideLayout" Target="../slideLayouts/slideLayout77.xml"/><Relationship Id="rId16" Type="http://schemas.openxmlformats.org/officeDocument/2006/relationships/theme" Target="../theme/theme6.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DEDD8-47E5-40CD-8AC1-B7EC532D1F43}" type="slidenum">
              <a:rPr lang="zh-CN" altLang="en-US" smtClean="0"/>
              <a:t>‹#›</a:t>
            </a:fld>
            <a:endParaRPr lang="zh-CN" altLang="en-US"/>
          </a:p>
        </p:txBody>
      </p:sp>
      <p:pic>
        <p:nvPicPr>
          <p:cNvPr id="7" name="图片 6"/>
          <p:cNvPicPr>
            <a:picLocks noChangeAspect="1"/>
          </p:cNvPicPr>
          <p:nvPr userDrawn="1"/>
        </p:nvPicPr>
        <p:blipFill rotWithShape="1">
          <a:blip r:embed="rId17"/>
          <a:srcRect t="4200" b="21943"/>
          <a:stretch>
            <a:fillRect/>
          </a:stretch>
        </p:blipFill>
        <p:spPr>
          <a:xfrm>
            <a:off x="0" y="1"/>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DEDD8-47E5-40CD-8AC1-B7EC532D1F43}" type="slidenum">
              <a:rPr lang="zh-CN" altLang="en-US" smtClean="0"/>
              <a:t>‹#›</a:t>
            </a:fld>
            <a:endParaRPr lang="zh-CN" altLang="en-US"/>
          </a:p>
        </p:txBody>
      </p:sp>
      <p:pic>
        <p:nvPicPr>
          <p:cNvPr id="7" name="图片 6"/>
          <p:cNvPicPr>
            <a:picLocks noChangeAspect="1"/>
          </p:cNvPicPr>
          <p:nvPr userDrawn="1"/>
        </p:nvPicPr>
        <p:blipFill rotWithShape="1">
          <a:blip r:embed="rId17"/>
          <a:srcRect t="4200" b="21943"/>
          <a:stretch>
            <a:fillRect/>
          </a:stretch>
        </p:blipFill>
        <p:spPr>
          <a:xfrm>
            <a:off x="0" y="1"/>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DEDD8-47E5-40CD-8AC1-B7EC532D1F43}" type="slidenum">
              <a:rPr lang="zh-CN" altLang="en-US" smtClean="0"/>
              <a:t>‹#›</a:t>
            </a:fld>
            <a:endParaRPr lang="zh-CN" altLang="en-US"/>
          </a:p>
        </p:txBody>
      </p:sp>
      <p:pic>
        <p:nvPicPr>
          <p:cNvPr id="7" name="图片 6"/>
          <p:cNvPicPr>
            <a:picLocks noChangeAspect="1"/>
          </p:cNvPicPr>
          <p:nvPr userDrawn="1"/>
        </p:nvPicPr>
        <p:blipFill rotWithShape="1">
          <a:blip r:embed="rId17"/>
          <a:srcRect t="4200" b="21943"/>
          <a:stretch>
            <a:fillRect/>
          </a:stretch>
        </p:blipFill>
        <p:spPr>
          <a:xfrm>
            <a:off x="0" y="1"/>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DEDD8-47E5-40CD-8AC1-B7EC532D1F43}" type="slidenum">
              <a:rPr lang="zh-CN" altLang="en-US" smtClean="0"/>
              <a:t>‹#›</a:t>
            </a:fld>
            <a:endParaRPr lang="zh-CN" altLang="en-US"/>
          </a:p>
        </p:txBody>
      </p:sp>
      <p:pic>
        <p:nvPicPr>
          <p:cNvPr id="7" name="图片 6"/>
          <p:cNvPicPr>
            <a:picLocks noChangeAspect="1"/>
          </p:cNvPicPr>
          <p:nvPr userDrawn="1"/>
        </p:nvPicPr>
        <p:blipFill rotWithShape="1">
          <a:blip r:embed="rId17"/>
          <a:srcRect t="4200" b="21943"/>
          <a:stretch>
            <a:fillRect/>
          </a:stretch>
        </p:blipFill>
        <p:spPr>
          <a:xfrm>
            <a:off x="0" y="1"/>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DEDD8-47E5-40CD-8AC1-B7EC532D1F43}" type="slidenum">
              <a:rPr lang="zh-CN" altLang="en-US" smtClean="0"/>
              <a:t>‹#›</a:t>
            </a:fld>
            <a:endParaRPr lang="zh-CN" altLang="en-US"/>
          </a:p>
        </p:txBody>
      </p:sp>
      <p:pic>
        <p:nvPicPr>
          <p:cNvPr id="7" name="图片 6"/>
          <p:cNvPicPr>
            <a:picLocks noChangeAspect="1"/>
          </p:cNvPicPr>
          <p:nvPr userDrawn="1"/>
        </p:nvPicPr>
        <p:blipFill rotWithShape="1">
          <a:blip r:embed="rId17"/>
          <a:srcRect t="4200" b="21943"/>
          <a:stretch>
            <a:fillRect/>
          </a:stretch>
        </p:blipFill>
        <p:spPr>
          <a:xfrm>
            <a:off x="0" y="1"/>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A1950-F7E6-43C5-A5BF-EB390E6CAC77}" type="datetimeFigureOut">
              <a:rPr lang="zh-CN" altLang="en-US" smtClean="0"/>
              <a:t>2020/12/30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DEDD8-47E5-40CD-8AC1-B7EC532D1F43}" type="slidenum">
              <a:rPr lang="zh-CN" altLang="en-US" smtClean="0"/>
              <a:t>‹#›</a:t>
            </a:fld>
            <a:endParaRPr lang="zh-CN" altLang="en-US"/>
          </a:p>
        </p:txBody>
      </p:sp>
      <p:pic>
        <p:nvPicPr>
          <p:cNvPr id="7" name="图片 6"/>
          <p:cNvPicPr>
            <a:picLocks noChangeAspect="1"/>
          </p:cNvPicPr>
          <p:nvPr userDrawn="1"/>
        </p:nvPicPr>
        <p:blipFill rotWithShape="1">
          <a:blip r:embed="rId17"/>
          <a:srcRect t="4200" b="21943"/>
          <a:stretch>
            <a:fillRect/>
          </a:stretch>
        </p:blipFill>
        <p:spPr>
          <a:xfrm>
            <a:off x="0" y="1"/>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4.pn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notesSlide" Target="../notesSlides/notesSlide1.xml"/><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2.svg"/><Relationship Id="rId5" Type="http://schemas.openxmlformats.org/officeDocument/2006/relationships/image" Target="../media/image7.pn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6.svg"/><Relationship Id="rId9" Type="http://schemas.openxmlformats.org/officeDocument/2006/relationships/image" Target="../media/image10.sv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6.jpeg"/><Relationship Id="rId4" Type="http://schemas.openxmlformats.org/officeDocument/2006/relationships/image" Target="../media/image2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34.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50.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50.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44.sv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51.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6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82.xml"/><Relationship Id="rId5" Type="http://schemas.openxmlformats.org/officeDocument/2006/relationships/image" Target="../media/image75.png"/><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2.xml"/></Relationships>
</file>

<file path=ppt/slides/_rels/slide34.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4.png"/><Relationship Id="rId12"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3.png"/><Relationship Id="rId5" Type="http://schemas.openxmlformats.org/officeDocument/2006/relationships/image" Target="../media/image44.svg"/><Relationship Id="rId10" Type="http://schemas.openxmlformats.org/officeDocument/2006/relationships/image" Target="../media/image11.png"/><Relationship Id="rId4" Type="http://schemas.openxmlformats.org/officeDocument/2006/relationships/image" Target="../media/image43.png"/><Relationship Id="rId9" Type="http://schemas.openxmlformats.org/officeDocument/2006/relationships/image" Target="../media/image77.svg"/><Relationship Id="rId1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形 1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5787" y="758686"/>
            <a:ext cx="763588" cy="763588"/>
          </a:xfrm>
          <a:prstGeom prst="rect">
            <a:avLst/>
          </a:prstGeom>
        </p:spPr>
      </p:pic>
      <p:pic>
        <p:nvPicPr>
          <p:cNvPr id="11" name="图形 1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32974" y="1886739"/>
            <a:ext cx="1203326" cy="970424"/>
          </a:xfrm>
          <a:prstGeom prst="rect">
            <a:avLst/>
          </a:prstGeom>
        </p:spPr>
      </p:pic>
      <p:sp>
        <p:nvSpPr>
          <p:cNvPr id="12" name="文本框 11"/>
          <p:cNvSpPr txBox="1"/>
          <p:nvPr/>
        </p:nvSpPr>
        <p:spPr>
          <a:xfrm>
            <a:off x="6130071" y="1841500"/>
            <a:ext cx="3230880" cy="1014730"/>
          </a:xfrm>
          <a:prstGeom prst="rect">
            <a:avLst/>
          </a:prstGeom>
          <a:noFill/>
        </p:spPr>
        <p:txBody>
          <a:bodyPr wrap="none" rtlCol="0">
            <a:spAutoFit/>
          </a:bodyPr>
          <a:lstStyle/>
          <a:p>
            <a:r>
              <a:rPr lang="zh-CN" altLang="en-US" sz="6000" dirty="0">
                <a:blipFill>
                  <a:blip r:embed="rId7"/>
                  <a:stretch>
                    <a:fillRect/>
                  </a:stretch>
                </a:blipFill>
                <a:latin typeface="方正综艺简体" panose="02010601030101010101" pitchFamily="2" charset="-122"/>
                <a:ea typeface="方正综艺简体" panose="02010601030101010101" pitchFamily="2" charset="-122"/>
              </a:rPr>
              <a:t>百业要兴</a:t>
            </a:r>
          </a:p>
        </p:txBody>
      </p:sp>
      <p:sp>
        <p:nvSpPr>
          <p:cNvPr id="13" name="文本框 12"/>
          <p:cNvSpPr txBox="1"/>
          <p:nvPr/>
        </p:nvSpPr>
        <p:spPr>
          <a:xfrm>
            <a:off x="8047771" y="3111668"/>
            <a:ext cx="3230880" cy="1014730"/>
          </a:xfrm>
          <a:prstGeom prst="rect">
            <a:avLst/>
          </a:prstGeom>
          <a:noFill/>
        </p:spPr>
        <p:txBody>
          <a:bodyPr wrap="none" rtlCol="0">
            <a:spAutoFit/>
          </a:bodyPr>
          <a:lstStyle/>
          <a:p>
            <a:r>
              <a:rPr lang="zh-CN" altLang="en-US" sz="6000" dirty="0">
                <a:blipFill>
                  <a:blip r:embed="rId7"/>
                  <a:stretch>
                    <a:fillRect/>
                  </a:stretch>
                </a:blipFill>
                <a:latin typeface="方正综艺简体" panose="02010601030101010101" pitchFamily="2" charset="-122"/>
                <a:ea typeface="方正综艺简体" panose="02010601030101010101" pitchFamily="2" charset="-122"/>
              </a:rPr>
              <a:t>环保先行</a:t>
            </a:r>
          </a:p>
        </p:txBody>
      </p:sp>
      <p:pic>
        <p:nvPicPr>
          <p:cNvPr id="14" name="图形 13"/>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07163" y="2973516"/>
            <a:ext cx="1201737" cy="1153815"/>
          </a:xfrm>
          <a:prstGeom prst="rect">
            <a:avLst/>
          </a:prstGeom>
        </p:spPr>
      </p:pic>
      <p:pic>
        <p:nvPicPr>
          <p:cNvPr id="19" name="图形 18"/>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466762" y="3803481"/>
            <a:ext cx="581025" cy="647700"/>
          </a:xfrm>
          <a:prstGeom prst="rect">
            <a:avLst/>
          </a:prstGeom>
        </p:spPr>
      </p:pic>
      <p:pic>
        <p:nvPicPr>
          <p:cNvPr id="20" name="图形 19"/>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976224" y="2124834"/>
            <a:ext cx="981075" cy="533400"/>
          </a:xfrm>
          <a:prstGeom prst="rect">
            <a:avLst/>
          </a:prstGeom>
        </p:spPr>
      </p:pic>
      <p:sp>
        <p:nvSpPr>
          <p:cNvPr id="30" name="文本框 29"/>
          <p:cNvSpPr txBox="1"/>
          <p:nvPr/>
        </p:nvSpPr>
        <p:spPr>
          <a:xfrm>
            <a:off x="8502148" y="4370090"/>
            <a:ext cx="3484880" cy="398780"/>
          </a:xfrm>
          <a:prstGeom prst="rect">
            <a:avLst/>
          </a:prstGeom>
          <a:noFill/>
        </p:spPr>
        <p:txBody>
          <a:bodyPr wrap="none" rtlCol="0">
            <a:spAutoFit/>
          </a:bodyPr>
          <a:lstStyle/>
          <a:p>
            <a:r>
              <a:rPr lang="en-US" altLang="zh-CN" sz="2000" dirty="0"/>
              <a:t>————</a:t>
            </a:r>
            <a:r>
              <a:rPr lang="zh-CN" altLang="en-US" sz="2000" dirty="0"/>
              <a:t>环保大数据价值分析</a:t>
            </a:r>
          </a:p>
        </p:txBody>
      </p:sp>
      <p:sp>
        <p:nvSpPr>
          <p:cNvPr id="31" name="文本框 30"/>
          <p:cNvSpPr txBox="1"/>
          <p:nvPr/>
        </p:nvSpPr>
        <p:spPr>
          <a:xfrm>
            <a:off x="7173436" y="5442098"/>
            <a:ext cx="3571875" cy="922020"/>
          </a:xfrm>
          <a:prstGeom prst="rect">
            <a:avLst/>
          </a:prstGeom>
          <a:noFill/>
        </p:spPr>
        <p:txBody>
          <a:bodyPr wrap="none" rtlCol="0">
            <a:spAutoFit/>
          </a:bodyPr>
          <a:lstStyle/>
          <a:p>
            <a:r>
              <a:rPr lang="zh-CN" altLang="en-US" dirty="0"/>
              <a:t>班级：统本大数据</a:t>
            </a:r>
            <a:r>
              <a:rPr lang="en-US" altLang="zh-CN" dirty="0"/>
              <a:t>1802</a:t>
            </a:r>
            <a:r>
              <a:rPr lang="zh-CN" altLang="en-US" dirty="0"/>
              <a:t>班  </a:t>
            </a:r>
          </a:p>
          <a:p>
            <a:r>
              <a:rPr lang="zh-CN" altLang="en-US" dirty="0"/>
              <a:t>时间：</a:t>
            </a:r>
            <a:r>
              <a:rPr lang="en-US" altLang="zh-CN" dirty="0"/>
              <a:t>2020.12</a:t>
            </a:r>
          </a:p>
          <a:p>
            <a:r>
              <a:rPr lang="zh-CN" altLang="en-US" dirty="0"/>
              <a:t>成员：刘嘉玲 张佳琳 柴可欣 蔡杨</a:t>
            </a:r>
          </a:p>
        </p:txBody>
      </p:sp>
      <p:grpSp>
        <p:nvGrpSpPr>
          <p:cNvPr id="33" name="组合 32"/>
          <p:cNvGrpSpPr/>
          <p:nvPr/>
        </p:nvGrpSpPr>
        <p:grpSpPr>
          <a:xfrm>
            <a:off x="10884464" y="5702172"/>
            <a:ext cx="627521" cy="401735"/>
            <a:chOff x="10682682" y="5470524"/>
            <a:chExt cx="1334089" cy="854076"/>
          </a:xfrm>
        </p:grpSpPr>
        <p:pic>
          <p:nvPicPr>
            <p:cNvPr id="16" name="图形 15"/>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19154618">
              <a:off x="11162695" y="5470524"/>
              <a:ext cx="854076" cy="854076"/>
            </a:xfrm>
            <a:prstGeom prst="rect">
              <a:avLst/>
            </a:prstGeom>
          </p:spPr>
        </p:pic>
        <p:pic>
          <p:nvPicPr>
            <p:cNvPr id="32" name="图形 3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6200000">
              <a:off x="11139555" y="5382465"/>
              <a:ext cx="117339" cy="1031085"/>
            </a:xfrm>
            <a:prstGeom prst="rect">
              <a:avLst/>
            </a:prstGeom>
          </p:spPr>
        </p:pic>
      </p:grpSp>
      <p:pic>
        <p:nvPicPr>
          <p:cNvPr id="2" name="图片 1"/>
          <p:cNvPicPr>
            <a:picLocks noChangeAspect="1"/>
          </p:cNvPicPr>
          <p:nvPr/>
        </p:nvPicPr>
        <p:blipFill>
          <a:blip r:embed="rId18"/>
          <a:stretch>
            <a:fillRect/>
          </a:stretch>
        </p:blipFill>
        <p:spPr>
          <a:xfrm>
            <a:off x="663513" y="1040668"/>
            <a:ext cx="5114987" cy="515766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649"/>
                            </p:stCondLst>
                            <p:childTnLst>
                              <p:par>
                                <p:cTn id="10" presetID="2" presetClass="entr" presetSubtype="2" fill="hold" nodeType="afterEffect">
                                  <p:stCondLst>
                                    <p:cond delay="0"/>
                                  </p:stCondLst>
                                  <p:iterate type="lt">
                                    <p:tmPct val="10000"/>
                                  </p:iterate>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1149"/>
                            </p:stCondLst>
                            <p:childTnLst>
                              <p:par>
                                <p:cTn id="15" presetID="2" presetClass="entr" presetSubtype="2" fill="hold" grpId="0" nodeType="afterEffect">
                                  <p:stCondLst>
                                    <p:cond delay="0"/>
                                  </p:stCondLst>
                                  <p:iterate type="lt">
                                    <p:tmPct val="10000"/>
                                  </p:iterate>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par>
                          <p:cTn id="19" fill="hold">
                            <p:stCondLst>
                              <p:cond delay="1799"/>
                            </p:stCondLst>
                            <p:childTnLst>
                              <p:par>
                                <p:cTn id="20" presetID="2" presetClass="entr" presetSubtype="2" fill="hold" nodeType="afterEffect">
                                  <p:stCondLst>
                                    <p:cond delay="0"/>
                                  </p:stCondLst>
                                  <p:iterate type="lt">
                                    <p:tmPct val="10000"/>
                                  </p:iterate>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1+#ppt_w/2"/>
                                          </p:val>
                                        </p:tav>
                                        <p:tav tm="100000">
                                          <p:val>
                                            <p:strVal val="#ppt_x"/>
                                          </p:val>
                                        </p:tav>
                                      </p:tavLst>
                                    </p:anim>
                                    <p:anim calcmode="lin" valueType="num">
                                      <p:cBhvr additive="base">
                                        <p:cTn id="23" dur="500" fill="hold"/>
                                        <p:tgtEl>
                                          <p:spTgt spid="14"/>
                                        </p:tgtEl>
                                        <p:attrNameLst>
                                          <p:attrName>ppt_y</p:attrName>
                                        </p:attrNameLst>
                                      </p:cBhvr>
                                      <p:tavLst>
                                        <p:tav tm="0">
                                          <p:val>
                                            <p:strVal val="#ppt_y"/>
                                          </p:val>
                                        </p:tav>
                                        <p:tav tm="100000">
                                          <p:val>
                                            <p:strVal val="#ppt_y"/>
                                          </p:val>
                                        </p:tav>
                                      </p:tavLst>
                                    </p:anim>
                                  </p:childTnLst>
                                </p:cTn>
                              </p:par>
                            </p:childTnLst>
                          </p:cTn>
                        </p:par>
                        <p:par>
                          <p:cTn id="24" fill="hold">
                            <p:stCondLst>
                              <p:cond delay="2299"/>
                            </p:stCondLst>
                            <p:childTnLst>
                              <p:par>
                                <p:cTn id="25" presetID="2" presetClass="entr" presetSubtype="2" fill="hold" nodeType="afterEffect">
                                  <p:stCondLst>
                                    <p:cond delay="0"/>
                                  </p:stCondLst>
                                  <p:iterate type="lt">
                                    <p:tmPct val="10000"/>
                                  </p:iterate>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1+#ppt_w/2"/>
                                          </p:val>
                                        </p:tav>
                                        <p:tav tm="100000">
                                          <p:val>
                                            <p:strVal val="#ppt_x"/>
                                          </p:val>
                                        </p:tav>
                                      </p:tavLst>
                                    </p:anim>
                                    <p:anim calcmode="lin" valueType="num">
                                      <p:cBhvr additive="base">
                                        <p:cTn id="28" dur="500" fill="hold"/>
                                        <p:tgtEl>
                                          <p:spTgt spid="15"/>
                                        </p:tgtEl>
                                        <p:attrNameLst>
                                          <p:attrName>ppt_y</p:attrName>
                                        </p:attrNameLst>
                                      </p:cBhvr>
                                      <p:tavLst>
                                        <p:tav tm="0">
                                          <p:val>
                                            <p:strVal val="#ppt_y"/>
                                          </p:val>
                                        </p:tav>
                                        <p:tav tm="100000">
                                          <p:val>
                                            <p:strVal val="#ppt_y"/>
                                          </p:val>
                                        </p:tav>
                                      </p:tavLst>
                                    </p:anim>
                                  </p:childTnLst>
                                </p:cTn>
                              </p:par>
                            </p:childTnLst>
                          </p:cTn>
                        </p:par>
                        <p:par>
                          <p:cTn id="29" fill="hold">
                            <p:stCondLst>
                              <p:cond delay="2800"/>
                            </p:stCondLst>
                            <p:childTnLst>
                              <p:par>
                                <p:cTn id="30" presetID="10" presetClass="entr" presetSubtype="0" fill="hold" grpId="0"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childTnLst>
                          </p:cTn>
                        </p:par>
                        <p:par>
                          <p:cTn id="33" fill="hold">
                            <p:stCondLst>
                              <p:cond delay="3300"/>
                            </p:stCondLst>
                            <p:childTnLst>
                              <p:par>
                                <p:cTn id="34" presetID="10" presetClass="entr" presetSubtype="0" fill="hold" grpId="0" nodeType="after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childTnLst>
                          </p:cTn>
                        </p:par>
                        <p:par>
                          <p:cTn id="37" fill="hold">
                            <p:stCondLst>
                              <p:cond delay="3800"/>
                            </p:stCondLst>
                            <p:childTnLst>
                              <p:par>
                                <p:cTn id="38" presetID="12" presetClass="entr" presetSubtype="8" fill="hold" nodeType="after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500"/>
                                        <p:tgtEl>
                                          <p:spTgt spid="33"/>
                                        </p:tgtEl>
                                        <p:attrNameLst>
                                          <p:attrName>ppt_x</p:attrName>
                                        </p:attrNameLst>
                                      </p:cBhvr>
                                      <p:tavLst>
                                        <p:tav tm="0">
                                          <p:val>
                                            <p:strVal val="#ppt_x-#ppt_w*1.125000"/>
                                          </p:val>
                                        </p:tav>
                                        <p:tav tm="100000">
                                          <p:val>
                                            <p:strVal val="#ppt_x"/>
                                          </p:val>
                                        </p:tav>
                                      </p:tavLst>
                                    </p:anim>
                                    <p:animEffect transition="in" filter="wipe(right)">
                                      <p:cBhvr>
                                        <p:cTn id="4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30" grpId="0"/>
      <p:bldP spid="3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a:stretch>
            <a:fillRect/>
          </a:stretch>
        </p:blipFill>
        <p:spPr>
          <a:xfrm>
            <a:off x="-188973" y="851910"/>
            <a:ext cx="6535478" cy="6005080"/>
          </a:xfrm>
          <a:prstGeom prst="rect">
            <a:avLst/>
          </a:prstGeom>
        </p:spPr>
      </p:pic>
      <p:sp>
        <p:nvSpPr>
          <p:cNvPr id="6" name="文本框 5"/>
          <p:cNvSpPr txBox="1"/>
          <p:nvPr/>
        </p:nvSpPr>
        <p:spPr>
          <a:xfrm>
            <a:off x="2296416" y="2195184"/>
            <a:ext cx="1614545" cy="2308324"/>
          </a:xfrm>
          <a:prstGeom prst="rect">
            <a:avLst/>
          </a:prstGeom>
          <a:noFill/>
        </p:spPr>
        <p:txBody>
          <a:bodyPr wrap="none" rtlCol="0">
            <a:spAutoFit/>
          </a:bodyPr>
          <a:lstStyle/>
          <a:p>
            <a:r>
              <a:rPr lang="zh-CN" altLang="en-US" sz="7200" b="1" dirty="0">
                <a:ln>
                  <a:solidFill>
                    <a:srgbClr val="0F863B"/>
                  </a:solidFill>
                </a:ln>
                <a:solidFill>
                  <a:schemeClr val="bg1"/>
                </a:solidFill>
                <a:effectLst>
                  <a:outerShdw blurRad="38100" dist="38100" dir="2700000" algn="tl">
                    <a:srgbClr val="000000">
                      <a:alpha val="43137"/>
                    </a:srgbClr>
                  </a:outerShdw>
                </a:effectLst>
              </a:rPr>
              <a:t>目</a:t>
            </a:r>
            <a:endParaRPr lang="en-US" altLang="zh-CN" sz="7200" b="1" dirty="0">
              <a:ln>
                <a:solidFill>
                  <a:srgbClr val="0F863B"/>
                </a:solidFill>
              </a:ln>
              <a:solidFill>
                <a:schemeClr val="bg1"/>
              </a:solidFill>
              <a:effectLst>
                <a:outerShdw blurRad="38100" dist="38100" dir="2700000" algn="tl">
                  <a:srgbClr val="000000">
                    <a:alpha val="43137"/>
                  </a:srgbClr>
                </a:outerShdw>
              </a:effectLst>
            </a:endParaRPr>
          </a:p>
          <a:p>
            <a:r>
              <a:rPr lang="zh-CN" altLang="en-US" sz="7200" b="1" dirty="0">
                <a:ln>
                  <a:solidFill>
                    <a:srgbClr val="0F863B"/>
                  </a:solidFill>
                </a:ln>
                <a:solidFill>
                  <a:schemeClr val="bg1"/>
                </a:solidFill>
                <a:effectLst>
                  <a:outerShdw blurRad="38100" dist="38100" dir="2700000" algn="tl">
                    <a:srgbClr val="000000">
                      <a:alpha val="43137"/>
                    </a:srgbClr>
                  </a:outerShdw>
                </a:effectLst>
              </a:rPr>
              <a:t>  录</a:t>
            </a:r>
          </a:p>
        </p:txBody>
      </p:sp>
      <p:pic>
        <p:nvPicPr>
          <p:cNvPr id="7" name="图形 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50342" y="1611375"/>
            <a:ext cx="676275" cy="762000"/>
          </a:xfrm>
          <a:prstGeom prst="rect">
            <a:avLst/>
          </a:prstGeom>
        </p:spPr>
      </p:pic>
      <p:sp>
        <p:nvSpPr>
          <p:cNvPr id="8" name="文本框 7"/>
          <p:cNvSpPr txBox="1"/>
          <p:nvPr/>
        </p:nvSpPr>
        <p:spPr>
          <a:xfrm>
            <a:off x="8092459" y="1548853"/>
            <a:ext cx="4099541" cy="645160"/>
          </a:xfrm>
          <a:prstGeom prst="rect">
            <a:avLst/>
          </a:prstGeom>
          <a:noFill/>
        </p:spPr>
        <p:txBody>
          <a:bodyPr wrap="square" rtlCol="0">
            <a:spAutoFit/>
          </a:bodyPr>
          <a:lstStyle/>
          <a:p>
            <a:r>
              <a:rPr lang="zh-CN" altLang="en-US" sz="3600" b="1" dirty="0">
                <a:solidFill>
                  <a:schemeClr val="tx1">
                    <a:lumMod val="75000"/>
                    <a:lumOff val="25000"/>
                  </a:schemeClr>
                </a:solidFill>
                <a:latin typeface="方正静蕾简体" panose="02000000000000000000" pitchFamily="2" charset="-122"/>
                <a:ea typeface="方正静蕾简体" panose="02000000000000000000" pitchFamily="2" charset="-122"/>
              </a:rPr>
              <a:t>背景介绍</a:t>
            </a:r>
          </a:p>
        </p:txBody>
      </p:sp>
      <p:sp>
        <p:nvSpPr>
          <p:cNvPr id="9" name="文本框 8"/>
          <p:cNvSpPr txBox="1"/>
          <p:nvPr/>
        </p:nvSpPr>
        <p:spPr>
          <a:xfrm>
            <a:off x="8080563" y="2561887"/>
            <a:ext cx="4111437" cy="645160"/>
          </a:xfrm>
          <a:prstGeom prst="rect">
            <a:avLst/>
          </a:prstGeom>
          <a:noFill/>
        </p:spPr>
        <p:txBody>
          <a:bodyPr wrap="square" rtlCol="0">
            <a:spAutoFit/>
          </a:bodyPr>
          <a:lstStyle/>
          <a:p>
            <a:r>
              <a:rPr lang="zh-CN" altLang="en-US" sz="3600" b="1" dirty="0">
                <a:solidFill>
                  <a:schemeClr val="tx1">
                    <a:lumMod val="75000"/>
                    <a:lumOff val="25000"/>
                  </a:schemeClr>
                </a:solidFill>
                <a:latin typeface="方正静蕾简体" panose="02000000000000000000" pitchFamily="2" charset="-122"/>
                <a:ea typeface="方正静蕾简体" panose="02000000000000000000" pitchFamily="2" charset="-122"/>
              </a:rPr>
              <a:t>数据说明</a:t>
            </a:r>
          </a:p>
        </p:txBody>
      </p:sp>
      <p:sp>
        <p:nvSpPr>
          <p:cNvPr id="10" name="文本框 9"/>
          <p:cNvSpPr txBox="1"/>
          <p:nvPr/>
        </p:nvSpPr>
        <p:spPr>
          <a:xfrm>
            <a:off x="8092459" y="3574921"/>
            <a:ext cx="4099541" cy="645160"/>
          </a:xfrm>
          <a:prstGeom prst="rect">
            <a:avLst/>
          </a:prstGeom>
          <a:noFill/>
        </p:spPr>
        <p:txBody>
          <a:bodyPr wrap="square" rtlCol="0">
            <a:spAutoFit/>
          </a:bodyPr>
          <a:lstStyle/>
          <a:p>
            <a:r>
              <a:rPr lang="zh-CN" altLang="en-US" sz="3600" b="1" dirty="0">
                <a:solidFill>
                  <a:schemeClr val="tx1">
                    <a:lumMod val="75000"/>
                    <a:lumOff val="25000"/>
                  </a:schemeClr>
                </a:solidFill>
                <a:latin typeface="方正静蕾简体" panose="02000000000000000000" pitchFamily="2" charset="-122"/>
                <a:ea typeface="方正静蕾简体" panose="02000000000000000000" pitchFamily="2" charset="-122"/>
              </a:rPr>
              <a:t>描述分析</a:t>
            </a:r>
          </a:p>
        </p:txBody>
      </p:sp>
      <p:sp>
        <p:nvSpPr>
          <p:cNvPr id="11" name="文本框 10"/>
          <p:cNvSpPr txBox="1"/>
          <p:nvPr/>
        </p:nvSpPr>
        <p:spPr>
          <a:xfrm>
            <a:off x="8080563" y="4594381"/>
            <a:ext cx="4111437" cy="645160"/>
          </a:xfrm>
          <a:prstGeom prst="rect">
            <a:avLst/>
          </a:prstGeom>
          <a:noFill/>
        </p:spPr>
        <p:txBody>
          <a:bodyPr wrap="square" rtlCol="0">
            <a:spAutoFit/>
          </a:bodyPr>
          <a:lstStyle/>
          <a:p>
            <a:r>
              <a:rPr lang="zh-CN" altLang="en-US" sz="3600" b="1" dirty="0">
                <a:solidFill>
                  <a:schemeClr val="tx1">
                    <a:lumMod val="75000"/>
                    <a:lumOff val="25000"/>
                  </a:schemeClr>
                </a:solidFill>
                <a:latin typeface="方正静蕾简体" panose="02000000000000000000" pitchFamily="2" charset="-122"/>
                <a:ea typeface="方正静蕾简体" panose="02000000000000000000" pitchFamily="2" charset="-122"/>
              </a:rPr>
              <a:t>模型预测与优化</a:t>
            </a:r>
          </a:p>
        </p:txBody>
      </p:sp>
      <p:sp>
        <p:nvSpPr>
          <p:cNvPr id="12" name="文本框 11"/>
          <p:cNvSpPr txBox="1"/>
          <p:nvPr/>
        </p:nvSpPr>
        <p:spPr>
          <a:xfrm flipH="1">
            <a:off x="7624237" y="1594149"/>
            <a:ext cx="377222" cy="555738"/>
          </a:xfrm>
          <a:prstGeom prst="rect">
            <a:avLst/>
          </a:prstGeom>
          <a:noFill/>
        </p:spPr>
        <p:txBody>
          <a:bodyPr wrap="square" rtlCol="0">
            <a:spAutoFit/>
          </a:bodyPr>
          <a:lstStyle>
            <a:defPPr>
              <a:defRPr lang="zh-CN"/>
            </a:defPPr>
            <a:lvl1pPr>
              <a:defRPr sz="3600" b="1">
                <a:solidFill>
                  <a:schemeClr val="tx1">
                    <a:lumMod val="75000"/>
                    <a:lumOff val="25000"/>
                  </a:schemeClr>
                </a:solidFill>
                <a:latin typeface="方正静蕾简体" panose="02000000000000000000" pitchFamily="2" charset="-122"/>
                <a:ea typeface="方正静蕾简体" panose="02000000000000000000" pitchFamily="2" charset="-122"/>
              </a:defRPr>
            </a:lvl1pPr>
          </a:lstStyle>
          <a:p>
            <a:pPr algn="ctr"/>
            <a:r>
              <a:rPr lang="en-US" altLang="zh-CN" dirty="0"/>
              <a:t>1</a:t>
            </a:r>
            <a:endParaRPr lang="zh-CN" altLang="en-US" dirty="0"/>
          </a:p>
        </p:txBody>
      </p:sp>
      <p:sp>
        <p:nvSpPr>
          <p:cNvPr id="13" name="文本框 12"/>
          <p:cNvSpPr txBox="1"/>
          <p:nvPr/>
        </p:nvSpPr>
        <p:spPr>
          <a:xfrm flipH="1">
            <a:off x="7624237" y="2624425"/>
            <a:ext cx="377222" cy="555738"/>
          </a:xfrm>
          <a:prstGeom prst="rect">
            <a:avLst/>
          </a:prstGeom>
          <a:noFill/>
        </p:spPr>
        <p:txBody>
          <a:bodyPr wrap="square" rtlCol="0">
            <a:spAutoFit/>
          </a:bodyPr>
          <a:lstStyle>
            <a:defPPr>
              <a:defRPr lang="zh-CN"/>
            </a:defPPr>
            <a:lvl1pPr>
              <a:defRPr sz="3600" b="1">
                <a:solidFill>
                  <a:schemeClr val="tx1">
                    <a:lumMod val="75000"/>
                    <a:lumOff val="25000"/>
                  </a:schemeClr>
                </a:solidFill>
                <a:latin typeface="方正静蕾简体" panose="02000000000000000000" pitchFamily="2" charset="-122"/>
                <a:ea typeface="方正静蕾简体" panose="02000000000000000000" pitchFamily="2" charset="-122"/>
              </a:defRPr>
            </a:lvl1pPr>
          </a:lstStyle>
          <a:p>
            <a:pPr algn="ctr"/>
            <a:r>
              <a:rPr lang="en-US" altLang="zh-CN" dirty="0"/>
              <a:t>2</a:t>
            </a:r>
            <a:endParaRPr lang="zh-CN" altLang="en-US" dirty="0"/>
          </a:p>
        </p:txBody>
      </p:sp>
      <p:sp>
        <p:nvSpPr>
          <p:cNvPr id="14" name="文本框 13"/>
          <p:cNvSpPr txBox="1"/>
          <p:nvPr/>
        </p:nvSpPr>
        <p:spPr>
          <a:xfrm flipH="1">
            <a:off x="7606086" y="3654701"/>
            <a:ext cx="395373" cy="555737"/>
          </a:xfrm>
          <a:prstGeom prst="rect">
            <a:avLst/>
          </a:prstGeom>
          <a:noFill/>
        </p:spPr>
        <p:txBody>
          <a:bodyPr wrap="square" rtlCol="0">
            <a:spAutoFit/>
          </a:bodyPr>
          <a:lstStyle>
            <a:defPPr>
              <a:defRPr lang="zh-CN"/>
            </a:defPPr>
            <a:lvl1pPr>
              <a:defRPr sz="3600" b="1">
                <a:solidFill>
                  <a:schemeClr val="tx1">
                    <a:lumMod val="75000"/>
                    <a:lumOff val="25000"/>
                  </a:schemeClr>
                </a:solidFill>
                <a:latin typeface="方正静蕾简体" panose="02000000000000000000" pitchFamily="2" charset="-122"/>
                <a:ea typeface="方正静蕾简体" panose="02000000000000000000" pitchFamily="2" charset="-122"/>
              </a:defRPr>
            </a:lvl1pPr>
          </a:lstStyle>
          <a:p>
            <a:pPr algn="ctr"/>
            <a:r>
              <a:rPr lang="en-US" altLang="zh-CN" dirty="0"/>
              <a:t>3</a:t>
            </a:r>
            <a:endParaRPr lang="zh-CN" altLang="en-US" dirty="0"/>
          </a:p>
        </p:txBody>
      </p:sp>
      <p:sp>
        <p:nvSpPr>
          <p:cNvPr id="15" name="文本框 14"/>
          <p:cNvSpPr txBox="1"/>
          <p:nvPr/>
        </p:nvSpPr>
        <p:spPr>
          <a:xfrm flipH="1">
            <a:off x="7606084" y="4684975"/>
            <a:ext cx="395375" cy="555737"/>
          </a:xfrm>
          <a:prstGeom prst="rect">
            <a:avLst/>
          </a:prstGeom>
          <a:noFill/>
        </p:spPr>
        <p:txBody>
          <a:bodyPr wrap="square" rtlCol="0">
            <a:spAutoFit/>
          </a:bodyPr>
          <a:lstStyle>
            <a:defPPr>
              <a:defRPr lang="zh-CN"/>
            </a:defPPr>
            <a:lvl1pPr>
              <a:defRPr sz="3600" b="1">
                <a:solidFill>
                  <a:schemeClr val="tx1">
                    <a:lumMod val="75000"/>
                    <a:lumOff val="25000"/>
                  </a:schemeClr>
                </a:solidFill>
                <a:latin typeface="方正静蕾简体" panose="02000000000000000000" pitchFamily="2" charset="-122"/>
                <a:ea typeface="方正静蕾简体" panose="02000000000000000000" pitchFamily="2" charset="-122"/>
              </a:defRPr>
            </a:lvl1pPr>
          </a:lstStyle>
          <a:p>
            <a:pPr algn="ctr"/>
            <a:r>
              <a:rPr lang="en-US" altLang="zh-CN" dirty="0"/>
              <a:t>4</a:t>
            </a:r>
            <a:endParaRPr lang="zh-CN" altLang="en-US" dirty="0"/>
          </a:p>
        </p:txBody>
      </p:sp>
      <p:pic>
        <p:nvPicPr>
          <p:cNvPr id="16" name="图形 1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50342" y="2633012"/>
            <a:ext cx="676275" cy="762000"/>
          </a:xfrm>
          <a:prstGeom prst="rect">
            <a:avLst/>
          </a:prstGeom>
        </p:spPr>
      </p:pic>
      <p:pic>
        <p:nvPicPr>
          <p:cNvPr id="17" name="图形 1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50342" y="3654649"/>
            <a:ext cx="676275" cy="762000"/>
          </a:xfrm>
          <a:prstGeom prst="rect">
            <a:avLst/>
          </a:prstGeom>
        </p:spPr>
      </p:pic>
      <p:pic>
        <p:nvPicPr>
          <p:cNvPr id="18" name="图形 1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50342" y="4676286"/>
            <a:ext cx="676275" cy="7620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12" presetClass="entr" presetSubtype="2"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p:tgtEl>
                                          <p:spTgt spid="7"/>
                                        </p:tgtEl>
                                        <p:attrNameLst>
                                          <p:attrName>ppt_x</p:attrName>
                                        </p:attrNameLst>
                                      </p:cBhvr>
                                      <p:tavLst>
                                        <p:tav tm="0">
                                          <p:val>
                                            <p:strVal val="#ppt_x+#ppt_w*1.125000"/>
                                          </p:val>
                                        </p:tav>
                                        <p:tav tm="100000">
                                          <p:val>
                                            <p:strVal val="#ppt_x"/>
                                          </p:val>
                                        </p:tav>
                                      </p:tavLst>
                                    </p:anim>
                                    <p:animEffect transition="in" filter="wipe(left)">
                                      <p:cBhvr>
                                        <p:cTn id="20" dur="500"/>
                                        <p:tgtEl>
                                          <p:spTgt spid="7"/>
                                        </p:tgtEl>
                                      </p:cBhvr>
                                    </p:animEffect>
                                  </p:childTnLst>
                                </p:cTn>
                              </p:par>
                              <p:par>
                                <p:cTn id="21" presetID="12" presetClass="entr" presetSubtype="2"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p:tgtEl>
                                          <p:spTgt spid="16"/>
                                        </p:tgtEl>
                                        <p:attrNameLst>
                                          <p:attrName>ppt_x</p:attrName>
                                        </p:attrNameLst>
                                      </p:cBhvr>
                                      <p:tavLst>
                                        <p:tav tm="0">
                                          <p:val>
                                            <p:strVal val="#ppt_x+#ppt_w*1.125000"/>
                                          </p:val>
                                        </p:tav>
                                        <p:tav tm="100000">
                                          <p:val>
                                            <p:strVal val="#ppt_x"/>
                                          </p:val>
                                        </p:tav>
                                      </p:tavLst>
                                    </p:anim>
                                    <p:animEffect transition="in" filter="wipe(left)">
                                      <p:cBhvr>
                                        <p:cTn id="24" dur="500"/>
                                        <p:tgtEl>
                                          <p:spTgt spid="16"/>
                                        </p:tgtEl>
                                      </p:cBhvr>
                                    </p:animEffect>
                                  </p:childTnLst>
                                </p:cTn>
                              </p:par>
                              <p:par>
                                <p:cTn id="25" presetID="12" presetClass="entr" presetSubtype="2"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p:tgtEl>
                                          <p:spTgt spid="17"/>
                                        </p:tgtEl>
                                        <p:attrNameLst>
                                          <p:attrName>ppt_x</p:attrName>
                                        </p:attrNameLst>
                                      </p:cBhvr>
                                      <p:tavLst>
                                        <p:tav tm="0">
                                          <p:val>
                                            <p:strVal val="#ppt_x+#ppt_w*1.125000"/>
                                          </p:val>
                                        </p:tav>
                                        <p:tav tm="100000">
                                          <p:val>
                                            <p:strVal val="#ppt_x"/>
                                          </p:val>
                                        </p:tav>
                                      </p:tavLst>
                                    </p:anim>
                                    <p:animEffect transition="in" filter="wipe(left)">
                                      <p:cBhvr>
                                        <p:cTn id="28" dur="500"/>
                                        <p:tgtEl>
                                          <p:spTgt spid="17"/>
                                        </p:tgtEl>
                                      </p:cBhvr>
                                    </p:animEffect>
                                  </p:childTnLst>
                                </p:cTn>
                              </p:par>
                              <p:par>
                                <p:cTn id="29" presetID="12" presetClass="entr" presetSubtype="2"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p:tgtEl>
                                          <p:spTgt spid="18"/>
                                        </p:tgtEl>
                                        <p:attrNameLst>
                                          <p:attrName>ppt_x</p:attrName>
                                        </p:attrNameLst>
                                      </p:cBhvr>
                                      <p:tavLst>
                                        <p:tav tm="0">
                                          <p:val>
                                            <p:strVal val="#ppt_x+#ppt_w*1.125000"/>
                                          </p:val>
                                        </p:tav>
                                        <p:tav tm="100000">
                                          <p:val>
                                            <p:strVal val="#ppt_x"/>
                                          </p:val>
                                        </p:tav>
                                      </p:tavLst>
                                    </p:anim>
                                    <p:animEffect transition="in" filter="wipe(left)">
                                      <p:cBhvr>
                                        <p:cTn id="32" dur="500"/>
                                        <p:tgtEl>
                                          <p:spTgt spid="18"/>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1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2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3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par>
                          <p:cTn id="46" fill="hold">
                            <p:stCondLst>
                              <p:cond delay="2000"/>
                            </p:stCondLst>
                            <p:childTnLst>
                              <p:par>
                                <p:cTn id="47" presetID="2" presetClass="entr" presetSubtype="2" fill="hold" grpId="0" nodeType="afterEffect">
                                  <p:stCondLst>
                                    <p:cond delay="0"/>
                                  </p:stCondLst>
                                  <p:iterate type="lt">
                                    <p:tmPct val="10000"/>
                                  </p:iterate>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1+#ppt_w/2"/>
                                          </p:val>
                                        </p:tav>
                                        <p:tav tm="100000">
                                          <p:val>
                                            <p:strVal val="#ppt_x"/>
                                          </p:val>
                                        </p:tav>
                                      </p:tavLst>
                                    </p:anim>
                                    <p:anim calcmode="lin" valueType="num">
                                      <p:cBhvr additive="base">
                                        <p:cTn id="50" dur="500" fill="hold"/>
                                        <p:tgtEl>
                                          <p:spTgt spid="8"/>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iterate type="lt">
                                    <p:tmPct val="10000"/>
                                  </p:iterate>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1+#ppt_w/2"/>
                                          </p:val>
                                        </p:tav>
                                        <p:tav tm="100000">
                                          <p:val>
                                            <p:strVal val="#ppt_x"/>
                                          </p:val>
                                        </p:tav>
                                      </p:tavLst>
                                    </p:anim>
                                    <p:anim calcmode="lin" valueType="num">
                                      <p:cBhvr additive="base">
                                        <p:cTn id="54" dur="500" fill="hold"/>
                                        <p:tgtEl>
                                          <p:spTgt spid="9"/>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iterate type="lt">
                                    <p:tmPct val="10000"/>
                                  </p:iterate>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fill="hold"/>
                                        <p:tgtEl>
                                          <p:spTgt spid="10"/>
                                        </p:tgtEl>
                                        <p:attrNameLst>
                                          <p:attrName>ppt_x</p:attrName>
                                        </p:attrNameLst>
                                      </p:cBhvr>
                                      <p:tavLst>
                                        <p:tav tm="0">
                                          <p:val>
                                            <p:strVal val="1+#ppt_w/2"/>
                                          </p:val>
                                        </p:tav>
                                        <p:tav tm="100000">
                                          <p:val>
                                            <p:strVal val="#ppt_x"/>
                                          </p:val>
                                        </p:tav>
                                      </p:tavLst>
                                    </p:anim>
                                    <p:anim calcmode="lin" valueType="num">
                                      <p:cBhvr additive="base">
                                        <p:cTn id="58" dur="500" fill="hold"/>
                                        <p:tgtEl>
                                          <p:spTgt spid="10"/>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iterate type="lt">
                                    <p:tmPct val="10000"/>
                                  </p:iterate>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1+#ppt_w/2"/>
                                          </p:val>
                                        </p:tav>
                                        <p:tav tm="100000">
                                          <p:val>
                                            <p:strVal val="#ppt_x"/>
                                          </p:val>
                                        </p:tav>
                                      </p:tavLst>
                                    </p:anim>
                                    <p:anim calcmode="lin" valueType="num">
                                      <p:cBhvr additive="base">
                                        <p:cTn id="62"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519" y="-292"/>
            <a:ext cx="12193057" cy="6858594"/>
          </a:xfrm>
          <a:prstGeom prst="rect">
            <a:avLst/>
          </a:prstGeom>
        </p:spPr>
      </p:pic>
      <p:sp>
        <p:nvSpPr>
          <p:cNvPr id="5" name="椭圆 4"/>
          <p:cNvSpPr/>
          <p:nvPr/>
        </p:nvSpPr>
        <p:spPr>
          <a:xfrm>
            <a:off x="6604001" y="2376479"/>
            <a:ext cx="6045200" cy="6045200"/>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4685168" y="1957379"/>
            <a:ext cx="2821683" cy="3323987"/>
          </a:xfrm>
          <a:prstGeom prst="rect">
            <a:avLst/>
          </a:prstGeom>
          <a:noFill/>
        </p:spPr>
        <p:txBody>
          <a:bodyPr wrap="square" rtlCol="0">
            <a:spAutoFit/>
          </a:bodyPr>
          <a:lstStyle/>
          <a:p>
            <a:pPr algn="ctr"/>
            <a:r>
              <a:rPr lang="en-US" altLang="zh-CN" sz="7200" b="1" dirty="0">
                <a:ln>
                  <a:solidFill>
                    <a:srgbClr val="0F863B"/>
                  </a:solidFill>
                </a:ln>
                <a:solidFill>
                  <a:schemeClr val="bg1"/>
                </a:solidFill>
                <a:effectLst>
                  <a:outerShdw blurRad="38100" dist="38100" dir="2700000" algn="tl">
                    <a:srgbClr val="000000">
                      <a:alpha val="43137"/>
                    </a:srgbClr>
                  </a:outerShdw>
                </a:effectLst>
              </a:rPr>
              <a:t>PART</a:t>
            </a:r>
          </a:p>
          <a:p>
            <a:pPr algn="ctr"/>
            <a:r>
              <a:rPr lang="en-US" altLang="zh-CN" sz="13800" b="1" dirty="0">
                <a:ln>
                  <a:solidFill>
                    <a:srgbClr val="0F863B"/>
                  </a:solidFill>
                </a:ln>
                <a:solidFill>
                  <a:schemeClr val="bg1"/>
                </a:solidFill>
                <a:effectLst>
                  <a:outerShdw blurRad="38100" dist="38100" dir="2700000" algn="tl">
                    <a:srgbClr val="000000">
                      <a:alpha val="43137"/>
                    </a:srgbClr>
                  </a:outerShdw>
                </a:effectLst>
              </a:rPr>
              <a:t>01</a:t>
            </a:r>
            <a:endParaRPr lang="zh-CN" altLang="en-US" sz="13800" b="1" dirty="0">
              <a:ln>
                <a:solidFill>
                  <a:srgbClr val="0F863B"/>
                </a:solidFill>
              </a:ln>
              <a:solidFill>
                <a:schemeClr val="bg1"/>
              </a:solidFill>
              <a:effectLst>
                <a:outerShdw blurRad="38100" dist="38100" dir="2700000" algn="tl">
                  <a:srgbClr val="000000">
                    <a:alpha val="43137"/>
                  </a:srgbClr>
                </a:outerShdw>
              </a:effectLst>
            </a:endParaRPr>
          </a:p>
        </p:txBody>
      </p:sp>
      <p:sp>
        <p:nvSpPr>
          <p:cNvPr id="7" name="文本框 6"/>
          <p:cNvSpPr txBox="1"/>
          <p:nvPr/>
        </p:nvSpPr>
        <p:spPr>
          <a:xfrm>
            <a:off x="7995385" y="3974553"/>
            <a:ext cx="3230880" cy="1014730"/>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zh-CN" altLang="en-US" dirty="0">
                <a:ln>
                  <a:solidFill>
                    <a:srgbClr val="0F863B"/>
                  </a:solidFill>
                </a:ln>
              </a:rPr>
              <a:t>背景介绍</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 presetClass="entr" presetSubtype="2"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 name="组合 122"/>
          <p:cNvGrpSpPr/>
          <p:nvPr/>
        </p:nvGrpSpPr>
        <p:grpSpPr>
          <a:xfrm>
            <a:off x="702945" y="2045970"/>
            <a:ext cx="3492500" cy="2450465"/>
            <a:chOff x="996950" y="1851025"/>
            <a:chExt cx="3148013" cy="2206625"/>
          </a:xfrm>
        </p:grpSpPr>
        <p:sp>
          <p:nvSpPr>
            <p:cNvPr id="124" name="任意多边形 123"/>
            <p:cNvSpPr/>
            <p:nvPr/>
          </p:nvSpPr>
          <p:spPr>
            <a:xfrm>
              <a:off x="1341438" y="2135188"/>
              <a:ext cx="2803525" cy="1922462"/>
            </a:xfrm>
            <a:custGeom>
              <a:avLst/>
              <a:gdLst>
                <a:gd name="connsiteX0" fmla="*/ 135734 w 5735830"/>
                <a:gd name="connsiteY0" fmla="*/ 360201 h 4633519"/>
                <a:gd name="connsiteX1" fmla="*/ 250034 w 5735830"/>
                <a:gd name="connsiteY1" fmla="*/ 1666487 h 4633519"/>
                <a:gd name="connsiteX2" fmla="*/ 201049 w 5735830"/>
                <a:gd name="connsiteY2" fmla="*/ 4262730 h 4633519"/>
                <a:gd name="connsiteX3" fmla="*/ 1376706 w 5735830"/>
                <a:gd name="connsiteY3" fmla="*/ 4475001 h 4633519"/>
                <a:gd name="connsiteX4" fmla="*/ 5344549 w 5735830"/>
                <a:gd name="connsiteY4" fmla="*/ 4491330 h 4633519"/>
                <a:gd name="connsiteX5" fmla="*/ 5360877 w 5735830"/>
                <a:gd name="connsiteY5" fmla="*/ 2613544 h 4633519"/>
                <a:gd name="connsiteX6" fmla="*/ 5507834 w 5735830"/>
                <a:gd name="connsiteY6" fmla="*/ 278558 h 4633519"/>
                <a:gd name="connsiteX7" fmla="*/ 1899220 w 5735830"/>
                <a:gd name="connsiteY7" fmla="*/ 294887 h 4633519"/>
                <a:gd name="connsiteX8" fmla="*/ 152063 w 5735830"/>
                <a:gd name="connsiteY8" fmla="*/ 972 h 4633519"/>
                <a:gd name="connsiteX9" fmla="*/ 86749 w 5735830"/>
                <a:gd name="connsiteY9" fmla="*/ 409187 h 4633519"/>
                <a:gd name="connsiteX10" fmla="*/ 135734 w 5735830"/>
                <a:gd name="connsiteY10" fmla="*/ 360201 h 4633519"/>
                <a:gd name="connsiteX0-1" fmla="*/ 92877 w 5741958"/>
                <a:gd name="connsiteY0-2" fmla="*/ 409187 h 4633519"/>
                <a:gd name="connsiteX1-3" fmla="*/ 256162 w 5741958"/>
                <a:gd name="connsiteY1-4" fmla="*/ 1666487 h 4633519"/>
                <a:gd name="connsiteX2-5" fmla="*/ 207177 w 5741958"/>
                <a:gd name="connsiteY2-6" fmla="*/ 4262730 h 4633519"/>
                <a:gd name="connsiteX3-7" fmla="*/ 1382834 w 5741958"/>
                <a:gd name="connsiteY3-8" fmla="*/ 4475001 h 4633519"/>
                <a:gd name="connsiteX4-9" fmla="*/ 5350677 w 5741958"/>
                <a:gd name="connsiteY4-10" fmla="*/ 4491330 h 4633519"/>
                <a:gd name="connsiteX5-11" fmla="*/ 5367005 w 5741958"/>
                <a:gd name="connsiteY5-12" fmla="*/ 2613544 h 4633519"/>
                <a:gd name="connsiteX6-13" fmla="*/ 5513962 w 5741958"/>
                <a:gd name="connsiteY6-14" fmla="*/ 278558 h 4633519"/>
                <a:gd name="connsiteX7-15" fmla="*/ 1905348 w 5741958"/>
                <a:gd name="connsiteY7-16" fmla="*/ 294887 h 4633519"/>
                <a:gd name="connsiteX8-17" fmla="*/ 158191 w 5741958"/>
                <a:gd name="connsiteY8-18" fmla="*/ 972 h 4633519"/>
                <a:gd name="connsiteX9-19" fmla="*/ 92877 w 5741958"/>
                <a:gd name="connsiteY9-20" fmla="*/ 409187 h 4633519"/>
                <a:gd name="connsiteX0-21" fmla="*/ 92877 w 5741958"/>
                <a:gd name="connsiteY0-22" fmla="*/ 768415 h 4633519"/>
                <a:gd name="connsiteX1-23" fmla="*/ 256162 w 5741958"/>
                <a:gd name="connsiteY1-24" fmla="*/ 1666487 h 4633519"/>
                <a:gd name="connsiteX2-25" fmla="*/ 207177 w 5741958"/>
                <a:gd name="connsiteY2-26" fmla="*/ 4262730 h 4633519"/>
                <a:gd name="connsiteX3-27" fmla="*/ 1382834 w 5741958"/>
                <a:gd name="connsiteY3-28" fmla="*/ 4475001 h 4633519"/>
                <a:gd name="connsiteX4-29" fmla="*/ 5350677 w 5741958"/>
                <a:gd name="connsiteY4-30" fmla="*/ 4491330 h 4633519"/>
                <a:gd name="connsiteX5-31" fmla="*/ 5367005 w 5741958"/>
                <a:gd name="connsiteY5-32" fmla="*/ 2613544 h 4633519"/>
                <a:gd name="connsiteX6-33" fmla="*/ 5513962 w 5741958"/>
                <a:gd name="connsiteY6-34" fmla="*/ 278558 h 4633519"/>
                <a:gd name="connsiteX7-35" fmla="*/ 1905348 w 5741958"/>
                <a:gd name="connsiteY7-36" fmla="*/ 294887 h 4633519"/>
                <a:gd name="connsiteX8-37" fmla="*/ 158191 w 5741958"/>
                <a:gd name="connsiteY8-38" fmla="*/ 972 h 4633519"/>
                <a:gd name="connsiteX9-39" fmla="*/ 92877 w 5741958"/>
                <a:gd name="connsiteY9-40" fmla="*/ 768415 h 4633519"/>
                <a:gd name="connsiteX0-41" fmla="*/ 3451 w 5652532"/>
                <a:gd name="connsiteY0-42" fmla="*/ 654617 h 4519721"/>
                <a:gd name="connsiteX1-43" fmla="*/ 166736 w 5652532"/>
                <a:gd name="connsiteY1-44" fmla="*/ 1552689 h 4519721"/>
                <a:gd name="connsiteX2-45" fmla="*/ 117751 w 5652532"/>
                <a:gd name="connsiteY2-46" fmla="*/ 4148932 h 4519721"/>
                <a:gd name="connsiteX3-47" fmla="*/ 1293408 w 5652532"/>
                <a:gd name="connsiteY3-48" fmla="*/ 4361203 h 4519721"/>
                <a:gd name="connsiteX4-49" fmla="*/ 5261251 w 5652532"/>
                <a:gd name="connsiteY4-50" fmla="*/ 4377532 h 4519721"/>
                <a:gd name="connsiteX5-51" fmla="*/ 5277579 w 5652532"/>
                <a:gd name="connsiteY5-52" fmla="*/ 2499746 h 4519721"/>
                <a:gd name="connsiteX6-53" fmla="*/ 5424536 w 5652532"/>
                <a:gd name="connsiteY6-54" fmla="*/ 164760 h 4519721"/>
                <a:gd name="connsiteX7-55" fmla="*/ 1815922 w 5652532"/>
                <a:gd name="connsiteY7-56" fmla="*/ 181089 h 4519721"/>
                <a:gd name="connsiteX8-57" fmla="*/ 346351 w 5652532"/>
                <a:gd name="connsiteY8-58" fmla="*/ 1474 h 4519721"/>
                <a:gd name="connsiteX9-59" fmla="*/ 3451 w 5652532"/>
                <a:gd name="connsiteY9-60" fmla="*/ 654617 h 4519721"/>
                <a:gd name="connsiteX0-61" fmla="*/ 3451 w 5613197"/>
                <a:gd name="connsiteY0-62" fmla="*/ 698621 h 4563725"/>
                <a:gd name="connsiteX1-63" fmla="*/ 166736 w 5613197"/>
                <a:gd name="connsiteY1-64" fmla="*/ 1596693 h 4563725"/>
                <a:gd name="connsiteX2-65" fmla="*/ 117751 w 5613197"/>
                <a:gd name="connsiteY2-66" fmla="*/ 4192936 h 4563725"/>
                <a:gd name="connsiteX3-67" fmla="*/ 1293408 w 5613197"/>
                <a:gd name="connsiteY3-68" fmla="*/ 4405207 h 4563725"/>
                <a:gd name="connsiteX4-69" fmla="*/ 5261251 w 5613197"/>
                <a:gd name="connsiteY4-70" fmla="*/ 4421536 h 4563725"/>
                <a:gd name="connsiteX5-71" fmla="*/ 5277579 w 5613197"/>
                <a:gd name="connsiteY5-72" fmla="*/ 2543750 h 4563725"/>
                <a:gd name="connsiteX6-73" fmla="*/ 5424536 w 5613197"/>
                <a:gd name="connsiteY6-74" fmla="*/ 208764 h 4563725"/>
                <a:gd name="connsiteX7-75" fmla="*/ 2354765 w 5613197"/>
                <a:gd name="connsiteY7-76" fmla="*/ 94464 h 4563725"/>
                <a:gd name="connsiteX8-77" fmla="*/ 346351 w 5613197"/>
                <a:gd name="connsiteY8-78" fmla="*/ 45478 h 4563725"/>
                <a:gd name="connsiteX9-79" fmla="*/ 3451 w 5613197"/>
                <a:gd name="connsiteY9-80" fmla="*/ 698621 h 4563725"/>
                <a:gd name="connsiteX0-81" fmla="*/ 3451 w 5554564"/>
                <a:gd name="connsiteY0-82" fmla="*/ 677467 h 4542571"/>
                <a:gd name="connsiteX1-83" fmla="*/ 166736 w 5554564"/>
                <a:gd name="connsiteY1-84" fmla="*/ 1575539 h 4542571"/>
                <a:gd name="connsiteX2-85" fmla="*/ 117751 w 5554564"/>
                <a:gd name="connsiteY2-86" fmla="*/ 4171782 h 4542571"/>
                <a:gd name="connsiteX3-87" fmla="*/ 1293408 w 5554564"/>
                <a:gd name="connsiteY3-88" fmla="*/ 4384053 h 4542571"/>
                <a:gd name="connsiteX4-89" fmla="*/ 5261251 w 5554564"/>
                <a:gd name="connsiteY4-90" fmla="*/ 4400382 h 4542571"/>
                <a:gd name="connsiteX5-91" fmla="*/ 5277579 w 5554564"/>
                <a:gd name="connsiteY5-92" fmla="*/ 2522596 h 4542571"/>
                <a:gd name="connsiteX6-93" fmla="*/ 5424536 w 5554564"/>
                <a:gd name="connsiteY6-94" fmla="*/ 187610 h 4542571"/>
                <a:gd name="connsiteX7-95" fmla="*/ 2354765 w 5554564"/>
                <a:gd name="connsiteY7-96" fmla="*/ 73310 h 4542571"/>
                <a:gd name="connsiteX8-97" fmla="*/ 346351 w 5554564"/>
                <a:gd name="connsiteY8-98" fmla="*/ 24324 h 4542571"/>
                <a:gd name="connsiteX9-99" fmla="*/ 3451 w 5554564"/>
                <a:gd name="connsiteY9-100" fmla="*/ 677467 h 4542571"/>
                <a:gd name="connsiteX0-101" fmla="*/ 3451 w 5682000"/>
                <a:gd name="connsiteY0-102" fmla="*/ 700982 h 4563669"/>
                <a:gd name="connsiteX1-103" fmla="*/ 166736 w 5682000"/>
                <a:gd name="connsiteY1-104" fmla="*/ 1599054 h 4563669"/>
                <a:gd name="connsiteX2-105" fmla="*/ 117751 w 5682000"/>
                <a:gd name="connsiteY2-106" fmla="*/ 4195297 h 4563669"/>
                <a:gd name="connsiteX3-107" fmla="*/ 1293408 w 5682000"/>
                <a:gd name="connsiteY3-108" fmla="*/ 4407568 h 4563669"/>
                <a:gd name="connsiteX4-109" fmla="*/ 5261251 w 5682000"/>
                <a:gd name="connsiteY4-110" fmla="*/ 4423897 h 4563669"/>
                <a:gd name="connsiteX5-111" fmla="*/ 5489850 w 5682000"/>
                <a:gd name="connsiteY5-112" fmla="*/ 2578768 h 4563669"/>
                <a:gd name="connsiteX6-113" fmla="*/ 5424536 w 5682000"/>
                <a:gd name="connsiteY6-114" fmla="*/ 211125 h 4563669"/>
                <a:gd name="connsiteX7-115" fmla="*/ 2354765 w 5682000"/>
                <a:gd name="connsiteY7-116" fmla="*/ 96825 h 4563669"/>
                <a:gd name="connsiteX8-117" fmla="*/ 346351 w 5682000"/>
                <a:gd name="connsiteY8-118" fmla="*/ 47839 h 4563669"/>
                <a:gd name="connsiteX9-119" fmla="*/ 3451 w 5682000"/>
                <a:gd name="connsiteY9-120" fmla="*/ 700982 h 4563669"/>
                <a:gd name="connsiteX0-121" fmla="*/ 3451 w 5687062"/>
                <a:gd name="connsiteY0-122" fmla="*/ 700982 h 4602114"/>
                <a:gd name="connsiteX1-123" fmla="*/ 166736 w 5687062"/>
                <a:gd name="connsiteY1-124" fmla="*/ 1599054 h 4602114"/>
                <a:gd name="connsiteX2-125" fmla="*/ 117751 w 5687062"/>
                <a:gd name="connsiteY2-126" fmla="*/ 4195297 h 4602114"/>
                <a:gd name="connsiteX3-127" fmla="*/ 1293408 w 5687062"/>
                <a:gd name="connsiteY3-128" fmla="*/ 4407568 h 4602114"/>
                <a:gd name="connsiteX4-129" fmla="*/ 5146951 w 5687062"/>
                <a:gd name="connsiteY4-130" fmla="*/ 4472883 h 4602114"/>
                <a:gd name="connsiteX5-131" fmla="*/ 5489850 w 5687062"/>
                <a:gd name="connsiteY5-132" fmla="*/ 2578768 h 4602114"/>
                <a:gd name="connsiteX6-133" fmla="*/ 5424536 w 5687062"/>
                <a:gd name="connsiteY6-134" fmla="*/ 211125 h 4602114"/>
                <a:gd name="connsiteX7-135" fmla="*/ 2354765 w 5687062"/>
                <a:gd name="connsiteY7-136" fmla="*/ 96825 h 4602114"/>
                <a:gd name="connsiteX8-137" fmla="*/ 346351 w 5687062"/>
                <a:gd name="connsiteY8-138" fmla="*/ 47839 h 4602114"/>
                <a:gd name="connsiteX9-139" fmla="*/ 3451 w 5687062"/>
                <a:gd name="connsiteY9-140" fmla="*/ 700982 h 4602114"/>
                <a:gd name="connsiteX0-141" fmla="*/ 3451 w 5687062"/>
                <a:gd name="connsiteY0-142" fmla="*/ 700982 h 4630183"/>
                <a:gd name="connsiteX1-143" fmla="*/ 166736 w 5687062"/>
                <a:gd name="connsiteY1-144" fmla="*/ 1599054 h 4630183"/>
                <a:gd name="connsiteX2-145" fmla="*/ 117751 w 5687062"/>
                <a:gd name="connsiteY2-146" fmla="*/ 4195297 h 4630183"/>
                <a:gd name="connsiteX3-147" fmla="*/ 1750608 w 5687062"/>
                <a:gd name="connsiteY3-148" fmla="*/ 4489211 h 4630183"/>
                <a:gd name="connsiteX4-149" fmla="*/ 5146951 w 5687062"/>
                <a:gd name="connsiteY4-150" fmla="*/ 4472883 h 4630183"/>
                <a:gd name="connsiteX5-151" fmla="*/ 5489850 w 5687062"/>
                <a:gd name="connsiteY5-152" fmla="*/ 2578768 h 4630183"/>
                <a:gd name="connsiteX6-153" fmla="*/ 5424536 w 5687062"/>
                <a:gd name="connsiteY6-154" fmla="*/ 211125 h 4630183"/>
                <a:gd name="connsiteX7-155" fmla="*/ 2354765 w 5687062"/>
                <a:gd name="connsiteY7-156" fmla="*/ 96825 h 4630183"/>
                <a:gd name="connsiteX8-157" fmla="*/ 346351 w 5687062"/>
                <a:gd name="connsiteY8-158" fmla="*/ 47839 h 4630183"/>
                <a:gd name="connsiteX9-159" fmla="*/ 3451 w 5687062"/>
                <a:gd name="connsiteY9-160" fmla="*/ 700982 h 4630183"/>
                <a:gd name="connsiteX0-161" fmla="*/ 39466 w 5723077"/>
                <a:gd name="connsiteY0-162" fmla="*/ 700982 h 4630183"/>
                <a:gd name="connsiteX1-163" fmla="*/ 55794 w 5723077"/>
                <a:gd name="connsiteY1-164" fmla="*/ 1958282 h 4630183"/>
                <a:gd name="connsiteX2-165" fmla="*/ 153766 w 5723077"/>
                <a:gd name="connsiteY2-166" fmla="*/ 4195297 h 4630183"/>
                <a:gd name="connsiteX3-167" fmla="*/ 1786623 w 5723077"/>
                <a:gd name="connsiteY3-168" fmla="*/ 4489211 h 4630183"/>
                <a:gd name="connsiteX4-169" fmla="*/ 5182966 w 5723077"/>
                <a:gd name="connsiteY4-170" fmla="*/ 4472883 h 4630183"/>
                <a:gd name="connsiteX5-171" fmla="*/ 5525865 w 5723077"/>
                <a:gd name="connsiteY5-172" fmla="*/ 2578768 h 4630183"/>
                <a:gd name="connsiteX6-173" fmla="*/ 5460551 w 5723077"/>
                <a:gd name="connsiteY6-174" fmla="*/ 211125 h 4630183"/>
                <a:gd name="connsiteX7-175" fmla="*/ 2390780 w 5723077"/>
                <a:gd name="connsiteY7-176" fmla="*/ 96825 h 4630183"/>
                <a:gd name="connsiteX8-177" fmla="*/ 382366 w 5723077"/>
                <a:gd name="connsiteY8-178" fmla="*/ 47839 h 4630183"/>
                <a:gd name="connsiteX9-179" fmla="*/ 39466 w 5723077"/>
                <a:gd name="connsiteY9-180" fmla="*/ 700982 h 4630183"/>
                <a:gd name="connsiteX0-181" fmla="*/ 39466 w 5723077"/>
                <a:gd name="connsiteY0-182" fmla="*/ 700982 h 4598647"/>
                <a:gd name="connsiteX1-183" fmla="*/ 55794 w 5723077"/>
                <a:gd name="connsiteY1-184" fmla="*/ 1958282 h 4598647"/>
                <a:gd name="connsiteX2-185" fmla="*/ 153766 w 5723077"/>
                <a:gd name="connsiteY2-186" fmla="*/ 4195297 h 4598647"/>
                <a:gd name="connsiteX3-187" fmla="*/ 1786623 w 5723077"/>
                <a:gd name="connsiteY3-188" fmla="*/ 4489211 h 4598647"/>
                <a:gd name="connsiteX4-189" fmla="*/ 5182966 w 5723077"/>
                <a:gd name="connsiteY4-190" fmla="*/ 4472883 h 4598647"/>
                <a:gd name="connsiteX5-191" fmla="*/ 5525865 w 5723077"/>
                <a:gd name="connsiteY5-192" fmla="*/ 2578768 h 4598647"/>
                <a:gd name="connsiteX6-193" fmla="*/ 5460551 w 5723077"/>
                <a:gd name="connsiteY6-194" fmla="*/ 211125 h 4598647"/>
                <a:gd name="connsiteX7-195" fmla="*/ 2390780 w 5723077"/>
                <a:gd name="connsiteY7-196" fmla="*/ 96825 h 4598647"/>
                <a:gd name="connsiteX8-197" fmla="*/ 382366 w 5723077"/>
                <a:gd name="connsiteY8-198" fmla="*/ 47839 h 4598647"/>
                <a:gd name="connsiteX9-199" fmla="*/ 39466 w 5723077"/>
                <a:gd name="connsiteY9-200" fmla="*/ 700982 h 4598647"/>
                <a:gd name="connsiteX0-201" fmla="*/ 39466 w 5716643"/>
                <a:gd name="connsiteY0-202" fmla="*/ 700982 h 4625148"/>
                <a:gd name="connsiteX1-203" fmla="*/ 55794 w 5716643"/>
                <a:gd name="connsiteY1-204" fmla="*/ 1958282 h 4625148"/>
                <a:gd name="connsiteX2-205" fmla="*/ 153766 w 5716643"/>
                <a:gd name="connsiteY2-206" fmla="*/ 4195297 h 4625148"/>
                <a:gd name="connsiteX3-207" fmla="*/ 1786623 w 5716643"/>
                <a:gd name="connsiteY3-208" fmla="*/ 4489211 h 4625148"/>
                <a:gd name="connsiteX4-209" fmla="*/ 5328776 w 5716643"/>
                <a:gd name="connsiteY4-210" fmla="*/ 4508802 h 4625148"/>
                <a:gd name="connsiteX5-211" fmla="*/ 5525865 w 5716643"/>
                <a:gd name="connsiteY5-212" fmla="*/ 2578768 h 4625148"/>
                <a:gd name="connsiteX6-213" fmla="*/ 5460551 w 5716643"/>
                <a:gd name="connsiteY6-214" fmla="*/ 211125 h 4625148"/>
                <a:gd name="connsiteX7-215" fmla="*/ 2390780 w 5716643"/>
                <a:gd name="connsiteY7-216" fmla="*/ 96825 h 4625148"/>
                <a:gd name="connsiteX8-217" fmla="*/ 382366 w 5716643"/>
                <a:gd name="connsiteY8-218" fmla="*/ 47839 h 4625148"/>
                <a:gd name="connsiteX9-219" fmla="*/ 39466 w 5716643"/>
                <a:gd name="connsiteY9-220" fmla="*/ 700982 h 4625148"/>
                <a:gd name="connsiteX0-221" fmla="*/ 39466 w 5715854"/>
                <a:gd name="connsiteY0-222" fmla="*/ 700982 h 4573748"/>
                <a:gd name="connsiteX1-223" fmla="*/ 55794 w 5715854"/>
                <a:gd name="connsiteY1-224" fmla="*/ 1958282 h 4573748"/>
                <a:gd name="connsiteX2-225" fmla="*/ 153766 w 5715854"/>
                <a:gd name="connsiteY2-226" fmla="*/ 4195297 h 4573748"/>
                <a:gd name="connsiteX3-227" fmla="*/ 1786623 w 5715854"/>
                <a:gd name="connsiteY3-228" fmla="*/ 4489211 h 4573748"/>
                <a:gd name="connsiteX4-229" fmla="*/ 5347003 w 5715854"/>
                <a:gd name="connsiteY4-230" fmla="*/ 4436964 h 4573748"/>
                <a:gd name="connsiteX5-231" fmla="*/ 5525865 w 5715854"/>
                <a:gd name="connsiteY5-232" fmla="*/ 2578768 h 4573748"/>
                <a:gd name="connsiteX6-233" fmla="*/ 5460551 w 5715854"/>
                <a:gd name="connsiteY6-234" fmla="*/ 211125 h 4573748"/>
                <a:gd name="connsiteX7-235" fmla="*/ 2390780 w 5715854"/>
                <a:gd name="connsiteY7-236" fmla="*/ 96825 h 4573748"/>
                <a:gd name="connsiteX8-237" fmla="*/ 382366 w 5715854"/>
                <a:gd name="connsiteY8-238" fmla="*/ 47839 h 4573748"/>
                <a:gd name="connsiteX9-239" fmla="*/ 39466 w 5715854"/>
                <a:gd name="connsiteY9-240" fmla="*/ 700982 h 4573748"/>
                <a:gd name="connsiteX0-241" fmla="*/ 39466 w 5628110"/>
                <a:gd name="connsiteY0-242" fmla="*/ 658040 h 4530806"/>
                <a:gd name="connsiteX1-243" fmla="*/ 55794 w 5628110"/>
                <a:gd name="connsiteY1-244" fmla="*/ 1915340 h 4530806"/>
                <a:gd name="connsiteX2-245" fmla="*/ 153766 w 5628110"/>
                <a:gd name="connsiteY2-246" fmla="*/ 4152355 h 4530806"/>
                <a:gd name="connsiteX3-247" fmla="*/ 1786623 w 5628110"/>
                <a:gd name="connsiteY3-248" fmla="*/ 4446269 h 4530806"/>
                <a:gd name="connsiteX4-249" fmla="*/ 5347003 w 5628110"/>
                <a:gd name="connsiteY4-250" fmla="*/ 4394022 h 4530806"/>
                <a:gd name="connsiteX5-251" fmla="*/ 5525865 w 5628110"/>
                <a:gd name="connsiteY5-252" fmla="*/ 2535826 h 4530806"/>
                <a:gd name="connsiteX6-253" fmla="*/ 5460551 w 5628110"/>
                <a:gd name="connsiteY6-254" fmla="*/ 168183 h 4530806"/>
                <a:gd name="connsiteX7-255" fmla="*/ 2390780 w 5628110"/>
                <a:gd name="connsiteY7-256" fmla="*/ 53883 h 4530806"/>
                <a:gd name="connsiteX8-257" fmla="*/ 382366 w 5628110"/>
                <a:gd name="connsiteY8-258" fmla="*/ 4897 h 4530806"/>
                <a:gd name="connsiteX9-259" fmla="*/ 39466 w 5628110"/>
                <a:gd name="connsiteY9-260" fmla="*/ 658040 h 4530806"/>
                <a:gd name="connsiteX0-261" fmla="*/ 39466 w 5628110"/>
                <a:gd name="connsiteY0-262" fmla="*/ 658040 h 4530806"/>
                <a:gd name="connsiteX1-263" fmla="*/ 55794 w 5628110"/>
                <a:gd name="connsiteY1-264" fmla="*/ 1915340 h 4530806"/>
                <a:gd name="connsiteX2-265" fmla="*/ 153766 w 5628110"/>
                <a:gd name="connsiteY2-266" fmla="*/ 4152355 h 4530806"/>
                <a:gd name="connsiteX3-267" fmla="*/ 1786623 w 5628110"/>
                <a:gd name="connsiteY3-268" fmla="*/ 4446269 h 4530806"/>
                <a:gd name="connsiteX4-269" fmla="*/ 5347003 w 5628110"/>
                <a:gd name="connsiteY4-270" fmla="*/ 4394022 h 4530806"/>
                <a:gd name="connsiteX5-271" fmla="*/ 5525865 w 5628110"/>
                <a:gd name="connsiteY5-272" fmla="*/ 2535826 h 4530806"/>
                <a:gd name="connsiteX6-273" fmla="*/ 5460551 w 5628110"/>
                <a:gd name="connsiteY6-274" fmla="*/ 168183 h 4530806"/>
                <a:gd name="connsiteX7-275" fmla="*/ 2390780 w 5628110"/>
                <a:gd name="connsiteY7-276" fmla="*/ 53883 h 4530806"/>
                <a:gd name="connsiteX8-277" fmla="*/ 473498 w 5628110"/>
                <a:gd name="connsiteY8-278" fmla="*/ 4897 h 4530806"/>
                <a:gd name="connsiteX9-279" fmla="*/ 39466 w 5628110"/>
                <a:gd name="connsiteY9-280" fmla="*/ 658040 h 4530806"/>
                <a:gd name="connsiteX0-281" fmla="*/ 39466 w 5628110"/>
                <a:gd name="connsiteY0-282" fmla="*/ 658040 h 4530806"/>
                <a:gd name="connsiteX1-283" fmla="*/ 55794 w 5628110"/>
                <a:gd name="connsiteY1-284" fmla="*/ 1915340 h 4530806"/>
                <a:gd name="connsiteX2-285" fmla="*/ 153766 w 5628110"/>
                <a:gd name="connsiteY2-286" fmla="*/ 4152355 h 4530806"/>
                <a:gd name="connsiteX3-287" fmla="*/ 1786623 w 5628110"/>
                <a:gd name="connsiteY3-288" fmla="*/ 4446269 h 4530806"/>
                <a:gd name="connsiteX4-289" fmla="*/ 5347003 w 5628110"/>
                <a:gd name="connsiteY4-290" fmla="*/ 4394022 h 4530806"/>
                <a:gd name="connsiteX5-291" fmla="*/ 5525865 w 5628110"/>
                <a:gd name="connsiteY5-292" fmla="*/ 2535826 h 4530806"/>
                <a:gd name="connsiteX6-293" fmla="*/ 5460551 w 5628110"/>
                <a:gd name="connsiteY6-294" fmla="*/ 168183 h 4530806"/>
                <a:gd name="connsiteX7-295" fmla="*/ 2390780 w 5628110"/>
                <a:gd name="connsiteY7-296" fmla="*/ 53883 h 4530806"/>
                <a:gd name="connsiteX8-297" fmla="*/ 473498 w 5628110"/>
                <a:gd name="connsiteY8-298" fmla="*/ 4897 h 4530806"/>
                <a:gd name="connsiteX9-299" fmla="*/ 277859 w 5628110"/>
                <a:gd name="connsiteY9-300" fmla="*/ 887092 h 4530806"/>
                <a:gd name="connsiteX0-301" fmla="*/ 39466 w 5628110"/>
                <a:gd name="connsiteY0-302" fmla="*/ 658040 h 4530806"/>
                <a:gd name="connsiteX1-303" fmla="*/ 55794 w 5628110"/>
                <a:gd name="connsiteY1-304" fmla="*/ 1915340 h 4530806"/>
                <a:gd name="connsiteX2-305" fmla="*/ 153766 w 5628110"/>
                <a:gd name="connsiteY2-306" fmla="*/ 4152355 h 4530806"/>
                <a:gd name="connsiteX3-307" fmla="*/ 1786623 w 5628110"/>
                <a:gd name="connsiteY3-308" fmla="*/ 4446269 h 4530806"/>
                <a:gd name="connsiteX4-309" fmla="*/ 5347003 w 5628110"/>
                <a:gd name="connsiteY4-310" fmla="*/ 4394022 h 4530806"/>
                <a:gd name="connsiteX5-311" fmla="*/ 5525865 w 5628110"/>
                <a:gd name="connsiteY5-312" fmla="*/ 2535826 h 4530806"/>
                <a:gd name="connsiteX6-313" fmla="*/ 5460551 w 5628110"/>
                <a:gd name="connsiteY6-314" fmla="*/ 168183 h 4530806"/>
                <a:gd name="connsiteX7-315" fmla="*/ 2390780 w 5628110"/>
                <a:gd name="connsiteY7-316" fmla="*/ 53883 h 4530806"/>
                <a:gd name="connsiteX8-317" fmla="*/ 473498 w 5628110"/>
                <a:gd name="connsiteY8-318" fmla="*/ 4897 h 4530806"/>
                <a:gd name="connsiteX0-319" fmla="*/ 39466 w 5628110"/>
                <a:gd name="connsiteY0-320" fmla="*/ 896635 h 4530806"/>
                <a:gd name="connsiteX1-321" fmla="*/ 55794 w 5628110"/>
                <a:gd name="connsiteY1-322" fmla="*/ 1915340 h 4530806"/>
                <a:gd name="connsiteX2-323" fmla="*/ 153766 w 5628110"/>
                <a:gd name="connsiteY2-324" fmla="*/ 4152355 h 4530806"/>
                <a:gd name="connsiteX3-325" fmla="*/ 1786623 w 5628110"/>
                <a:gd name="connsiteY3-326" fmla="*/ 4446269 h 4530806"/>
                <a:gd name="connsiteX4-327" fmla="*/ 5347003 w 5628110"/>
                <a:gd name="connsiteY4-328" fmla="*/ 4394022 h 4530806"/>
                <a:gd name="connsiteX5-329" fmla="*/ 5525865 w 5628110"/>
                <a:gd name="connsiteY5-330" fmla="*/ 2535826 h 4530806"/>
                <a:gd name="connsiteX6-331" fmla="*/ 5460551 w 5628110"/>
                <a:gd name="connsiteY6-332" fmla="*/ 168183 h 4530806"/>
                <a:gd name="connsiteX7-333" fmla="*/ 2390780 w 5628110"/>
                <a:gd name="connsiteY7-334" fmla="*/ 53883 h 4530806"/>
                <a:gd name="connsiteX8-335" fmla="*/ 473498 w 5628110"/>
                <a:gd name="connsiteY8-336" fmla="*/ 4897 h 4530806"/>
                <a:gd name="connsiteX0-337" fmla="*/ 39466 w 5628110"/>
                <a:gd name="connsiteY0-338" fmla="*/ 896635 h 4530806"/>
                <a:gd name="connsiteX1-339" fmla="*/ 55794 w 5628110"/>
                <a:gd name="connsiteY1-340" fmla="*/ 1915340 h 4530806"/>
                <a:gd name="connsiteX2-341" fmla="*/ 153766 w 5628110"/>
                <a:gd name="connsiteY2-342" fmla="*/ 4152355 h 4530806"/>
                <a:gd name="connsiteX3-343" fmla="*/ 1786623 w 5628110"/>
                <a:gd name="connsiteY3-344" fmla="*/ 4446269 h 4530806"/>
                <a:gd name="connsiteX4-345" fmla="*/ 5347003 w 5628110"/>
                <a:gd name="connsiteY4-346" fmla="*/ 4394022 h 4530806"/>
                <a:gd name="connsiteX5-347" fmla="*/ 5525865 w 5628110"/>
                <a:gd name="connsiteY5-348" fmla="*/ 2535826 h 4530806"/>
                <a:gd name="connsiteX6-349" fmla="*/ 5460551 w 5628110"/>
                <a:gd name="connsiteY6-350" fmla="*/ 168183 h 4530806"/>
                <a:gd name="connsiteX7-351" fmla="*/ 2390780 w 5628110"/>
                <a:gd name="connsiteY7-352" fmla="*/ 53883 h 4530806"/>
                <a:gd name="connsiteX8-353" fmla="*/ 845987 w 5628110"/>
                <a:gd name="connsiteY8-354" fmla="*/ 4897 h 4530806"/>
              </a:gdLst>
              <a:ahLst/>
              <a:cxnLst>
                <a:cxn ang="0">
                  <a:pos x="connsiteX0-337" y="connsiteY0-338"/>
                </a:cxn>
                <a:cxn ang="0">
                  <a:pos x="connsiteX1-339" y="connsiteY1-340"/>
                </a:cxn>
                <a:cxn ang="0">
                  <a:pos x="connsiteX2-341" y="connsiteY2-342"/>
                </a:cxn>
                <a:cxn ang="0">
                  <a:pos x="connsiteX3-343" y="connsiteY3-344"/>
                </a:cxn>
                <a:cxn ang="0">
                  <a:pos x="connsiteX4-345" y="connsiteY4-346"/>
                </a:cxn>
                <a:cxn ang="0">
                  <a:pos x="connsiteX5-347" y="connsiteY5-348"/>
                </a:cxn>
                <a:cxn ang="0">
                  <a:pos x="connsiteX6-349" y="connsiteY6-350"/>
                </a:cxn>
                <a:cxn ang="0">
                  <a:pos x="connsiteX7-351" y="connsiteY7-352"/>
                </a:cxn>
                <a:cxn ang="0">
                  <a:pos x="connsiteX8-353" y="connsiteY8-354"/>
                </a:cxn>
              </a:cxnLst>
              <a:rect l="l" t="t" r="r" b="b"/>
              <a:pathLst>
                <a:path w="5628110" h="4530806">
                  <a:moveTo>
                    <a:pt x="39466" y="896635"/>
                  </a:moveTo>
                  <a:cubicBezTo>
                    <a:pt x="-30151" y="1215042"/>
                    <a:pt x="36744" y="1372720"/>
                    <a:pt x="55794" y="1915340"/>
                  </a:cubicBezTo>
                  <a:cubicBezTo>
                    <a:pt x="74844" y="2457960"/>
                    <a:pt x="-134706" y="3730534"/>
                    <a:pt x="153766" y="4152355"/>
                  </a:cubicBezTo>
                  <a:cubicBezTo>
                    <a:pt x="442238" y="4574177"/>
                    <a:pt x="921084" y="4405991"/>
                    <a:pt x="1786623" y="4446269"/>
                  </a:cubicBezTo>
                  <a:cubicBezTo>
                    <a:pt x="2652162" y="4486547"/>
                    <a:pt x="4942512" y="4640591"/>
                    <a:pt x="5347003" y="4394022"/>
                  </a:cubicBezTo>
                  <a:cubicBezTo>
                    <a:pt x="5751494" y="4147453"/>
                    <a:pt x="5506940" y="3240133"/>
                    <a:pt x="5525865" y="2535826"/>
                  </a:cubicBezTo>
                  <a:cubicBezTo>
                    <a:pt x="5544790" y="1831520"/>
                    <a:pt x="5782574" y="438161"/>
                    <a:pt x="5460551" y="168183"/>
                  </a:cubicBezTo>
                  <a:cubicBezTo>
                    <a:pt x="5138528" y="-101795"/>
                    <a:pt x="3221955" y="81097"/>
                    <a:pt x="2390780" y="53883"/>
                  </a:cubicBezTo>
                  <a:cubicBezTo>
                    <a:pt x="1559605" y="26669"/>
                    <a:pt x="1148065" y="-14153"/>
                    <a:pt x="845987" y="4897"/>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方正静蕾简体"/>
                <a:ea typeface="方正静蕾简体"/>
                <a:cs typeface="+mn-ea"/>
                <a:sym typeface="+mn-lt"/>
              </a:endParaRPr>
            </a:p>
          </p:txBody>
        </p:sp>
        <p:sp>
          <p:nvSpPr>
            <p:cNvPr id="125" name="文本框 124"/>
            <p:cNvSpPr txBox="1"/>
            <p:nvPr/>
          </p:nvSpPr>
          <p:spPr>
            <a:xfrm>
              <a:off x="996950" y="1851025"/>
              <a:ext cx="808038" cy="580962"/>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rgbClr val="595959"/>
                  </a:solidFill>
                  <a:effectLst/>
                  <a:uLnTx/>
                  <a:uFillTx/>
                  <a:ea typeface="方正静蕾简体"/>
                  <a:cs typeface="+mn-ea"/>
                  <a:sym typeface="+mn-lt"/>
                </a:rPr>
                <a:t>01</a:t>
              </a:r>
              <a:endParaRPr kumimoji="0" lang="zh-CN" altLang="en-US" sz="3600" b="1" i="0" u="none" strike="noStrike" kern="0" cap="none" spc="0" normalizeH="0" baseline="0" noProof="0">
                <a:ln>
                  <a:noFill/>
                </a:ln>
                <a:solidFill>
                  <a:srgbClr val="595959"/>
                </a:solidFill>
                <a:effectLst/>
                <a:uLnTx/>
                <a:uFillTx/>
                <a:ea typeface="方正静蕾简体"/>
                <a:cs typeface="+mn-ea"/>
                <a:sym typeface="+mn-lt"/>
              </a:endParaRPr>
            </a:p>
          </p:txBody>
        </p:sp>
      </p:grpSp>
      <p:grpSp>
        <p:nvGrpSpPr>
          <p:cNvPr id="127" name="组合 126"/>
          <p:cNvGrpSpPr/>
          <p:nvPr/>
        </p:nvGrpSpPr>
        <p:grpSpPr>
          <a:xfrm>
            <a:off x="4296410" y="2045970"/>
            <a:ext cx="3385185" cy="2450465"/>
            <a:chOff x="4389438" y="1851025"/>
            <a:chExt cx="3149600" cy="2206625"/>
          </a:xfrm>
        </p:grpSpPr>
        <p:sp>
          <p:nvSpPr>
            <p:cNvPr id="128" name="任意多边形 127"/>
            <p:cNvSpPr/>
            <p:nvPr/>
          </p:nvSpPr>
          <p:spPr>
            <a:xfrm>
              <a:off x="4733925" y="2135188"/>
              <a:ext cx="2805113" cy="1922462"/>
            </a:xfrm>
            <a:custGeom>
              <a:avLst/>
              <a:gdLst>
                <a:gd name="connsiteX0" fmla="*/ 135734 w 5735830"/>
                <a:gd name="connsiteY0" fmla="*/ 360201 h 4633519"/>
                <a:gd name="connsiteX1" fmla="*/ 250034 w 5735830"/>
                <a:gd name="connsiteY1" fmla="*/ 1666487 h 4633519"/>
                <a:gd name="connsiteX2" fmla="*/ 201049 w 5735830"/>
                <a:gd name="connsiteY2" fmla="*/ 4262730 h 4633519"/>
                <a:gd name="connsiteX3" fmla="*/ 1376706 w 5735830"/>
                <a:gd name="connsiteY3" fmla="*/ 4475001 h 4633519"/>
                <a:gd name="connsiteX4" fmla="*/ 5344549 w 5735830"/>
                <a:gd name="connsiteY4" fmla="*/ 4491330 h 4633519"/>
                <a:gd name="connsiteX5" fmla="*/ 5360877 w 5735830"/>
                <a:gd name="connsiteY5" fmla="*/ 2613544 h 4633519"/>
                <a:gd name="connsiteX6" fmla="*/ 5507834 w 5735830"/>
                <a:gd name="connsiteY6" fmla="*/ 278558 h 4633519"/>
                <a:gd name="connsiteX7" fmla="*/ 1899220 w 5735830"/>
                <a:gd name="connsiteY7" fmla="*/ 294887 h 4633519"/>
                <a:gd name="connsiteX8" fmla="*/ 152063 w 5735830"/>
                <a:gd name="connsiteY8" fmla="*/ 972 h 4633519"/>
                <a:gd name="connsiteX9" fmla="*/ 86749 w 5735830"/>
                <a:gd name="connsiteY9" fmla="*/ 409187 h 4633519"/>
                <a:gd name="connsiteX10" fmla="*/ 135734 w 5735830"/>
                <a:gd name="connsiteY10" fmla="*/ 360201 h 4633519"/>
                <a:gd name="connsiteX0-1" fmla="*/ 92877 w 5741958"/>
                <a:gd name="connsiteY0-2" fmla="*/ 409187 h 4633519"/>
                <a:gd name="connsiteX1-3" fmla="*/ 256162 w 5741958"/>
                <a:gd name="connsiteY1-4" fmla="*/ 1666487 h 4633519"/>
                <a:gd name="connsiteX2-5" fmla="*/ 207177 w 5741958"/>
                <a:gd name="connsiteY2-6" fmla="*/ 4262730 h 4633519"/>
                <a:gd name="connsiteX3-7" fmla="*/ 1382834 w 5741958"/>
                <a:gd name="connsiteY3-8" fmla="*/ 4475001 h 4633519"/>
                <a:gd name="connsiteX4-9" fmla="*/ 5350677 w 5741958"/>
                <a:gd name="connsiteY4-10" fmla="*/ 4491330 h 4633519"/>
                <a:gd name="connsiteX5-11" fmla="*/ 5367005 w 5741958"/>
                <a:gd name="connsiteY5-12" fmla="*/ 2613544 h 4633519"/>
                <a:gd name="connsiteX6-13" fmla="*/ 5513962 w 5741958"/>
                <a:gd name="connsiteY6-14" fmla="*/ 278558 h 4633519"/>
                <a:gd name="connsiteX7-15" fmla="*/ 1905348 w 5741958"/>
                <a:gd name="connsiteY7-16" fmla="*/ 294887 h 4633519"/>
                <a:gd name="connsiteX8-17" fmla="*/ 158191 w 5741958"/>
                <a:gd name="connsiteY8-18" fmla="*/ 972 h 4633519"/>
                <a:gd name="connsiteX9-19" fmla="*/ 92877 w 5741958"/>
                <a:gd name="connsiteY9-20" fmla="*/ 409187 h 4633519"/>
                <a:gd name="connsiteX0-21" fmla="*/ 92877 w 5741958"/>
                <a:gd name="connsiteY0-22" fmla="*/ 768415 h 4633519"/>
                <a:gd name="connsiteX1-23" fmla="*/ 256162 w 5741958"/>
                <a:gd name="connsiteY1-24" fmla="*/ 1666487 h 4633519"/>
                <a:gd name="connsiteX2-25" fmla="*/ 207177 w 5741958"/>
                <a:gd name="connsiteY2-26" fmla="*/ 4262730 h 4633519"/>
                <a:gd name="connsiteX3-27" fmla="*/ 1382834 w 5741958"/>
                <a:gd name="connsiteY3-28" fmla="*/ 4475001 h 4633519"/>
                <a:gd name="connsiteX4-29" fmla="*/ 5350677 w 5741958"/>
                <a:gd name="connsiteY4-30" fmla="*/ 4491330 h 4633519"/>
                <a:gd name="connsiteX5-31" fmla="*/ 5367005 w 5741958"/>
                <a:gd name="connsiteY5-32" fmla="*/ 2613544 h 4633519"/>
                <a:gd name="connsiteX6-33" fmla="*/ 5513962 w 5741958"/>
                <a:gd name="connsiteY6-34" fmla="*/ 278558 h 4633519"/>
                <a:gd name="connsiteX7-35" fmla="*/ 1905348 w 5741958"/>
                <a:gd name="connsiteY7-36" fmla="*/ 294887 h 4633519"/>
                <a:gd name="connsiteX8-37" fmla="*/ 158191 w 5741958"/>
                <a:gd name="connsiteY8-38" fmla="*/ 972 h 4633519"/>
                <a:gd name="connsiteX9-39" fmla="*/ 92877 w 5741958"/>
                <a:gd name="connsiteY9-40" fmla="*/ 768415 h 4633519"/>
                <a:gd name="connsiteX0-41" fmla="*/ 3451 w 5652532"/>
                <a:gd name="connsiteY0-42" fmla="*/ 654617 h 4519721"/>
                <a:gd name="connsiteX1-43" fmla="*/ 166736 w 5652532"/>
                <a:gd name="connsiteY1-44" fmla="*/ 1552689 h 4519721"/>
                <a:gd name="connsiteX2-45" fmla="*/ 117751 w 5652532"/>
                <a:gd name="connsiteY2-46" fmla="*/ 4148932 h 4519721"/>
                <a:gd name="connsiteX3-47" fmla="*/ 1293408 w 5652532"/>
                <a:gd name="connsiteY3-48" fmla="*/ 4361203 h 4519721"/>
                <a:gd name="connsiteX4-49" fmla="*/ 5261251 w 5652532"/>
                <a:gd name="connsiteY4-50" fmla="*/ 4377532 h 4519721"/>
                <a:gd name="connsiteX5-51" fmla="*/ 5277579 w 5652532"/>
                <a:gd name="connsiteY5-52" fmla="*/ 2499746 h 4519721"/>
                <a:gd name="connsiteX6-53" fmla="*/ 5424536 w 5652532"/>
                <a:gd name="connsiteY6-54" fmla="*/ 164760 h 4519721"/>
                <a:gd name="connsiteX7-55" fmla="*/ 1815922 w 5652532"/>
                <a:gd name="connsiteY7-56" fmla="*/ 181089 h 4519721"/>
                <a:gd name="connsiteX8-57" fmla="*/ 346351 w 5652532"/>
                <a:gd name="connsiteY8-58" fmla="*/ 1474 h 4519721"/>
                <a:gd name="connsiteX9-59" fmla="*/ 3451 w 5652532"/>
                <a:gd name="connsiteY9-60" fmla="*/ 654617 h 4519721"/>
                <a:gd name="connsiteX0-61" fmla="*/ 3451 w 5613197"/>
                <a:gd name="connsiteY0-62" fmla="*/ 698621 h 4563725"/>
                <a:gd name="connsiteX1-63" fmla="*/ 166736 w 5613197"/>
                <a:gd name="connsiteY1-64" fmla="*/ 1596693 h 4563725"/>
                <a:gd name="connsiteX2-65" fmla="*/ 117751 w 5613197"/>
                <a:gd name="connsiteY2-66" fmla="*/ 4192936 h 4563725"/>
                <a:gd name="connsiteX3-67" fmla="*/ 1293408 w 5613197"/>
                <a:gd name="connsiteY3-68" fmla="*/ 4405207 h 4563725"/>
                <a:gd name="connsiteX4-69" fmla="*/ 5261251 w 5613197"/>
                <a:gd name="connsiteY4-70" fmla="*/ 4421536 h 4563725"/>
                <a:gd name="connsiteX5-71" fmla="*/ 5277579 w 5613197"/>
                <a:gd name="connsiteY5-72" fmla="*/ 2543750 h 4563725"/>
                <a:gd name="connsiteX6-73" fmla="*/ 5424536 w 5613197"/>
                <a:gd name="connsiteY6-74" fmla="*/ 208764 h 4563725"/>
                <a:gd name="connsiteX7-75" fmla="*/ 2354765 w 5613197"/>
                <a:gd name="connsiteY7-76" fmla="*/ 94464 h 4563725"/>
                <a:gd name="connsiteX8-77" fmla="*/ 346351 w 5613197"/>
                <a:gd name="connsiteY8-78" fmla="*/ 45478 h 4563725"/>
                <a:gd name="connsiteX9-79" fmla="*/ 3451 w 5613197"/>
                <a:gd name="connsiteY9-80" fmla="*/ 698621 h 4563725"/>
                <a:gd name="connsiteX0-81" fmla="*/ 3451 w 5554564"/>
                <a:gd name="connsiteY0-82" fmla="*/ 677467 h 4542571"/>
                <a:gd name="connsiteX1-83" fmla="*/ 166736 w 5554564"/>
                <a:gd name="connsiteY1-84" fmla="*/ 1575539 h 4542571"/>
                <a:gd name="connsiteX2-85" fmla="*/ 117751 w 5554564"/>
                <a:gd name="connsiteY2-86" fmla="*/ 4171782 h 4542571"/>
                <a:gd name="connsiteX3-87" fmla="*/ 1293408 w 5554564"/>
                <a:gd name="connsiteY3-88" fmla="*/ 4384053 h 4542571"/>
                <a:gd name="connsiteX4-89" fmla="*/ 5261251 w 5554564"/>
                <a:gd name="connsiteY4-90" fmla="*/ 4400382 h 4542571"/>
                <a:gd name="connsiteX5-91" fmla="*/ 5277579 w 5554564"/>
                <a:gd name="connsiteY5-92" fmla="*/ 2522596 h 4542571"/>
                <a:gd name="connsiteX6-93" fmla="*/ 5424536 w 5554564"/>
                <a:gd name="connsiteY6-94" fmla="*/ 187610 h 4542571"/>
                <a:gd name="connsiteX7-95" fmla="*/ 2354765 w 5554564"/>
                <a:gd name="connsiteY7-96" fmla="*/ 73310 h 4542571"/>
                <a:gd name="connsiteX8-97" fmla="*/ 346351 w 5554564"/>
                <a:gd name="connsiteY8-98" fmla="*/ 24324 h 4542571"/>
                <a:gd name="connsiteX9-99" fmla="*/ 3451 w 5554564"/>
                <a:gd name="connsiteY9-100" fmla="*/ 677467 h 4542571"/>
                <a:gd name="connsiteX0-101" fmla="*/ 3451 w 5682000"/>
                <a:gd name="connsiteY0-102" fmla="*/ 700982 h 4563669"/>
                <a:gd name="connsiteX1-103" fmla="*/ 166736 w 5682000"/>
                <a:gd name="connsiteY1-104" fmla="*/ 1599054 h 4563669"/>
                <a:gd name="connsiteX2-105" fmla="*/ 117751 w 5682000"/>
                <a:gd name="connsiteY2-106" fmla="*/ 4195297 h 4563669"/>
                <a:gd name="connsiteX3-107" fmla="*/ 1293408 w 5682000"/>
                <a:gd name="connsiteY3-108" fmla="*/ 4407568 h 4563669"/>
                <a:gd name="connsiteX4-109" fmla="*/ 5261251 w 5682000"/>
                <a:gd name="connsiteY4-110" fmla="*/ 4423897 h 4563669"/>
                <a:gd name="connsiteX5-111" fmla="*/ 5489850 w 5682000"/>
                <a:gd name="connsiteY5-112" fmla="*/ 2578768 h 4563669"/>
                <a:gd name="connsiteX6-113" fmla="*/ 5424536 w 5682000"/>
                <a:gd name="connsiteY6-114" fmla="*/ 211125 h 4563669"/>
                <a:gd name="connsiteX7-115" fmla="*/ 2354765 w 5682000"/>
                <a:gd name="connsiteY7-116" fmla="*/ 96825 h 4563669"/>
                <a:gd name="connsiteX8-117" fmla="*/ 346351 w 5682000"/>
                <a:gd name="connsiteY8-118" fmla="*/ 47839 h 4563669"/>
                <a:gd name="connsiteX9-119" fmla="*/ 3451 w 5682000"/>
                <a:gd name="connsiteY9-120" fmla="*/ 700982 h 4563669"/>
                <a:gd name="connsiteX0-121" fmla="*/ 3451 w 5687062"/>
                <a:gd name="connsiteY0-122" fmla="*/ 700982 h 4602114"/>
                <a:gd name="connsiteX1-123" fmla="*/ 166736 w 5687062"/>
                <a:gd name="connsiteY1-124" fmla="*/ 1599054 h 4602114"/>
                <a:gd name="connsiteX2-125" fmla="*/ 117751 w 5687062"/>
                <a:gd name="connsiteY2-126" fmla="*/ 4195297 h 4602114"/>
                <a:gd name="connsiteX3-127" fmla="*/ 1293408 w 5687062"/>
                <a:gd name="connsiteY3-128" fmla="*/ 4407568 h 4602114"/>
                <a:gd name="connsiteX4-129" fmla="*/ 5146951 w 5687062"/>
                <a:gd name="connsiteY4-130" fmla="*/ 4472883 h 4602114"/>
                <a:gd name="connsiteX5-131" fmla="*/ 5489850 w 5687062"/>
                <a:gd name="connsiteY5-132" fmla="*/ 2578768 h 4602114"/>
                <a:gd name="connsiteX6-133" fmla="*/ 5424536 w 5687062"/>
                <a:gd name="connsiteY6-134" fmla="*/ 211125 h 4602114"/>
                <a:gd name="connsiteX7-135" fmla="*/ 2354765 w 5687062"/>
                <a:gd name="connsiteY7-136" fmla="*/ 96825 h 4602114"/>
                <a:gd name="connsiteX8-137" fmla="*/ 346351 w 5687062"/>
                <a:gd name="connsiteY8-138" fmla="*/ 47839 h 4602114"/>
                <a:gd name="connsiteX9-139" fmla="*/ 3451 w 5687062"/>
                <a:gd name="connsiteY9-140" fmla="*/ 700982 h 4602114"/>
                <a:gd name="connsiteX0-141" fmla="*/ 3451 w 5687062"/>
                <a:gd name="connsiteY0-142" fmla="*/ 700982 h 4630183"/>
                <a:gd name="connsiteX1-143" fmla="*/ 166736 w 5687062"/>
                <a:gd name="connsiteY1-144" fmla="*/ 1599054 h 4630183"/>
                <a:gd name="connsiteX2-145" fmla="*/ 117751 w 5687062"/>
                <a:gd name="connsiteY2-146" fmla="*/ 4195297 h 4630183"/>
                <a:gd name="connsiteX3-147" fmla="*/ 1750608 w 5687062"/>
                <a:gd name="connsiteY3-148" fmla="*/ 4489211 h 4630183"/>
                <a:gd name="connsiteX4-149" fmla="*/ 5146951 w 5687062"/>
                <a:gd name="connsiteY4-150" fmla="*/ 4472883 h 4630183"/>
                <a:gd name="connsiteX5-151" fmla="*/ 5489850 w 5687062"/>
                <a:gd name="connsiteY5-152" fmla="*/ 2578768 h 4630183"/>
                <a:gd name="connsiteX6-153" fmla="*/ 5424536 w 5687062"/>
                <a:gd name="connsiteY6-154" fmla="*/ 211125 h 4630183"/>
                <a:gd name="connsiteX7-155" fmla="*/ 2354765 w 5687062"/>
                <a:gd name="connsiteY7-156" fmla="*/ 96825 h 4630183"/>
                <a:gd name="connsiteX8-157" fmla="*/ 346351 w 5687062"/>
                <a:gd name="connsiteY8-158" fmla="*/ 47839 h 4630183"/>
                <a:gd name="connsiteX9-159" fmla="*/ 3451 w 5687062"/>
                <a:gd name="connsiteY9-160" fmla="*/ 700982 h 4630183"/>
                <a:gd name="connsiteX0-161" fmla="*/ 39466 w 5723077"/>
                <a:gd name="connsiteY0-162" fmla="*/ 700982 h 4630183"/>
                <a:gd name="connsiteX1-163" fmla="*/ 55794 w 5723077"/>
                <a:gd name="connsiteY1-164" fmla="*/ 1958282 h 4630183"/>
                <a:gd name="connsiteX2-165" fmla="*/ 153766 w 5723077"/>
                <a:gd name="connsiteY2-166" fmla="*/ 4195297 h 4630183"/>
                <a:gd name="connsiteX3-167" fmla="*/ 1786623 w 5723077"/>
                <a:gd name="connsiteY3-168" fmla="*/ 4489211 h 4630183"/>
                <a:gd name="connsiteX4-169" fmla="*/ 5182966 w 5723077"/>
                <a:gd name="connsiteY4-170" fmla="*/ 4472883 h 4630183"/>
                <a:gd name="connsiteX5-171" fmla="*/ 5525865 w 5723077"/>
                <a:gd name="connsiteY5-172" fmla="*/ 2578768 h 4630183"/>
                <a:gd name="connsiteX6-173" fmla="*/ 5460551 w 5723077"/>
                <a:gd name="connsiteY6-174" fmla="*/ 211125 h 4630183"/>
                <a:gd name="connsiteX7-175" fmla="*/ 2390780 w 5723077"/>
                <a:gd name="connsiteY7-176" fmla="*/ 96825 h 4630183"/>
                <a:gd name="connsiteX8-177" fmla="*/ 382366 w 5723077"/>
                <a:gd name="connsiteY8-178" fmla="*/ 47839 h 4630183"/>
                <a:gd name="connsiteX9-179" fmla="*/ 39466 w 5723077"/>
                <a:gd name="connsiteY9-180" fmla="*/ 700982 h 4630183"/>
                <a:gd name="connsiteX0-181" fmla="*/ 39466 w 5723077"/>
                <a:gd name="connsiteY0-182" fmla="*/ 700982 h 4598647"/>
                <a:gd name="connsiteX1-183" fmla="*/ 55794 w 5723077"/>
                <a:gd name="connsiteY1-184" fmla="*/ 1958282 h 4598647"/>
                <a:gd name="connsiteX2-185" fmla="*/ 153766 w 5723077"/>
                <a:gd name="connsiteY2-186" fmla="*/ 4195297 h 4598647"/>
                <a:gd name="connsiteX3-187" fmla="*/ 1786623 w 5723077"/>
                <a:gd name="connsiteY3-188" fmla="*/ 4489211 h 4598647"/>
                <a:gd name="connsiteX4-189" fmla="*/ 5182966 w 5723077"/>
                <a:gd name="connsiteY4-190" fmla="*/ 4472883 h 4598647"/>
                <a:gd name="connsiteX5-191" fmla="*/ 5525865 w 5723077"/>
                <a:gd name="connsiteY5-192" fmla="*/ 2578768 h 4598647"/>
                <a:gd name="connsiteX6-193" fmla="*/ 5460551 w 5723077"/>
                <a:gd name="connsiteY6-194" fmla="*/ 211125 h 4598647"/>
                <a:gd name="connsiteX7-195" fmla="*/ 2390780 w 5723077"/>
                <a:gd name="connsiteY7-196" fmla="*/ 96825 h 4598647"/>
                <a:gd name="connsiteX8-197" fmla="*/ 382366 w 5723077"/>
                <a:gd name="connsiteY8-198" fmla="*/ 47839 h 4598647"/>
                <a:gd name="connsiteX9-199" fmla="*/ 39466 w 5723077"/>
                <a:gd name="connsiteY9-200" fmla="*/ 700982 h 4598647"/>
                <a:gd name="connsiteX0-201" fmla="*/ 39466 w 5716643"/>
                <a:gd name="connsiteY0-202" fmla="*/ 700982 h 4625148"/>
                <a:gd name="connsiteX1-203" fmla="*/ 55794 w 5716643"/>
                <a:gd name="connsiteY1-204" fmla="*/ 1958282 h 4625148"/>
                <a:gd name="connsiteX2-205" fmla="*/ 153766 w 5716643"/>
                <a:gd name="connsiteY2-206" fmla="*/ 4195297 h 4625148"/>
                <a:gd name="connsiteX3-207" fmla="*/ 1786623 w 5716643"/>
                <a:gd name="connsiteY3-208" fmla="*/ 4489211 h 4625148"/>
                <a:gd name="connsiteX4-209" fmla="*/ 5328776 w 5716643"/>
                <a:gd name="connsiteY4-210" fmla="*/ 4508802 h 4625148"/>
                <a:gd name="connsiteX5-211" fmla="*/ 5525865 w 5716643"/>
                <a:gd name="connsiteY5-212" fmla="*/ 2578768 h 4625148"/>
                <a:gd name="connsiteX6-213" fmla="*/ 5460551 w 5716643"/>
                <a:gd name="connsiteY6-214" fmla="*/ 211125 h 4625148"/>
                <a:gd name="connsiteX7-215" fmla="*/ 2390780 w 5716643"/>
                <a:gd name="connsiteY7-216" fmla="*/ 96825 h 4625148"/>
                <a:gd name="connsiteX8-217" fmla="*/ 382366 w 5716643"/>
                <a:gd name="connsiteY8-218" fmla="*/ 47839 h 4625148"/>
                <a:gd name="connsiteX9-219" fmla="*/ 39466 w 5716643"/>
                <a:gd name="connsiteY9-220" fmla="*/ 700982 h 4625148"/>
                <a:gd name="connsiteX0-221" fmla="*/ 39466 w 5715854"/>
                <a:gd name="connsiteY0-222" fmla="*/ 700982 h 4573748"/>
                <a:gd name="connsiteX1-223" fmla="*/ 55794 w 5715854"/>
                <a:gd name="connsiteY1-224" fmla="*/ 1958282 h 4573748"/>
                <a:gd name="connsiteX2-225" fmla="*/ 153766 w 5715854"/>
                <a:gd name="connsiteY2-226" fmla="*/ 4195297 h 4573748"/>
                <a:gd name="connsiteX3-227" fmla="*/ 1786623 w 5715854"/>
                <a:gd name="connsiteY3-228" fmla="*/ 4489211 h 4573748"/>
                <a:gd name="connsiteX4-229" fmla="*/ 5347003 w 5715854"/>
                <a:gd name="connsiteY4-230" fmla="*/ 4436964 h 4573748"/>
                <a:gd name="connsiteX5-231" fmla="*/ 5525865 w 5715854"/>
                <a:gd name="connsiteY5-232" fmla="*/ 2578768 h 4573748"/>
                <a:gd name="connsiteX6-233" fmla="*/ 5460551 w 5715854"/>
                <a:gd name="connsiteY6-234" fmla="*/ 211125 h 4573748"/>
                <a:gd name="connsiteX7-235" fmla="*/ 2390780 w 5715854"/>
                <a:gd name="connsiteY7-236" fmla="*/ 96825 h 4573748"/>
                <a:gd name="connsiteX8-237" fmla="*/ 382366 w 5715854"/>
                <a:gd name="connsiteY8-238" fmla="*/ 47839 h 4573748"/>
                <a:gd name="connsiteX9-239" fmla="*/ 39466 w 5715854"/>
                <a:gd name="connsiteY9-240" fmla="*/ 700982 h 4573748"/>
                <a:gd name="connsiteX0-241" fmla="*/ 39466 w 5628110"/>
                <a:gd name="connsiteY0-242" fmla="*/ 658040 h 4530806"/>
                <a:gd name="connsiteX1-243" fmla="*/ 55794 w 5628110"/>
                <a:gd name="connsiteY1-244" fmla="*/ 1915340 h 4530806"/>
                <a:gd name="connsiteX2-245" fmla="*/ 153766 w 5628110"/>
                <a:gd name="connsiteY2-246" fmla="*/ 4152355 h 4530806"/>
                <a:gd name="connsiteX3-247" fmla="*/ 1786623 w 5628110"/>
                <a:gd name="connsiteY3-248" fmla="*/ 4446269 h 4530806"/>
                <a:gd name="connsiteX4-249" fmla="*/ 5347003 w 5628110"/>
                <a:gd name="connsiteY4-250" fmla="*/ 4394022 h 4530806"/>
                <a:gd name="connsiteX5-251" fmla="*/ 5525865 w 5628110"/>
                <a:gd name="connsiteY5-252" fmla="*/ 2535826 h 4530806"/>
                <a:gd name="connsiteX6-253" fmla="*/ 5460551 w 5628110"/>
                <a:gd name="connsiteY6-254" fmla="*/ 168183 h 4530806"/>
                <a:gd name="connsiteX7-255" fmla="*/ 2390780 w 5628110"/>
                <a:gd name="connsiteY7-256" fmla="*/ 53883 h 4530806"/>
                <a:gd name="connsiteX8-257" fmla="*/ 382366 w 5628110"/>
                <a:gd name="connsiteY8-258" fmla="*/ 4897 h 4530806"/>
                <a:gd name="connsiteX9-259" fmla="*/ 39466 w 5628110"/>
                <a:gd name="connsiteY9-260" fmla="*/ 658040 h 4530806"/>
                <a:gd name="connsiteX0-261" fmla="*/ 39466 w 5628110"/>
                <a:gd name="connsiteY0-262" fmla="*/ 658040 h 4530806"/>
                <a:gd name="connsiteX1-263" fmla="*/ 55794 w 5628110"/>
                <a:gd name="connsiteY1-264" fmla="*/ 1915340 h 4530806"/>
                <a:gd name="connsiteX2-265" fmla="*/ 153766 w 5628110"/>
                <a:gd name="connsiteY2-266" fmla="*/ 4152355 h 4530806"/>
                <a:gd name="connsiteX3-267" fmla="*/ 1786623 w 5628110"/>
                <a:gd name="connsiteY3-268" fmla="*/ 4446269 h 4530806"/>
                <a:gd name="connsiteX4-269" fmla="*/ 5347003 w 5628110"/>
                <a:gd name="connsiteY4-270" fmla="*/ 4394022 h 4530806"/>
                <a:gd name="connsiteX5-271" fmla="*/ 5525865 w 5628110"/>
                <a:gd name="connsiteY5-272" fmla="*/ 2535826 h 4530806"/>
                <a:gd name="connsiteX6-273" fmla="*/ 5460551 w 5628110"/>
                <a:gd name="connsiteY6-274" fmla="*/ 168183 h 4530806"/>
                <a:gd name="connsiteX7-275" fmla="*/ 2390780 w 5628110"/>
                <a:gd name="connsiteY7-276" fmla="*/ 53883 h 4530806"/>
                <a:gd name="connsiteX8-277" fmla="*/ 473498 w 5628110"/>
                <a:gd name="connsiteY8-278" fmla="*/ 4897 h 4530806"/>
                <a:gd name="connsiteX9-279" fmla="*/ 39466 w 5628110"/>
                <a:gd name="connsiteY9-280" fmla="*/ 658040 h 4530806"/>
                <a:gd name="connsiteX0-281" fmla="*/ 39466 w 5628110"/>
                <a:gd name="connsiteY0-282" fmla="*/ 658040 h 4530806"/>
                <a:gd name="connsiteX1-283" fmla="*/ 55794 w 5628110"/>
                <a:gd name="connsiteY1-284" fmla="*/ 1915340 h 4530806"/>
                <a:gd name="connsiteX2-285" fmla="*/ 153766 w 5628110"/>
                <a:gd name="connsiteY2-286" fmla="*/ 4152355 h 4530806"/>
                <a:gd name="connsiteX3-287" fmla="*/ 1786623 w 5628110"/>
                <a:gd name="connsiteY3-288" fmla="*/ 4446269 h 4530806"/>
                <a:gd name="connsiteX4-289" fmla="*/ 5347003 w 5628110"/>
                <a:gd name="connsiteY4-290" fmla="*/ 4394022 h 4530806"/>
                <a:gd name="connsiteX5-291" fmla="*/ 5525865 w 5628110"/>
                <a:gd name="connsiteY5-292" fmla="*/ 2535826 h 4530806"/>
                <a:gd name="connsiteX6-293" fmla="*/ 5460551 w 5628110"/>
                <a:gd name="connsiteY6-294" fmla="*/ 168183 h 4530806"/>
                <a:gd name="connsiteX7-295" fmla="*/ 2390780 w 5628110"/>
                <a:gd name="connsiteY7-296" fmla="*/ 53883 h 4530806"/>
                <a:gd name="connsiteX8-297" fmla="*/ 473498 w 5628110"/>
                <a:gd name="connsiteY8-298" fmla="*/ 4897 h 4530806"/>
                <a:gd name="connsiteX9-299" fmla="*/ 277859 w 5628110"/>
                <a:gd name="connsiteY9-300" fmla="*/ 887092 h 4530806"/>
                <a:gd name="connsiteX0-301" fmla="*/ 39466 w 5628110"/>
                <a:gd name="connsiteY0-302" fmla="*/ 658040 h 4530806"/>
                <a:gd name="connsiteX1-303" fmla="*/ 55794 w 5628110"/>
                <a:gd name="connsiteY1-304" fmla="*/ 1915340 h 4530806"/>
                <a:gd name="connsiteX2-305" fmla="*/ 153766 w 5628110"/>
                <a:gd name="connsiteY2-306" fmla="*/ 4152355 h 4530806"/>
                <a:gd name="connsiteX3-307" fmla="*/ 1786623 w 5628110"/>
                <a:gd name="connsiteY3-308" fmla="*/ 4446269 h 4530806"/>
                <a:gd name="connsiteX4-309" fmla="*/ 5347003 w 5628110"/>
                <a:gd name="connsiteY4-310" fmla="*/ 4394022 h 4530806"/>
                <a:gd name="connsiteX5-311" fmla="*/ 5525865 w 5628110"/>
                <a:gd name="connsiteY5-312" fmla="*/ 2535826 h 4530806"/>
                <a:gd name="connsiteX6-313" fmla="*/ 5460551 w 5628110"/>
                <a:gd name="connsiteY6-314" fmla="*/ 168183 h 4530806"/>
                <a:gd name="connsiteX7-315" fmla="*/ 2390780 w 5628110"/>
                <a:gd name="connsiteY7-316" fmla="*/ 53883 h 4530806"/>
                <a:gd name="connsiteX8-317" fmla="*/ 473498 w 5628110"/>
                <a:gd name="connsiteY8-318" fmla="*/ 4897 h 4530806"/>
                <a:gd name="connsiteX0-319" fmla="*/ 39466 w 5628110"/>
                <a:gd name="connsiteY0-320" fmla="*/ 896635 h 4530806"/>
                <a:gd name="connsiteX1-321" fmla="*/ 55794 w 5628110"/>
                <a:gd name="connsiteY1-322" fmla="*/ 1915340 h 4530806"/>
                <a:gd name="connsiteX2-323" fmla="*/ 153766 w 5628110"/>
                <a:gd name="connsiteY2-324" fmla="*/ 4152355 h 4530806"/>
                <a:gd name="connsiteX3-325" fmla="*/ 1786623 w 5628110"/>
                <a:gd name="connsiteY3-326" fmla="*/ 4446269 h 4530806"/>
                <a:gd name="connsiteX4-327" fmla="*/ 5347003 w 5628110"/>
                <a:gd name="connsiteY4-328" fmla="*/ 4394022 h 4530806"/>
                <a:gd name="connsiteX5-329" fmla="*/ 5525865 w 5628110"/>
                <a:gd name="connsiteY5-330" fmla="*/ 2535826 h 4530806"/>
                <a:gd name="connsiteX6-331" fmla="*/ 5460551 w 5628110"/>
                <a:gd name="connsiteY6-332" fmla="*/ 168183 h 4530806"/>
                <a:gd name="connsiteX7-333" fmla="*/ 2390780 w 5628110"/>
                <a:gd name="connsiteY7-334" fmla="*/ 53883 h 4530806"/>
                <a:gd name="connsiteX8-335" fmla="*/ 473498 w 5628110"/>
                <a:gd name="connsiteY8-336" fmla="*/ 4897 h 4530806"/>
                <a:gd name="connsiteX0-337" fmla="*/ 39466 w 5628110"/>
                <a:gd name="connsiteY0-338" fmla="*/ 896635 h 4530806"/>
                <a:gd name="connsiteX1-339" fmla="*/ 55794 w 5628110"/>
                <a:gd name="connsiteY1-340" fmla="*/ 1915340 h 4530806"/>
                <a:gd name="connsiteX2-341" fmla="*/ 153766 w 5628110"/>
                <a:gd name="connsiteY2-342" fmla="*/ 4152355 h 4530806"/>
                <a:gd name="connsiteX3-343" fmla="*/ 1786623 w 5628110"/>
                <a:gd name="connsiteY3-344" fmla="*/ 4446269 h 4530806"/>
                <a:gd name="connsiteX4-345" fmla="*/ 5347003 w 5628110"/>
                <a:gd name="connsiteY4-346" fmla="*/ 4394022 h 4530806"/>
                <a:gd name="connsiteX5-347" fmla="*/ 5525865 w 5628110"/>
                <a:gd name="connsiteY5-348" fmla="*/ 2535826 h 4530806"/>
                <a:gd name="connsiteX6-349" fmla="*/ 5460551 w 5628110"/>
                <a:gd name="connsiteY6-350" fmla="*/ 168183 h 4530806"/>
                <a:gd name="connsiteX7-351" fmla="*/ 2390780 w 5628110"/>
                <a:gd name="connsiteY7-352" fmla="*/ 53883 h 4530806"/>
                <a:gd name="connsiteX8-353" fmla="*/ 845987 w 5628110"/>
                <a:gd name="connsiteY8-354" fmla="*/ 4897 h 4530806"/>
              </a:gdLst>
              <a:ahLst/>
              <a:cxnLst>
                <a:cxn ang="0">
                  <a:pos x="connsiteX0-337" y="connsiteY0-338"/>
                </a:cxn>
                <a:cxn ang="0">
                  <a:pos x="connsiteX1-339" y="connsiteY1-340"/>
                </a:cxn>
                <a:cxn ang="0">
                  <a:pos x="connsiteX2-341" y="connsiteY2-342"/>
                </a:cxn>
                <a:cxn ang="0">
                  <a:pos x="connsiteX3-343" y="connsiteY3-344"/>
                </a:cxn>
                <a:cxn ang="0">
                  <a:pos x="connsiteX4-345" y="connsiteY4-346"/>
                </a:cxn>
                <a:cxn ang="0">
                  <a:pos x="connsiteX5-347" y="connsiteY5-348"/>
                </a:cxn>
                <a:cxn ang="0">
                  <a:pos x="connsiteX6-349" y="connsiteY6-350"/>
                </a:cxn>
                <a:cxn ang="0">
                  <a:pos x="connsiteX7-351" y="connsiteY7-352"/>
                </a:cxn>
                <a:cxn ang="0">
                  <a:pos x="connsiteX8-353" y="connsiteY8-354"/>
                </a:cxn>
              </a:cxnLst>
              <a:rect l="l" t="t" r="r" b="b"/>
              <a:pathLst>
                <a:path w="5628110" h="4530806">
                  <a:moveTo>
                    <a:pt x="39466" y="896635"/>
                  </a:moveTo>
                  <a:cubicBezTo>
                    <a:pt x="-30151" y="1215042"/>
                    <a:pt x="36744" y="1372720"/>
                    <a:pt x="55794" y="1915340"/>
                  </a:cubicBezTo>
                  <a:cubicBezTo>
                    <a:pt x="74844" y="2457960"/>
                    <a:pt x="-134706" y="3730534"/>
                    <a:pt x="153766" y="4152355"/>
                  </a:cubicBezTo>
                  <a:cubicBezTo>
                    <a:pt x="442238" y="4574177"/>
                    <a:pt x="921084" y="4405991"/>
                    <a:pt x="1786623" y="4446269"/>
                  </a:cubicBezTo>
                  <a:cubicBezTo>
                    <a:pt x="2652162" y="4486547"/>
                    <a:pt x="4942512" y="4640591"/>
                    <a:pt x="5347003" y="4394022"/>
                  </a:cubicBezTo>
                  <a:cubicBezTo>
                    <a:pt x="5751494" y="4147453"/>
                    <a:pt x="5506940" y="3240133"/>
                    <a:pt x="5525865" y="2535826"/>
                  </a:cubicBezTo>
                  <a:cubicBezTo>
                    <a:pt x="5544790" y="1831520"/>
                    <a:pt x="5782574" y="438161"/>
                    <a:pt x="5460551" y="168183"/>
                  </a:cubicBezTo>
                  <a:cubicBezTo>
                    <a:pt x="5138528" y="-101795"/>
                    <a:pt x="3221955" y="81097"/>
                    <a:pt x="2390780" y="53883"/>
                  </a:cubicBezTo>
                  <a:cubicBezTo>
                    <a:pt x="1559605" y="26669"/>
                    <a:pt x="1148065" y="-14153"/>
                    <a:pt x="845987" y="4897"/>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方正静蕾简体"/>
                <a:ea typeface="方正静蕾简体"/>
                <a:cs typeface="+mn-ea"/>
                <a:sym typeface="+mn-lt"/>
              </a:endParaRPr>
            </a:p>
          </p:txBody>
        </p:sp>
        <p:sp>
          <p:nvSpPr>
            <p:cNvPr id="129" name="文本框 128"/>
            <p:cNvSpPr txBox="1"/>
            <p:nvPr/>
          </p:nvSpPr>
          <p:spPr>
            <a:xfrm>
              <a:off x="4389438" y="1851025"/>
              <a:ext cx="808037" cy="580962"/>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rgbClr val="595959"/>
                  </a:solidFill>
                  <a:effectLst/>
                  <a:uLnTx/>
                  <a:uFillTx/>
                  <a:ea typeface="方正静蕾简体"/>
                  <a:cs typeface="+mn-ea"/>
                  <a:sym typeface="+mn-lt"/>
                </a:rPr>
                <a:t>02</a:t>
              </a:r>
              <a:endParaRPr kumimoji="0" lang="zh-CN" altLang="en-US" sz="3600" b="1" i="0" u="none" strike="noStrike" kern="0" cap="none" spc="0" normalizeH="0" baseline="0" noProof="0">
                <a:ln>
                  <a:noFill/>
                </a:ln>
                <a:solidFill>
                  <a:srgbClr val="595959"/>
                </a:solidFill>
                <a:effectLst/>
                <a:uLnTx/>
                <a:uFillTx/>
                <a:ea typeface="方正静蕾简体"/>
                <a:cs typeface="+mn-ea"/>
                <a:sym typeface="+mn-lt"/>
              </a:endParaRPr>
            </a:p>
          </p:txBody>
        </p:sp>
      </p:grpSp>
      <p:grpSp>
        <p:nvGrpSpPr>
          <p:cNvPr id="131" name="组合 130"/>
          <p:cNvGrpSpPr/>
          <p:nvPr/>
        </p:nvGrpSpPr>
        <p:grpSpPr>
          <a:xfrm>
            <a:off x="7802245" y="2045970"/>
            <a:ext cx="3351530" cy="2451100"/>
            <a:chOff x="7781925" y="1851025"/>
            <a:chExt cx="3149600" cy="2206625"/>
          </a:xfrm>
        </p:grpSpPr>
        <p:sp>
          <p:nvSpPr>
            <p:cNvPr id="132" name="任意多边形 131"/>
            <p:cNvSpPr/>
            <p:nvPr/>
          </p:nvSpPr>
          <p:spPr>
            <a:xfrm>
              <a:off x="8126413" y="2135188"/>
              <a:ext cx="2805112" cy="1922462"/>
            </a:xfrm>
            <a:custGeom>
              <a:avLst/>
              <a:gdLst>
                <a:gd name="connsiteX0" fmla="*/ 135734 w 5735830"/>
                <a:gd name="connsiteY0" fmla="*/ 360201 h 4633519"/>
                <a:gd name="connsiteX1" fmla="*/ 250034 w 5735830"/>
                <a:gd name="connsiteY1" fmla="*/ 1666487 h 4633519"/>
                <a:gd name="connsiteX2" fmla="*/ 201049 w 5735830"/>
                <a:gd name="connsiteY2" fmla="*/ 4262730 h 4633519"/>
                <a:gd name="connsiteX3" fmla="*/ 1376706 w 5735830"/>
                <a:gd name="connsiteY3" fmla="*/ 4475001 h 4633519"/>
                <a:gd name="connsiteX4" fmla="*/ 5344549 w 5735830"/>
                <a:gd name="connsiteY4" fmla="*/ 4491330 h 4633519"/>
                <a:gd name="connsiteX5" fmla="*/ 5360877 w 5735830"/>
                <a:gd name="connsiteY5" fmla="*/ 2613544 h 4633519"/>
                <a:gd name="connsiteX6" fmla="*/ 5507834 w 5735830"/>
                <a:gd name="connsiteY6" fmla="*/ 278558 h 4633519"/>
                <a:gd name="connsiteX7" fmla="*/ 1899220 w 5735830"/>
                <a:gd name="connsiteY7" fmla="*/ 294887 h 4633519"/>
                <a:gd name="connsiteX8" fmla="*/ 152063 w 5735830"/>
                <a:gd name="connsiteY8" fmla="*/ 972 h 4633519"/>
                <a:gd name="connsiteX9" fmla="*/ 86749 w 5735830"/>
                <a:gd name="connsiteY9" fmla="*/ 409187 h 4633519"/>
                <a:gd name="connsiteX10" fmla="*/ 135734 w 5735830"/>
                <a:gd name="connsiteY10" fmla="*/ 360201 h 4633519"/>
                <a:gd name="connsiteX0-1" fmla="*/ 92877 w 5741958"/>
                <a:gd name="connsiteY0-2" fmla="*/ 409187 h 4633519"/>
                <a:gd name="connsiteX1-3" fmla="*/ 256162 w 5741958"/>
                <a:gd name="connsiteY1-4" fmla="*/ 1666487 h 4633519"/>
                <a:gd name="connsiteX2-5" fmla="*/ 207177 w 5741958"/>
                <a:gd name="connsiteY2-6" fmla="*/ 4262730 h 4633519"/>
                <a:gd name="connsiteX3-7" fmla="*/ 1382834 w 5741958"/>
                <a:gd name="connsiteY3-8" fmla="*/ 4475001 h 4633519"/>
                <a:gd name="connsiteX4-9" fmla="*/ 5350677 w 5741958"/>
                <a:gd name="connsiteY4-10" fmla="*/ 4491330 h 4633519"/>
                <a:gd name="connsiteX5-11" fmla="*/ 5367005 w 5741958"/>
                <a:gd name="connsiteY5-12" fmla="*/ 2613544 h 4633519"/>
                <a:gd name="connsiteX6-13" fmla="*/ 5513962 w 5741958"/>
                <a:gd name="connsiteY6-14" fmla="*/ 278558 h 4633519"/>
                <a:gd name="connsiteX7-15" fmla="*/ 1905348 w 5741958"/>
                <a:gd name="connsiteY7-16" fmla="*/ 294887 h 4633519"/>
                <a:gd name="connsiteX8-17" fmla="*/ 158191 w 5741958"/>
                <a:gd name="connsiteY8-18" fmla="*/ 972 h 4633519"/>
                <a:gd name="connsiteX9-19" fmla="*/ 92877 w 5741958"/>
                <a:gd name="connsiteY9-20" fmla="*/ 409187 h 4633519"/>
                <a:gd name="connsiteX0-21" fmla="*/ 92877 w 5741958"/>
                <a:gd name="connsiteY0-22" fmla="*/ 768415 h 4633519"/>
                <a:gd name="connsiteX1-23" fmla="*/ 256162 w 5741958"/>
                <a:gd name="connsiteY1-24" fmla="*/ 1666487 h 4633519"/>
                <a:gd name="connsiteX2-25" fmla="*/ 207177 w 5741958"/>
                <a:gd name="connsiteY2-26" fmla="*/ 4262730 h 4633519"/>
                <a:gd name="connsiteX3-27" fmla="*/ 1382834 w 5741958"/>
                <a:gd name="connsiteY3-28" fmla="*/ 4475001 h 4633519"/>
                <a:gd name="connsiteX4-29" fmla="*/ 5350677 w 5741958"/>
                <a:gd name="connsiteY4-30" fmla="*/ 4491330 h 4633519"/>
                <a:gd name="connsiteX5-31" fmla="*/ 5367005 w 5741958"/>
                <a:gd name="connsiteY5-32" fmla="*/ 2613544 h 4633519"/>
                <a:gd name="connsiteX6-33" fmla="*/ 5513962 w 5741958"/>
                <a:gd name="connsiteY6-34" fmla="*/ 278558 h 4633519"/>
                <a:gd name="connsiteX7-35" fmla="*/ 1905348 w 5741958"/>
                <a:gd name="connsiteY7-36" fmla="*/ 294887 h 4633519"/>
                <a:gd name="connsiteX8-37" fmla="*/ 158191 w 5741958"/>
                <a:gd name="connsiteY8-38" fmla="*/ 972 h 4633519"/>
                <a:gd name="connsiteX9-39" fmla="*/ 92877 w 5741958"/>
                <a:gd name="connsiteY9-40" fmla="*/ 768415 h 4633519"/>
                <a:gd name="connsiteX0-41" fmla="*/ 3451 w 5652532"/>
                <a:gd name="connsiteY0-42" fmla="*/ 654617 h 4519721"/>
                <a:gd name="connsiteX1-43" fmla="*/ 166736 w 5652532"/>
                <a:gd name="connsiteY1-44" fmla="*/ 1552689 h 4519721"/>
                <a:gd name="connsiteX2-45" fmla="*/ 117751 w 5652532"/>
                <a:gd name="connsiteY2-46" fmla="*/ 4148932 h 4519721"/>
                <a:gd name="connsiteX3-47" fmla="*/ 1293408 w 5652532"/>
                <a:gd name="connsiteY3-48" fmla="*/ 4361203 h 4519721"/>
                <a:gd name="connsiteX4-49" fmla="*/ 5261251 w 5652532"/>
                <a:gd name="connsiteY4-50" fmla="*/ 4377532 h 4519721"/>
                <a:gd name="connsiteX5-51" fmla="*/ 5277579 w 5652532"/>
                <a:gd name="connsiteY5-52" fmla="*/ 2499746 h 4519721"/>
                <a:gd name="connsiteX6-53" fmla="*/ 5424536 w 5652532"/>
                <a:gd name="connsiteY6-54" fmla="*/ 164760 h 4519721"/>
                <a:gd name="connsiteX7-55" fmla="*/ 1815922 w 5652532"/>
                <a:gd name="connsiteY7-56" fmla="*/ 181089 h 4519721"/>
                <a:gd name="connsiteX8-57" fmla="*/ 346351 w 5652532"/>
                <a:gd name="connsiteY8-58" fmla="*/ 1474 h 4519721"/>
                <a:gd name="connsiteX9-59" fmla="*/ 3451 w 5652532"/>
                <a:gd name="connsiteY9-60" fmla="*/ 654617 h 4519721"/>
                <a:gd name="connsiteX0-61" fmla="*/ 3451 w 5613197"/>
                <a:gd name="connsiteY0-62" fmla="*/ 698621 h 4563725"/>
                <a:gd name="connsiteX1-63" fmla="*/ 166736 w 5613197"/>
                <a:gd name="connsiteY1-64" fmla="*/ 1596693 h 4563725"/>
                <a:gd name="connsiteX2-65" fmla="*/ 117751 w 5613197"/>
                <a:gd name="connsiteY2-66" fmla="*/ 4192936 h 4563725"/>
                <a:gd name="connsiteX3-67" fmla="*/ 1293408 w 5613197"/>
                <a:gd name="connsiteY3-68" fmla="*/ 4405207 h 4563725"/>
                <a:gd name="connsiteX4-69" fmla="*/ 5261251 w 5613197"/>
                <a:gd name="connsiteY4-70" fmla="*/ 4421536 h 4563725"/>
                <a:gd name="connsiteX5-71" fmla="*/ 5277579 w 5613197"/>
                <a:gd name="connsiteY5-72" fmla="*/ 2543750 h 4563725"/>
                <a:gd name="connsiteX6-73" fmla="*/ 5424536 w 5613197"/>
                <a:gd name="connsiteY6-74" fmla="*/ 208764 h 4563725"/>
                <a:gd name="connsiteX7-75" fmla="*/ 2354765 w 5613197"/>
                <a:gd name="connsiteY7-76" fmla="*/ 94464 h 4563725"/>
                <a:gd name="connsiteX8-77" fmla="*/ 346351 w 5613197"/>
                <a:gd name="connsiteY8-78" fmla="*/ 45478 h 4563725"/>
                <a:gd name="connsiteX9-79" fmla="*/ 3451 w 5613197"/>
                <a:gd name="connsiteY9-80" fmla="*/ 698621 h 4563725"/>
                <a:gd name="connsiteX0-81" fmla="*/ 3451 w 5554564"/>
                <a:gd name="connsiteY0-82" fmla="*/ 677467 h 4542571"/>
                <a:gd name="connsiteX1-83" fmla="*/ 166736 w 5554564"/>
                <a:gd name="connsiteY1-84" fmla="*/ 1575539 h 4542571"/>
                <a:gd name="connsiteX2-85" fmla="*/ 117751 w 5554564"/>
                <a:gd name="connsiteY2-86" fmla="*/ 4171782 h 4542571"/>
                <a:gd name="connsiteX3-87" fmla="*/ 1293408 w 5554564"/>
                <a:gd name="connsiteY3-88" fmla="*/ 4384053 h 4542571"/>
                <a:gd name="connsiteX4-89" fmla="*/ 5261251 w 5554564"/>
                <a:gd name="connsiteY4-90" fmla="*/ 4400382 h 4542571"/>
                <a:gd name="connsiteX5-91" fmla="*/ 5277579 w 5554564"/>
                <a:gd name="connsiteY5-92" fmla="*/ 2522596 h 4542571"/>
                <a:gd name="connsiteX6-93" fmla="*/ 5424536 w 5554564"/>
                <a:gd name="connsiteY6-94" fmla="*/ 187610 h 4542571"/>
                <a:gd name="connsiteX7-95" fmla="*/ 2354765 w 5554564"/>
                <a:gd name="connsiteY7-96" fmla="*/ 73310 h 4542571"/>
                <a:gd name="connsiteX8-97" fmla="*/ 346351 w 5554564"/>
                <a:gd name="connsiteY8-98" fmla="*/ 24324 h 4542571"/>
                <a:gd name="connsiteX9-99" fmla="*/ 3451 w 5554564"/>
                <a:gd name="connsiteY9-100" fmla="*/ 677467 h 4542571"/>
                <a:gd name="connsiteX0-101" fmla="*/ 3451 w 5682000"/>
                <a:gd name="connsiteY0-102" fmla="*/ 700982 h 4563669"/>
                <a:gd name="connsiteX1-103" fmla="*/ 166736 w 5682000"/>
                <a:gd name="connsiteY1-104" fmla="*/ 1599054 h 4563669"/>
                <a:gd name="connsiteX2-105" fmla="*/ 117751 w 5682000"/>
                <a:gd name="connsiteY2-106" fmla="*/ 4195297 h 4563669"/>
                <a:gd name="connsiteX3-107" fmla="*/ 1293408 w 5682000"/>
                <a:gd name="connsiteY3-108" fmla="*/ 4407568 h 4563669"/>
                <a:gd name="connsiteX4-109" fmla="*/ 5261251 w 5682000"/>
                <a:gd name="connsiteY4-110" fmla="*/ 4423897 h 4563669"/>
                <a:gd name="connsiteX5-111" fmla="*/ 5489850 w 5682000"/>
                <a:gd name="connsiteY5-112" fmla="*/ 2578768 h 4563669"/>
                <a:gd name="connsiteX6-113" fmla="*/ 5424536 w 5682000"/>
                <a:gd name="connsiteY6-114" fmla="*/ 211125 h 4563669"/>
                <a:gd name="connsiteX7-115" fmla="*/ 2354765 w 5682000"/>
                <a:gd name="connsiteY7-116" fmla="*/ 96825 h 4563669"/>
                <a:gd name="connsiteX8-117" fmla="*/ 346351 w 5682000"/>
                <a:gd name="connsiteY8-118" fmla="*/ 47839 h 4563669"/>
                <a:gd name="connsiteX9-119" fmla="*/ 3451 w 5682000"/>
                <a:gd name="connsiteY9-120" fmla="*/ 700982 h 4563669"/>
                <a:gd name="connsiteX0-121" fmla="*/ 3451 w 5687062"/>
                <a:gd name="connsiteY0-122" fmla="*/ 700982 h 4602114"/>
                <a:gd name="connsiteX1-123" fmla="*/ 166736 w 5687062"/>
                <a:gd name="connsiteY1-124" fmla="*/ 1599054 h 4602114"/>
                <a:gd name="connsiteX2-125" fmla="*/ 117751 w 5687062"/>
                <a:gd name="connsiteY2-126" fmla="*/ 4195297 h 4602114"/>
                <a:gd name="connsiteX3-127" fmla="*/ 1293408 w 5687062"/>
                <a:gd name="connsiteY3-128" fmla="*/ 4407568 h 4602114"/>
                <a:gd name="connsiteX4-129" fmla="*/ 5146951 w 5687062"/>
                <a:gd name="connsiteY4-130" fmla="*/ 4472883 h 4602114"/>
                <a:gd name="connsiteX5-131" fmla="*/ 5489850 w 5687062"/>
                <a:gd name="connsiteY5-132" fmla="*/ 2578768 h 4602114"/>
                <a:gd name="connsiteX6-133" fmla="*/ 5424536 w 5687062"/>
                <a:gd name="connsiteY6-134" fmla="*/ 211125 h 4602114"/>
                <a:gd name="connsiteX7-135" fmla="*/ 2354765 w 5687062"/>
                <a:gd name="connsiteY7-136" fmla="*/ 96825 h 4602114"/>
                <a:gd name="connsiteX8-137" fmla="*/ 346351 w 5687062"/>
                <a:gd name="connsiteY8-138" fmla="*/ 47839 h 4602114"/>
                <a:gd name="connsiteX9-139" fmla="*/ 3451 w 5687062"/>
                <a:gd name="connsiteY9-140" fmla="*/ 700982 h 4602114"/>
                <a:gd name="connsiteX0-141" fmla="*/ 3451 w 5687062"/>
                <a:gd name="connsiteY0-142" fmla="*/ 700982 h 4630183"/>
                <a:gd name="connsiteX1-143" fmla="*/ 166736 w 5687062"/>
                <a:gd name="connsiteY1-144" fmla="*/ 1599054 h 4630183"/>
                <a:gd name="connsiteX2-145" fmla="*/ 117751 w 5687062"/>
                <a:gd name="connsiteY2-146" fmla="*/ 4195297 h 4630183"/>
                <a:gd name="connsiteX3-147" fmla="*/ 1750608 w 5687062"/>
                <a:gd name="connsiteY3-148" fmla="*/ 4489211 h 4630183"/>
                <a:gd name="connsiteX4-149" fmla="*/ 5146951 w 5687062"/>
                <a:gd name="connsiteY4-150" fmla="*/ 4472883 h 4630183"/>
                <a:gd name="connsiteX5-151" fmla="*/ 5489850 w 5687062"/>
                <a:gd name="connsiteY5-152" fmla="*/ 2578768 h 4630183"/>
                <a:gd name="connsiteX6-153" fmla="*/ 5424536 w 5687062"/>
                <a:gd name="connsiteY6-154" fmla="*/ 211125 h 4630183"/>
                <a:gd name="connsiteX7-155" fmla="*/ 2354765 w 5687062"/>
                <a:gd name="connsiteY7-156" fmla="*/ 96825 h 4630183"/>
                <a:gd name="connsiteX8-157" fmla="*/ 346351 w 5687062"/>
                <a:gd name="connsiteY8-158" fmla="*/ 47839 h 4630183"/>
                <a:gd name="connsiteX9-159" fmla="*/ 3451 w 5687062"/>
                <a:gd name="connsiteY9-160" fmla="*/ 700982 h 4630183"/>
                <a:gd name="connsiteX0-161" fmla="*/ 39466 w 5723077"/>
                <a:gd name="connsiteY0-162" fmla="*/ 700982 h 4630183"/>
                <a:gd name="connsiteX1-163" fmla="*/ 55794 w 5723077"/>
                <a:gd name="connsiteY1-164" fmla="*/ 1958282 h 4630183"/>
                <a:gd name="connsiteX2-165" fmla="*/ 153766 w 5723077"/>
                <a:gd name="connsiteY2-166" fmla="*/ 4195297 h 4630183"/>
                <a:gd name="connsiteX3-167" fmla="*/ 1786623 w 5723077"/>
                <a:gd name="connsiteY3-168" fmla="*/ 4489211 h 4630183"/>
                <a:gd name="connsiteX4-169" fmla="*/ 5182966 w 5723077"/>
                <a:gd name="connsiteY4-170" fmla="*/ 4472883 h 4630183"/>
                <a:gd name="connsiteX5-171" fmla="*/ 5525865 w 5723077"/>
                <a:gd name="connsiteY5-172" fmla="*/ 2578768 h 4630183"/>
                <a:gd name="connsiteX6-173" fmla="*/ 5460551 w 5723077"/>
                <a:gd name="connsiteY6-174" fmla="*/ 211125 h 4630183"/>
                <a:gd name="connsiteX7-175" fmla="*/ 2390780 w 5723077"/>
                <a:gd name="connsiteY7-176" fmla="*/ 96825 h 4630183"/>
                <a:gd name="connsiteX8-177" fmla="*/ 382366 w 5723077"/>
                <a:gd name="connsiteY8-178" fmla="*/ 47839 h 4630183"/>
                <a:gd name="connsiteX9-179" fmla="*/ 39466 w 5723077"/>
                <a:gd name="connsiteY9-180" fmla="*/ 700982 h 4630183"/>
                <a:gd name="connsiteX0-181" fmla="*/ 39466 w 5723077"/>
                <a:gd name="connsiteY0-182" fmla="*/ 700982 h 4598647"/>
                <a:gd name="connsiteX1-183" fmla="*/ 55794 w 5723077"/>
                <a:gd name="connsiteY1-184" fmla="*/ 1958282 h 4598647"/>
                <a:gd name="connsiteX2-185" fmla="*/ 153766 w 5723077"/>
                <a:gd name="connsiteY2-186" fmla="*/ 4195297 h 4598647"/>
                <a:gd name="connsiteX3-187" fmla="*/ 1786623 w 5723077"/>
                <a:gd name="connsiteY3-188" fmla="*/ 4489211 h 4598647"/>
                <a:gd name="connsiteX4-189" fmla="*/ 5182966 w 5723077"/>
                <a:gd name="connsiteY4-190" fmla="*/ 4472883 h 4598647"/>
                <a:gd name="connsiteX5-191" fmla="*/ 5525865 w 5723077"/>
                <a:gd name="connsiteY5-192" fmla="*/ 2578768 h 4598647"/>
                <a:gd name="connsiteX6-193" fmla="*/ 5460551 w 5723077"/>
                <a:gd name="connsiteY6-194" fmla="*/ 211125 h 4598647"/>
                <a:gd name="connsiteX7-195" fmla="*/ 2390780 w 5723077"/>
                <a:gd name="connsiteY7-196" fmla="*/ 96825 h 4598647"/>
                <a:gd name="connsiteX8-197" fmla="*/ 382366 w 5723077"/>
                <a:gd name="connsiteY8-198" fmla="*/ 47839 h 4598647"/>
                <a:gd name="connsiteX9-199" fmla="*/ 39466 w 5723077"/>
                <a:gd name="connsiteY9-200" fmla="*/ 700982 h 4598647"/>
                <a:gd name="connsiteX0-201" fmla="*/ 39466 w 5716643"/>
                <a:gd name="connsiteY0-202" fmla="*/ 700982 h 4625148"/>
                <a:gd name="connsiteX1-203" fmla="*/ 55794 w 5716643"/>
                <a:gd name="connsiteY1-204" fmla="*/ 1958282 h 4625148"/>
                <a:gd name="connsiteX2-205" fmla="*/ 153766 w 5716643"/>
                <a:gd name="connsiteY2-206" fmla="*/ 4195297 h 4625148"/>
                <a:gd name="connsiteX3-207" fmla="*/ 1786623 w 5716643"/>
                <a:gd name="connsiteY3-208" fmla="*/ 4489211 h 4625148"/>
                <a:gd name="connsiteX4-209" fmla="*/ 5328776 w 5716643"/>
                <a:gd name="connsiteY4-210" fmla="*/ 4508802 h 4625148"/>
                <a:gd name="connsiteX5-211" fmla="*/ 5525865 w 5716643"/>
                <a:gd name="connsiteY5-212" fmla="*/ 2578768 h 4625148"/>
                <a:gd name="connsiteX6-213" fmla="*/ 5460551 w 5716643"/>
                <a:gd name="connsiteY6-214" fmla="*/ 211125 h 4625148"/>
                <a:gd name="connsiteX7-215" fmla="*/ 2390780 w 5716643"/>
                <a:gd name="connsiteY7-216" fmla="*/ 96825 h 4625148"/>
                <a:gd name="connsiteX8-217" fmla="*/ 382366 w 5716643"/>
                <a:gd name="connsiteY8-218" fmla="*/ 47839 h 4625148"/>
                <a:gd name="connsiteX9-219" fmla="*/ 39466 w 5716643"/>
                <a:gd name="connsiteY9-220" fmla="*/ 700982 h 4625148"/>
                <a:gd name="connsiteX0-221" fmla="*/ 39466 w 5715854"/>
                <a:gd name="connsiteY0-222" fmla="*/ 700982 h 4573748"/>
                <a:gd name="connsiteX1-223" fmla="*/ 55794 w 5715854"/>
                <a:gd name="connsiteY1-224" fmla="*/ 1958282 h 4573748"/>
                <a:gd name="connsiteX2-225" fmla="*/ 153766 w 5715854"/>
                <a:gd name="connsiteY2-226" fmla="*/ 4195297 h 4573748"/>
                <a:gd name="connsiteX3-227" fmla="*/ 1786623 w 5715854"/>
                <a:gd name="connsiteY3-228" fmla="*/ 4489211 h 4573748"/>
                <a:gd name="connsiteX4-229" fmla="*/ 5347003 w 5715854"/>
                <a:gd name="connsiteY4-230" fmla="*/ 4436964 h 4573748"/>
                <a:gd name="connsiteX5-231" fmla="*/ 5525865 w 5715854"/>
                <a:gd name="connsiteY5-232" fmla="*/ 2578768 h 4573748"/>
                <a:gd name="connsiteX6-233" fmla="*/ 5460551 w 5715854"/>
                <a:gd name="connsiteY6-234" fmla="*/ 211125 h 4573748"/>
                <a:gd name="connsiteX7-235" fmla="*/ 2390780 w 5715854"/>
                <a:gd name="connsiteY7-236" fmla="*/ 96825 h 4573748"/>
                <a:gd name="connsiteX8-237" fmla="*/ 382366 w 5715854"/>
                <a:gd name="connsiteY8-238" fmla="*/ 47839 h 4573748"/>
                <a:gd name="connsiteX9-239" fmla="*/ 39466 w 5715854"/>
                <a:gd name="connsiteY9-240" fmla="*/ 700982 h 4573748"/>
                <a:gd name="connsiteX0-241" fmla="*/ 39466 w 5628110"/>
                <a:gd name="connsiteY0-242" fmla="*/ 658040 h 4530806"/>
                <a:gd name="connsiteX1-243" fmla="*/ 55794 w 5628110"/>
                <a:gd name="connsiteY1-244" fmla="*/ 1915340 h 4530806"/>
                <a:gd name="connsiteX2-245" fmla="*/ 153766 w 5628110"/>
                <a:gd name="connsiteY2-246" fmla="*/ 4152355 h 4530806"/>
                <a:gd name="connsiteX3-247" fmla="*/ 1786623 w 5628110"/>
                <a:gd name="connsiteY3-248" fmla="*/ 4446269 h 4530806"/>
                <a:gd name="connsiteX4-249" fmla="*/ 5347003 w 5628110"/>
                <a:gd name="connsiteY4-250" fmla="*/ 4394022 h 4530806"/>
                <a:gd name="connsiteX5-251" fmla="*/ 5525865 w 5628110"/>
                <a:gd name="connsiteY5-252" fmla="*/ 2535826 h 4530806"/>
                <a:gd name="connsiteX6-253" fmla="*/ 5460551 w 5628110"/>
                <a:gd name="connsiteY6-254" fmla="*/ 168183 h 4530806"/>
                <a:gd name="connsiteX7-255" fmla="*/ 2390780 w 5628110"/>
                <a:gd name="connsiteY7-256" fmla="*/ 53883 h 4530806"/>
                <a:gd name="connsiteX8-257" fmla="*/ 382366 w 5628110"/>
                <a:gd name="connsiteY8-258" fmla="*/ 4897 h 4530806"/>
                <a:gd name="connsiteX9-259" fmla="*/ 39466 w 5628110"/>
                <a:gd name="connsiteY9-260" fmla="*/ 658040 h 4530806"/>
                <a:gd name="connsiteX0-261" fmla="*/ 39466 w 5628110"/>
                <a:gd name="connsiteY0-262" fmla="*/ 658040 h 4530806"/>
                <a:gd name="connsiteX1-263" fmla="*/ 55794 w 5628110"/>
                <a:gd name="connsiteY1-264" fmla="*/ 1915340 h 4530806"/>
                <a:gd name="connsiteX2-265" fmla="*/ 153766 w 5628110"/>
                <a:gd name="connsiteY2-266" fmla="*/ 4152355 h 4530806"/>
                <a:gd name="connsiteX3-267" fmla="*/ 1786623 w 5628110"/>
                <a:gd name="connsiteY3-268" fmla="*/ 4446269 h 4530806"/>
                <a:gd name="connsiteX4-269" fmla="*/ 5347003 w 5628110"/>
                <a:gd name="connsiteY4-270" fmla="*/ 4394022 h 4530806"/>
                <a:gd name="connsiteX5-271" fmla="*/ 5525865 w 5628110"/>
                <a:gd name="connsiteY5-272" fmla="*/ 2535826 h 4530806"/>
                <a:gd name="connsiteX6-273" fmla="*/ 5460551 w 5628110"/>
                <a:gd name="connsiteY6-274" fmla="*/ 168183 h 4530806"/>
                <a:gd name="connsiteX7-275" fmla="*/ 2390780 w 5628110"/>
                <a:gd name="connsiteY7-276" fmla="*/ 53883 h 4530806"/>
                <a:gd name="connsiteX8-277" fmla="*/ 473498 w 5628110"/>
                <a:gd name="connsiteY8-278" fmla="*/ 4897 h 4530806"/>
                <a:gd name="connsiteX9-279" fmla="*/ 39466 w 5628110"/>
                <a:gd name="connsiteY9-280" fmla="*/ 658040 h 4530806"/>
                <a:gd name="connsiteX0-281" fmla="*/ 39466 w 5628110"/>
                <a:gd name="connsiteY0-282" fmla="*/ 658040 h 4530806"/>
                <a:gd name="connsiteX1-283" fmla="*/ 55794 w 5628110"/>
                <a:gd name="connsiteY1-284" fmla="*/ 1915340 h 4530806"/>
                <a:gd name="connsiteX2-285" fmla="*/ 153766 w 5628110"/>
                <a:gd name="connsiteY2-286" fmla="*/ 4152355 h 4530806"/>
                <a:gd name="connsiteX3-287" fmla="*/ 1786623 w 5628110"/>
                <a:gd name="connsiteY3-288" fmla="*/ 4446269 h 4530806"/>
                <a:gd name="connsiteX4-289" fmla="*/ 5347003 w 5628110"/>
                <a:gd name="connsiteY4-290" fmla="*/ 4394022 h 4530806"/>
                <a:gd name="connsiteX5-291" fmla="*/ 5525865 w 5628110"/>
                <a:gd name="connsiteY5-292" fmla="*/ 2535826 h 4530806"/>
                <a:gd name="connsiteX6-293" fmla="*/ 5460551 w 5628110"/>
                <a:gd name="connsiteY6-294" fmla="*/ 168183 h 4530806"/>
                <a:gd name="connsiteX7-295" fmla="*/ 2390780 w 5628110"/>
                <a:gd name="connsiteY7-296" fmla="*/ 53883 h 4530806"/>
                <a:gd name="connsiteX8-297" fmla="*/ 473498 w 5628110"/>
                <a:gd name="connsiteY8-298" fmla="*/ 4897 h 4530806"/>
                <a:gd name="connsiteX9-299" fmla="*/ 277859 w 5628110"/>
                <a:gd name="connsiteY9-300" fmla="*/ 887092 h 4530806"/>
                <a:gd name="connsiteX0-301" fmla="*/ 39466 w 5628110"/>
                <a:gd name="connsiteY0-302" fmla="*/ 658040 h 4530806"/>
                <a:gd name="connsiteX1-303" fmla="*/ 55794 w 5628110"/>
                <a:gd name="connsiteY1-304" fmla="*/ 1915340 h 4530806"/>
                <a:gd name="connsiteX2-305" fmla="*/ 153766 w 5628110"/>
                <a:gd name="connsiteY2-306" fmla="*/ 4152355 h 4530806"/>
                <a:gd name="connsiteX3-307" fmla="*/ 1786623 w 5628110"/>
                <a:gd name="connsiteY3-308" fmla="*/ 4446269 h 4530806"/>
                <a:gd name="connsiteX4-309" fmla="*/ 5347003 w 5628110"/>
                <a:gd name="connsiteY4-310" fmla="*/ 4394022 h 4530806"/>
                <a:gd name="connsiteX5-311" fmla="*/ 5525865 w 5628110"/>
                <a:gd name="connsiteY5-312" fmla="*/ 2535826 h 4530806"/>
                <a:gd name="connsiteX6-313" fmla="*/ 5460551 w 5628110"/>
                <a:gd name="connsiteY6-314" fmla="*/ 168183 h 4530806"/>
                <a:gd name="connsiteX7-315" fmla="*/ 2390780 w 5628110"/>
                <a:gd name="connsiteY7-316" fmla="*/ 53883 h 4530806"/>
                <a:gd name="connsiteX8-317" fmla="*/ 473498 w 5628110"/>
                <a:gd name="connsiteY8-318" fmla="*/ 4897 h 4530806"/>
                <a:gd name="connsiteX0-319" fmla="*/ 39466 w 5628110"/>
                <a:gd name="connsiteY0-320" fmla="*/ 896635 h 4530806"/>
                <a:gd name="connsiteX1-321" fmla="*/ 55794 w 5628110"/>
                <a:gd name="connsiteY1-322" fmla="*/ 1915340 h 4530806"/>
                <a:gd name="connsiteX2-323" fmla="*/ 153766 w 5628110"/>
                <a:gd name="connsiteY2-324" fmla="*/ 4152355 h 4530806"/>
                <a:gd name="connsiteX3-325" fmla="*/ 1786623 w 5628110"/>
                <a:gd name="connsiteY3-326" fmla="*/ 4446269 h 4530806"/>
                <a:gd name="connsiteX4-327" fmla="*/ 5347003 w 5628110"/>
                <a:gd name="connsiteY4-328" fmla="*/ 4394022 h 4530806"/>
                <a:gd name="connsiteX5-329" fmla="*/ 5525865 w 5628110"/>
                <a:gd name="connsiteY5-330" fmla="*/ 2535826 h 4530806"/>
                <a:gd name="connsiteX6-331" fmla="*/ 5460551 w 5628110"/>
                <a:gd name="connsiteY6-332" fmla="*/ 168183 h 4530806"/>
                <a:gd name="connsiteX7-333" fmla="*/ 2390780 w 5628110"/>
                <a:gd name="connsiteY7-334" fmla="*/ 53883 h 4530806"/>
                <a:gd name="connsiteX8-335" fmla="*/ 473498 w 5628110"/>
                <a:gd name="connsiteY8-336" fmla="*/ 4897 h 4530806"/>
                <a:gd name="connsiteX0-337" fmla="*/ 39466 w 5628110"/>
                <a:gd name="connsiteY0-338" fmla="*/ 896635 h 4530806"/>
                <a:gd name="connsiteX1-339" fmla="*/ 55794 w 5628110"/>
                <a:gd name="connsiteY1-340" fmla="*/ 1915340 h 4530806"/>
                <a:gd name="connsiteX2-341" fmla="*/ 153766 w 5628110"/>
                <a:gd name="connsiteY2-342" fmla="*/ 4152355 h 4530806"/>
                <a:gd name="connsiteX3-343" fmla="*/ 1786623 w 5628110"/>
                <a:gd name="connsiteY3-344" fmla="*/ 4446269 h 4530806"/>
                <a:gd name="connsiteX4-345" fmla="*/ 5347003 w 5628110"/>
                <a:gd name="connsiteY4-346" fmla="*/ 4394022 h 4530806"/>
                <a:gd name="connsiteX5-347" fmla="*/ 5525865 w 5628110"/>
                <a:gd name="connsiteY5-348" fmla="*/ 2535826 h 4530806"/>
                <a:gd name="connsiteX6-349" fmla="*/ 5460551 w 5628110"/>
                <a:gd name="connsiteY6-350" fmla="*/ 168183 h 4530806"/>
                <a:gd name="connsiteX7-351" fmla="*/ 2390780 w 5628110"/>
                <a:gd name="connsiteY7-352" fmla="*/ 53883 h 4530806"/>
                <a:gd name="connsiteX8-353" fmla="*/ 845987 w 5628110"/>
                <a:gd name="connsiteY8-354" fmla="*/ 4897 h 4530806"/>
              </a:gdLst>
              <a:ahLst/>
              <a:cxnLst>
                <a:cxn ang="0">
                  <a:pos x="connsiteX0-337" y="connsiteY0-338"/>
                </a:cxn>
                <a:cxn ang="0">
                  <a:pos x="connsiteX1-339" y="connsiteY1-340"/>
                </a:cxn>
                <a:cxn ang="0">
                  <a:pos x="connsiteX2-341" y="connsiteY2-342"/>
                </a:cxn>
                <a:cxn ang="0">
                  <a:pos x="connsiteX3-343" y="connsiteY3-344"/>
                </a:cxn>
                <a:cxn ang="0">
                  <a:pos x="connsiteX4-345" y="connsiteY4-346"/>
                </a:cxn>
                <a:cxn ang="0">
                  <a:pos x="connsiteX5-347" y="connsiteY5-348"/>
                </a:cxn>
                <a:cxn ang="0">
                  <a:pos x="connsiteX6-349" y="connsiteY6-350"/>
                </a:cxn>
                <a:cxn ang="0">
                  <a:pos x="connsiteX7-351" y="connsiteY7-352"/>
                </a:cxn>
                <a:cxn ang="0">
                  <a:pos x="connsiteX8-353" y="connsiteY8-354"/>
                </a:cxn>
              </a:cxnLst>
              <a:rect l="l" t="t" r="r" b="b"/>
              <a:pathLst>
                <a:path w="5628110" h="4530806">
                  <a:moveTo>
                    <a:pt x="39466" y="896635"/>
                  </a:moveTo>
                  <a:cubicBezTo>
                    <a:pt x="-30151" y="1215042"/>
                    <a:pt x="36744" y="1372720"/>
                    <a:pt x="55794" y="1915340"/>
                  </a:cubicBezTo>
                  <a:cubicBezTo>
                    <a:pt x="74844" y="2457960"/>
                    <a:pt x="-134706" y="3730534"/>
                    <a:pt x="153766" y="4152355"/>
                  </a:cubicBezTo>
                  <a:cubicBezTo>
                    <a:pt x="442238" y="4574177"/>
                    <a:pt x="921084" y="4405991"/>
                    <a:pt x="1786623" y="4446269"/>
                  </a:cubicBezTo>
                  <a:cubicBezTo>
                    <a:pt x="2652162" y="4486547"/>
                    <a:pt x="4942512" y="4640591"/>
                    <a:pt x="5347003" y="4394022"/>
                  </a:cubicBezTo>
                  <a:cubicBezTo>
                    <a:pt x="5751494" y="4147453"/>
                    <a:pt x="5506940" y="3240133"/>
                    <a:pt x="5525865" y="2535826"/>
                  </a:cubicBezTo>
                  <a:cubicBezTo>
                    <a:pt x="5544790" y="1831520"/>
                    <a:pt x="5782574" y="438161"/>
                    <a:pt x="5460551" y="168183"/>
                  </a:cubicBezTo>
                  <a:cubicBezTo>
                    <a:pt x="5138528" y="-101795"/>
                    <a:pt x="3221955" y="81097"/>
                    <a:pt x="2390780" y="53883"/>
                  </a:cubicBezTo>
                  <a:cubicBezTo>
                    <a:pt x="1559605" y="26669"/>
                    <a:pt x="1148065" y="-14153"/>
                    <a:pt x="845987" y="4897"/>
                  </a:cubicBezTo>
                </a:path>
              </a:pathLst>
            </a:custGeom>
            <a:noFill/>
            <a:ln w="25400" cap="rnd" cmpd="sng" algn="ctr">
              <a:solidFill>
                <a:sysClr val="windowText" lastClr="000000">
                  <a:lumMod val="65000"/>
                  <a:lumOff val="35000"/>
                </a:sysClr>
              </a:solidFill>
              <a:prstDash val="solid"/>
              <a:round/>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1">
                <a:ln>
                  <a:noFill/>
                </a:ln>
                <a:solidFill>
                  <a:prstClr val="black">
                    <a:lumMod val="65000"/>
                    <a:lumOff val="35000"/>
                  </a:prstClr>
                </a:solidFill>
                <a:effectLst/>
                <a:uLnTx/>
                <a:uFillTx/>
                <a:latin typeface="方正静蕾简体"/>
                <a:ea typeface="方正静蕾简体"/>
                <a:cs typeface="+mn-ea"/>
                <a:sym typeface="+mn-lt"/>
              </a:endParaRPr>
            </a:p>
          </p:txBody>
        </p:sp>
        <p:sp>
          <p:nvSpPr>
            <p:cNvPr id="133" name="文本框 132"/>
            <p:cNvSpPr txBox="1"/>
            <p:nvPr/>
          </p:nvSpPr>
          <p:spPr>
            <a:xfrm>
              <a:off x="7781925" y="1851025"/>
              <a:ext cx="809625" cy="580811"/>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rgbClr val="595959"/>
                  </a:solidFill>
                  <a:effectLst/>
                  <a:uLnTx/>
                  <a:uFillTx/>
                  <a:ea typeface="方正静蕾简体"/>
                  <a:cs typeface="+mn-ea"/>
                  <a:sym typeface="+mn-lt"/>
                </a:rPr>
                <a:t>03</a:t>
              </a:r>
              <a:endParaRPr kumimoji="0" lang="zh-CN" altLang="en-US" sz="3600" b="1" i="0" u="none" strike="noStrike" kern="0" cap="none" spc="0" normalizeH="0" baseline="0" noProof="0">
                <a:ln>
                  <a:noFill/>
                </a:ln>
                <a:solidFill>
                  <a:srgbClr val="595959"/>
                </a:solidFill>
                <a:effectLst/>
                <a:uLnTx/>
                <a:uFillTx/>
                <a:ea typeface="方正静蕾简体"/>
                <a:cs typeface="+mn-ea"/>
                <a:sym typeface="+mn-lt"/>
              </a:endParaRPr>
            </a:p>
          </p:txBody>
        </p:sp>
      </p:grpSp>
      <p:sp>
        <p:nvSpPr>
          <p:cNvPr id="2" name="文本框 1"/>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01 </a:t>
            </a:r>
            <a:r>
              <a:rPr lang="zh-CN" altLang="en-US" sz="3200" b="1">
                <a:solidFill>
                  <a:srgbClr val="0F863B"/>
                </a:solidFill>
                <a:latin typeface="黑体" panose="02010609060101010101" charset="-122"/>
                <a:ea typeface="黑体" panose="02010609060101010101" charset="-122"/>
              </a:rPr>
              <a:t>背景介绍</a:t>
            </a:r>
          </a:p>
        </p:txBody>
      </p:sp>
      <p:sp>
        <p:nvSpPr>
          <p:cNvPr id="6" name="文本框 5"/>
          <p:cNvSpPr txBox="1"/>
          <p:nvPr/>
        </p:nvSpPr>
        <p:spPr>
          <a:xfrm>
            <a:off x="2447290" y="5509895"/>
            <a:ext cx="6930390" cy="922020"/>
          </a:xfrm>
          <a:prstGeom prst="rect">
            <a:avLst/>
          </a:prstGeom>
          <a:noFill/>
        </p:spPr>
        <p:txBody>
          <a:bodyPr wrap="square" rtlCol="0" anchor="t">
            <a:spAutoFit/>
          </a:bodyPr>
          <a:lstStyle/>
          <a:p>
            <a:pPr fontAlgn="auto">
              <a:lnSpc>
                <a:spcPct val="150000"/>
              </a:lnSpc>
            </a:pPr>
            <a:r>
              <a:rPr lang="en-US" altLang="zh-CN" dirty="0">
                <a:solidFill>
                  <a:srgbClr val="595959"/>
                </a:solidFill>
                <a:latin typeface="方正静蕾简体"/>
                <a:ea typeface="方正静蕾简体"/>
                <a:cs typeface="+mn-ea"/>
              </a:rPr>
              <a:t>      </a:t>
            </a:r>
            <a:r>
              <a:rPr lang="zh-CN" altLang="en-US" dirty="0">
                <a:solidFill>
                  <a:srgbClr val="595959"/>
                </a:solidFill>
                <a:latin typeface="方正静蕾简体"/>
                <a:ea typeface="方正静蕾简体"/>
                <a:cs typeface="+mn-ea"/>
              </a:rPr>
              <a:t>随着我国经济的快速增长，资源、能源消耗的持续增加，环境保护面临的压力越来越大，环境形势依然十分严峻。</a:t>
            </a:r>
          </a:p>
        </p:txBody>
      </p:sp>
      <p:sp>
        <p:nvSpPr>
          <p:cNvPr id="7" name="文本框 6"/>
          <p:cNvSpPr txBox="1"/>
          <p:nvPr/>
        </p:nvSpPr>
        <p:spPr>
          <a:xfrm>
            <a:off x="1085059" y="1237856"/>
            <a:ext cx="7856186" cy="583565"/>
          </a:xfrm>
          <a:prstGeom prst="rect">
            <a:avLst/>
          </a:prstGeom>
          <a:noFill/>
        </p:spPr>
        <p:txBody>
          <a:bodyPr>
            <a:spAutoFit/>
          </a:bodyPr>
          <a:lstStyle/>
          <a:p>
            <a:r>
              <a:rPr lang="zh-CN" altLang="en-US" sz="3200" b="1" dirty="0">
                <a:solidFill>
                  <a:srgbClr val="595959"/>
                </a:solidFill>
                <a:latin typeface="+mn-lt"/>
                <a:ea typeface="+mn-ea"/>
                <a:cs typeface="+mn-ea"/>
                <a:sym typeface="+mn-lt"/>
              </a:rPr>
              <a:t>环境形势严峻</a:t>
            </a:r>
          </a:p>
        </p:txBody>
      </p:sp>
      <p:pic>
        <p:nvPicPr>
          <p:cNvPr id="8" name="图片 7" descr="13fcd81b0b071e4f0ebff27a9913990"/>
          <p:cNvPicPr>
            <a:picLocks noChangeAspect="1"/>
          </p:cNvPicPr>
          <p:nvPr/>
        </p:nvPicPr>
        <p:blipFill>
          <a:blip r:embed="rId3"/>
          <a:stretch>
            <a:fillRect/>
          </a:stretch>
        </p:blipFill>
        <p:spPr>
          <a:xfrm>
            <a:off x="1223010" y="2586355"/>
            <a:ext cx="2790825" cy="1570990"/>
          </a:xfrm>
          <a:prstGeom prst="rect">
            <a:avLst/>
          </a:prstGeom>
        </p:spPr>
      </p:pic>
      <p:pic>
        <p:nvPicPr>
          <p:cNvPr id="9" name="图片 8" descr="a752bbe40ee65a1eb8ae1e27118b56a"/>
          <p:cNvPicPr>
            <a:picLocks noChangeAspect="1"/>
          </p:cNvPicPr>
          <p:nvPr/>
        </p:nvPicPr>
        <p:blipFill>
          <a:blip r:embed="rId4"/>
          <a:stretch>
            <a:fillRect/>
          </a:stretch>
        </p:blipFill>
        <p:spPr>
          <a:xfrm>
            <a:off x="4756785" y="2629535"/>
            <a:ext cx="2834005" cy="1595120"/>
          </a:xfrm>
          <a:prstGeom prst="rect">
            <a:avLst/>
          </a:prstGeom>
        </p:spPr>
      </p:pic>
      <p:pic>
        <p:nvPicPr>
          <p:cNvPr id="10" name="图片 9" descr="d240e52919d5ac01114e61620c84768"/>
          <p:cNvPicPr>
            <a:picLocks noChangeAspect="1"/>
          </p:cNvPicPr>
          <p:nvPr/>
        </p:nvPicPr>
        <p:blipFill>
          <a:blip r:embed="rId5"/>
          <a:stretch>
            <a:fillRect/>
          </a:stretch>
        </p:blipFill>
        <p:spPr>
          <a:xfrm>
            <a:off x="8276590" y="2599055"/>
            <a:ext cx="2769235" cy="1558290"/>
          </a:xfrm>
          <a:prstGeom prst="rect">
            <a:avLst/>
          </a:prstGeom>
        </p:spPr>
      </p:pic>
      <p:sp>
        <p:nvSpPr>
          <p:cNvPr id="78" name="文本框 7"/>
          <p:cNvSpPr txBox="1">
            <a:spLocks noChangeArrowheads="1"/>
          </p:cNvSpPr>
          <p:nvPr/>
        </p:nvSpPr>
        <p:spPr bwMode="auto">
          <a:xfrm>
            <a:off x="613577" y="4650085"/>
            <a:ext cx="387371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800" b="1" dirty="0">
                <a:solidFill>
                  <a:srgbClr val="595959"/>
                </a:solidFill>
                <a:latin typeface="方正静蕾简体" panose="02000000000000000000" pitchFamily="2" charset="-122"/>
                <a:ea typeface="方正静蕾简体" panose="02000000000000000000" pitchFamily="2" charset="-122"/>
              </a:rPr>
              <a:t>水污染</a:t>
            </a:r>
          </a:p>
        </p:txBody>
      </p:sp>
      <p:sp>
        <p:nvSpPr>
          <p:cNvPr id="11" name="文本框 7"/>
          <p:cNvSpPr txBox="1">
            <a:spLocks noChangeArrowheads="1"/>
          </p:cNvSpPr>
          <p:nvPr/>
        </p:nvSpPr>
        <p:spPr bwMode="auto">
          <a:xfrm>
            <a:off x="4195612" y="4741525"/>
            <a:ext cx="387371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800" b="1" dirty="0">
                <a:solidFill>
                  <a:srgbClr val="595959"/>
                </a:solidFill>
                <a:latin typeface="方正静蕾简体" panose="02000000000000000000" pitchFamily="2" charset="-122"/>
                <a:ea typeface="方正静蕾简体" panose="02000000000000000000" pitchFamily="2" charset="-122"/>
              </a:rPr>
              <a:t>大气污染</a:t>
            </a:r>
          </a:p>
        </p:txBody>
      </p:sp>
      <p:sp>
        <p:nvSpPr>
          <p:cNvPr id="12" name="文本框 7"/>
          <p:cNvSpPr txBox="1">
            <a:spLocks noChangeArrowheads="1"/>
          </p:cNvSpPr>
          <p:nvPr/>
        </p:nvSpPr>
        <p:spPr bwMode="auto">
          <a:xfrm>
            <a:off x="7681762" y="4741525"/>
            <a:ext cx="387371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800" b="1" dirty="0">
                <a:solidFill>
                  <a:srgbClr val="595959"/>
                </a:solidFill>
                <a:latin typeface="方正静蕾简体" panose="02000000000000000000" pitchFamily="2" charset="-122"/>
                <a:ea typeface="方正静蕾简体" panose="02000000000000000000" pitchFamily="2" charset="-122"/>
              </a:rPr>
              <a:t>酸雨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anim calcmode="lin" valueType="num">
                                      <p:cBhvr>
                                        <p:cTn id="8" dur="1000" fill="hold"/>
                                        <p:tgtEl>
                                          <p:spTgt spid="123"/>
                                        </p:tgtEl>
                                        <p:attrNameLst>
                                          <p:attrName>ppt_x</p:attrName>
                                        </p:attrNameLst>
                                      </p:cBhvr>
                                      <p:tavLst>
                                        <p:tav tm="0">
                                          <p:val>
                                            <p:strVal val="#ppt_x"/>
                                          </p:val>
                                        </p:tav>
                                        <p:tav tm="100000">
                                          <p:val>
                                            <p:strVal val="#ppt_x"/>
                                          </p:val>
                                        </p:tav>
                                      </p:tavLst>
                                    </p:anim>
                                    <p:anim calcmode="lin" valueType="num">
                                      <p:cBhvr>
                                        <p:cTn id="9" dur="1000" fill="hold"/>
                                        <p:tgtEl>
                                          <p:spTgt spid="12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1000"/>
                                        <p:tgtEl>
                                          <p:spTgt spid="127"/>
                                        </p:tgtEl>
                                      </p:cBhvr>
                                    </p:animEffect>
                                    <p:anim calcmode="lin" valueType="num">
                                      <p:cBhvr>
                                        <p:cTn id="13" dur="1000" fill="hold"/>
                                        <p:tgtEl>
                                          <p:spTgt spid="127"/>
                                        </p:tgtEl>
                                        <p:attrNameLst>
                                          <p:attrName>ppt_x</p:attrName>
                                        </p:attrNameLst>
                                      </p:cBhvr>
                                      <p:tavLst>
                                        <p:tav tm="0">
                                          <p:val>
                                            <p:strVal val="#ppt_x"/>
                                          </p:val>
                                        </p:tav>
                                        <p:tav tm="100000">
                                          <p:val>
                                            <p:strVal val="#ppt_x"/>
                                          </p:val>
                                        </p:tav>
                                      </p:tavLst>
                                    </p:anim>
                                    <p:anim calcmode="lin" valueType="num">
                                      <p:cBhvr>
                                        <p:cTn id="14" dur="1000" fill="hold"/>
                                        <p:tgtEl>
                                          <p:spTgt spid="12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131"/>
                                        </p:tgtEl>
                                        <p:attrNameLst>
                                          <p:attrName>style.visibility</p:attrName>
                                        </p:attrNameLst>
                                      </p:cBhvr>
                                      <p:to>
                                        <p:strVal val="visible"/>
                                      </p:to>
                                    </p:set>
                                    <p:animEffect transition="in" filter="fade">
                                      <p:cBhvr>
                                        <p:cTn id="17" dur="1000"/>
                                        <p:tgtEl>
                                          <p:spTgt spid="131"/>
                                        </p:tgtEl>
                                      </p:cBhvr>
                                    </p:animEffect>
                                    <p:anim calcmode="lin" valueType="num">
                                      <p:cBhvr>
                                        <p:cTn id="18" dur="1000" fill="hold"/>
                                        <p:tgtEl>
                                          <p:spTgt spid="131"/>
                                        </p:tgtEl>
                                        <p:attrNameLst>
                                          <p:attrName>ppt_x</p:attrName>
                                        </p:attrNameLst>
                                      </p:cBhvr>
                                      <p:tavLst>
                                        <p:tav tm="0">
                                          <p:val>
                                            <p:strVal val="#ppt_x"/>
                                          </p:val>
                                        </p:tav>
                                        <p:tav tm="100000">
                                          <p:val>
                                            <p:strVal val="#ppt_x"/>
                                          </p:val>
                                        </p:tav>
                                      </p:tavLst>
                                    </p:anim>
                                    <p:anim calcmode="lin" valueType="num">
                                      <p:cBhvr>
                                        <p:cTn id="19" dur="1000" fill="hold"/>
                                        <p:tgtEl>
                                          <p:spTgt spid="131"/>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 presetClass="entr" presetSubtype="2" fill="hold" grpId="0" nodeType="afterEffect">
                                  <p:stCondLst>
                                    <p:cond delay="0"/>
                                  </p:stCondLst>
                                  <p:iterate type="lt">
                                    <p:tmPct val="10000"/>
                                  </p:iterate>
                                  <p:childTnLst>
                                    <p:set>
                                      <p:cBhvr>
                                        <p:cTn id="22" dur="1" fill="hold">
                                          <p:stCondLst>
                                            <p:cond delay="0"/>
                                          </p:stCondLst>
                                        </p:cTn>
                                        <p:tgtEl>
                                          <p:spTgt spid="78"/>
                                        </p:tgtEl>
                                        <p:attrNameLst>
                                          <p:attrName>style.visibility</p:attrName>
                                        </p:attrNameLst>
                                      </p:cBhvr>
                                      <p:to>
                                        <p:strVal val="visible"/>
                                      </p:to>
                                    </p:set>
                                    <p:anim calcmode="lin" valueType="num">
                                      <p:cBhvr additive="base">
                                        <p:cTn id="23" dur="500" fill="hold"/>
                                        <p:tgtEl>
                                          <p:spTgt spid="78"/>
                                        </p:tgtEl>
                                        <p:attrNameLst>
                                          <p:attrName>ppt_x</p:attrName>
                                        </p:attrNameLst>
                                      </p:cBhvr>
                                      <p:tavLst>
                                        <p:tav tm="0">
                                          <p:val>
                                            <p:strVal val="1+#ppt_w/2"/>
                                          </p:val>
                                        </p:tav>
                                        <p:tav tm="100000">
                                          <p:val>
                                            <p:strVal val="#ppt_x"/>
                                          </p:val>
                                        </p:tav>
                                      </p:tavLst>
                                    </p:anim>
                                    <p:anim calcmode="lin" valueType="num">
                                      <p:cBhvr additive="base">
                                        <p:cTn id="24" dur="500" fill="hold"/>
                                        <p:tgtEl>
                                          <p:spTgt spid="78"/>
                                        </p:tgtEl>
                                        <p:attrNameLst>
                                          <p:attrName>ppt_y</p:attrName>
                                        </p:attrNameLst>
                                      </p:cBhvr>
                                      <p:tavLst>
                                        <p:tav tm="0">
                                          <p:val>
                                            <p:strVal val="#ppt_y"/>
                                          </p:val>
                                        </p:tav>
                                        <p:tav tm="100000">
                                          <p:val>
                                            <p:strVal val="#ppt_y"/>
                                          </p:val>
                                        </p:tav>
                                      </p:tavLst>
                                    </p:anim>
                                  </p:childTnLst>
                                </p:cTn>
                              </p:par>
                            </p:childTnLst>
                          </p:cTn>
                        </p:par>
                        <p:par>
                          <p:cTn id="25" fill="hold">
                            <p:stCondLst>
                              <p:cond delay="1800"/>
                            </p:stCondLst>
                            <p:childTnLst>
                              <p:par>
                                <p:cTn id="26" presetID="2" presetClass="entr" presetSubtype="2" fill="hold" grpId="0" nodeType="afterEffect">
                                  <p:stCondLst>
                                    <p:cond delay="0"/>
                                  </p:stCondLst>
                                  <p:iterate type="lt">
                                    <p:tmPct val="10000"/>
                                  </p:iterate>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1+#ppt_w/2"/>
                                          </p:val>
                                        </p:tav>
                                        <p:tav tm="100000">
                                          <p:val>
                                            <p:strVal val="#ppt_x"/>
                                          </p:val>
                                        </p:tav>
                                      </p:tavLst>
                                    </p:anim>
                                    <p:anim calcmode="lin" valueType="num">
                                      <p:cBhvr additive="base">
                                        <p:cTn id="29" dur="500" fill="hold"/>
                                        <p:tgtEl>
                                          <p:spTgt spid="11"/>
                                        </p:tgtEl>
                                        <p:attrNameLst>
                                          <p:attrName>ppt_y</p:attrName>
                                        </p:attrNameLst>
                                      </p:cBhvr>
                                      <p:tavLst>
                                        <p:tav tm="0">
                                          <p:val>
                                            <p:strVal val="#ppt_y"/>
                                          </p:val>
                                        </p:tav>
                                        <p:tav tm="100000">
                                          <p:val>
                                            <p:strVal val="#ppt_y"/>
                                          </p:val>
                                        </p:tav>
                                      </p:tavLst>
                                    </p:anim>
                                  </p:childTnLst>
                                </p:cTn>
                              </p:par>
                            </p:childTnLst>
                          </p:cTn>
                        </p:par>
                        <p:par>
                          <p:cTn id="30" fill="hold">
                            <p:stCondLst>
                              <p:cond delay="2450"/>
                            </p:stCondLst>
                            <p:childTnLst>
                              <p:par>
                                <p:cTn id="31" presetID="2" presetClass="entr" presetSubtype="2" fill="hold" grpId="0" nodeType="afterEffect">
                                  <p:stCondLst>
                                    <p:cond delay="0"/>
                                  </p:stCondLst>
                                  <p:iterate type="lt">
                                    <p:tmPct val="10000"/>
                                  </p:iterate>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组合 144"/>
          <p:cNvGrpSpPr/>
          <p:nvPr/>
        </p:nvGrpSpPr>
        <p:grpSpPr>
          <a:xfrm>
            <a:off x="1085057" y="1237856"/>
            <a:ext cx="9531280" cy="5432249"/>
            <a:chOff x="7989099" y="818292"/>
            <a:chExt cx="2216811" cy="5432249"/>
          </a:xfrm>
        </p:grpSpPr>
        <p:sp>
          <p:nvSpPr>
            <p:cNvPr id="146" name="文本框 145"/>
            <p:cNvSpPr txBox="1"/>
            <p:nvPr/>
          </p:nvSpPr>
          <p:spPr>
            <a:xfrm>
              <a:off x="7989099" y="818292"/>
              <a:ext cx="1827213" cy="583565"/>
            </a:xfrm>
            <a:prstGeom prst="rect">
              <a:avLst/>
            </a:prstGeom>
            <a:noFill/>
          </p:spPr>
          <p:txBody>
            <a:bodyPr>
              <a:spAutoFit/>
            </a:bodyPr>
            <a:lstStyle/>
            <a:p>
              <a:r>
                <a:rPr lang="zh-CN" altLang="en-US" sz="3200" b="1" dirty="0">
                  <a:solidFill>
                    <a:srgbClr val="595959"/>
                  </a:solidFill>
                  <a:latin typeface="+mn-lt"/>
                  <a:ea typeface="+mn-ea"/>
                  <a:cs typeface="+mn-ea"/>
                  <a:sym typeface="+mn-lt"/>
                </a:rPr>
                <a:t>环保业务背景介绍</a:t>
              </a:r>
            </a:p>
          </p:txBody>
        </p:sp>
        <p:sp>
          <p:nvSpPr>
            <p:cNvPr id="147" name="文本框 155"/>
            <p:cNvSpPr txBox="1">
              <a:spLocks noChangeArrowheads="1"/>
            </p:cNvSpPr>
            <p:nvPr/>
          </p:nvSpPr>
          <p:spPr bwMode="auto">
            <a:xfrm>
              <a:off x="8172858" y="2052148"/>
              <a:ext cx="2033052" cy="419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auto">
                <a:lnSpc>
                  <a:spcPct val="200000"/>
                </a:lnSpc>
              </a:pPr>
              <a:r>
                <a:rPr lang="en-US" altLang="zh-CN" dirty="0">
                  <a:solidFill>
                    <a:srgbClr val="595959"/>
                  </a:solidFill>
                  <a:latin typeface="方正静蕾简体"/>
                  <a:ea typeface="方正静蕾简体"/>
                  <a:cs typeface="+mn-ea"/>
                  <a:sym typeface="+mn-lt"/>
                </a:rPr>
                <a:t>      </a:t>
              </a:r>
              <a:r>
                <a:rPr lang="zh-CN" altLang="en-US" dirty="0">
                  <a:solidFill>
                    <a:srgbClr val="595959"/>
                  </a:solidFill>
                  <a:latin typeface="方正静蕾简体"/>
                  <a:ea typeface="方正静蕾简体"/>
                  <a:cs typeface="+mn-ea"/>
                  <a:sym typeface="+mn-lt"/>
                </a:rPr>
                <a:t>利用行业环保大数据分析，企业可以评估自身的环保合规水平，并挖掘出各个生产环节、工艺流程、原材料结构与污染物排放的关系等，从而进行相关生产工艺和产品的改良。通过将环保大数据应用范围扩大至企业生产过程，可以有效推动企业生产工艺优化、技术升级，从而带动企业经济效益、行业地位的提升，进而实现污染物的源头控制，实现企业效益提升和污染物减排的双赢，这对于激活企业污染防治工作的积极性具有重大的推动力。</a:t>
              </a:r>
            </a:p>
            <a:p>
              <a:pPr lvl="0" fontAlgn="auto">
                <a:lnSpc>
                  <a:spcPct val="150000"/>
                </a:lnSpc>
              </a:pPr>
              <a:endParaRPr lang="zh-CN" altLang="en-US" dirty="0">
                <a:solidFill>
                  <a:srgbClr val="595959"/>
                </a:solidFill>
                <a:latin typeface="方正静蕾简体"/>
                <a:ea typeface="方正静蕾简体"/>
                <a:cs typeface="+mn-ea"/>
                <a:sym typeface="+mn-lt"/>
              </a:endParaRPr>
            </a:p>
            <a:p>
              <a:pPr lvl="0" fontAlgn="auto">
                <a:lnSpc>
                  <a:spcPct val="150000"/>
                </a:lnSpc>
              </a:pPr>
              <a:r>
                <a:rPr lang="zh-CN" altLang="en-US" dirty="0">
                  <a:solidFill>
                    <a:srgbClr val="595959"/>
                  </a:solidFill>
                  <a:latin typeface="方正静蕾简体"/>
                  <a:ea typeface="方正静蕾简体"/>
                  <a:cs typeface="+mn-ea"/>
                  <a:sym typeface="+mn-lt"/>
                </a:rPr>
                <a:t>  </a:t>
              </a:r>
            </a:p>
          </p:txBody>
        </p:sp>
      </p:grpSp>
      <p:sp>
        <p:nvSpPr>
          <p:cNvPr id="2" name="文本框 1"/>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01 </a:t>
            </a:r>
            <a:r>
              <a:rPr lang="zh-CN" altLang="en-US" sz="3200" b="1">
                <a:solidFill>
                  <a:srgbClr val="0F863B"/>
                </a:solidFill>
                <a:latin typeface="黑体" panose="02010609060101010101" charset="-122"/>
                <a:ea typeface="黑体" panose="02010609060101010101" charset="-122"/>
              </a:rPr>
              <a:t>背景介绍</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5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104109" y="1237856"/>
            <a:ext cx="7856186" cy="583565"/>
          </a:xfrm>
          <a:prstGeom prst="rect">
            <a:avLst/>
          </a:prstGeom>
          <a:noFill/>
        </p:spPr>
        <p:txBody>
          <a:bodyPr>
            <a:spAutoFit/>
          </a:bodyPr>
          <a:lstStyle/>
          <a:p>
            <a:r>
              <a:rPr lang="zh-CN" altLang="en-US" sz="3200" b="1" dirty="0">
                <a:solidFill>
                  <a:srgbClr val="595959"/>
                </a:solidFill>
                <a:latin typeface="+mn-lt"/>
                <a:ea typeface="+mn-ea"/>
                <a:cs typeface="+mn-ea"/>
                <a:sym typeface="+mn-lt"/>
              </a:rPr>
              <a:t>浙江华兴有限公司环境公开报告</a:t>
            </a:r>
          </a:p>
        </p:txBody>
      </p:sp>
      <p:sp>
        <p:nvSpPr>
          <p:cNvPr id="2" name="文本框 1"/>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01 </a:t>
            </a:r>
            <a:r>
              <a:rPr lang="zh-CN" altLang="en-US" sz="3200" b="1">
                <a:solidFill>
                  <a:srgbClr val="0F863B"/>
                </a:solidFill>
                <a:latin typeface="黑体" panose="02010609060101010101" charset="-122"/>
                <a:ea typeface="黑体" panose="02010609060101010101" charset="-122"/>
              </a:rPr>
              <a:t>背景介绍</a:t>
            </a:r>
          </a:p>
        </p:txBody>
      </p:sp>
      <p:pic>
        <p:nvPicPr>
          <p:cNvPr id="4" name="图片 3"/>
          <p:cNvPicPr>
            <a:picLocks noChangeAspect="1"/>
          </p:cNvPicPr>
          <p:nvPr/>
        </p:nvPicPr>
        <p:blipFill rotWithShape="1">
          <a:blip r:embed="rId3">
            <a:clrChange>
              <a:clrFrom>
                <a:srgbClr val="FFFFFF">
                  <a:alpha val="100000"/>
                </a:srgbClr>
              </a:clrFrom>
              <a:clrTo>
                <a:srgbClr val="FFFFFF">
                  <a:alpha val="100000"/>
                  <a:alpha val="0"/>
                </a:srgbClr>
              </a:clrTo>
            </a:clrChange>
          </a:blip>
          <a:srcRect l="856" t="3620" r="1037"/>
          <a:stretch/>
        </p:blipFill>
        <p:spPr>
          <a:xfrm>
            <a:off x="1589648" y="2447779"/>
            <a:ext cx="9425355" cy="34043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085059" y="1237856"/>
            <a:ext cx="7856186" cy="583565"/>
          </a:xfrm>
          <a:prstGeom prst="rect">
            <a:avLst/>
          </a:prstGeom>
          <a:noFill/>
        </p:spPr>
        <p:txBody>
          <a:bodyPr>
            <a:spAutoFit/>
          </a:bodyPr>
          <a:lstStyle/>
          <a:p>
            <a:r>
              <a:rPr lang="zh-CN" altLang="en-US" sz="3200" b="1" dirty="0">
                <a:solidFill>
                  <a:srgbClr val="595959"/>
                </a:solidFill>
                <a:latin typeface="+mn-lt"/>
                <a:ea typeface="+mn-ea"/>
                <a:cs typeface="+mn-ea"/>
                <a:sym typeface="+mn-lt"/>
              </a:rPr>
              <a:t>福建华兴玻璃有限公司环境信息</a:t>
            </a:r>
          </a:p>
        </p:txBody>
      </p:sp>
      <p:sp>
        <p:nvSpPr>
          <p:cNvPr id="2" name="文本框 1"/>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01 </a:t>
            </a:r>
            <a:r>
              <a:rPr lang="zh-CN" altLang="en-US" sz="3200" b="1">
                <a:solidFill>
                  <a:srgbClr val="0F863B"/>
                </a:solidFill>
                <a:latin typeface="黑体" panose="02010609060101010101" charset="-122"/>
                <a:ea typeface="黑体" panose="02010609060101010101" charset="-122"/>
              </a:rPr>
              <a:t>背景介绍</a:t>
            </a:r>
          </a:p>
        </p:txBody>
      </p:sp>
      <p:pic>
        <p:nvPicPr>
          <p:cNvPr id="5" name="图片 4"/>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275734" y="2790109"/>
            <a:ext cx="8138740" cy="25696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文本框 145"/>
          <p:cNvSpPr txBox="1"/>
          <p:nvPr/>
        </p:nvSpPr>
        <p:spPr>
          <a:xfrm>
            <a:off x="1085059" y="1237856"/>
            <a:ext cx="7856186" cy="583565"/>
          </a:xfrm>
          <a:prstGeom prst="rect">
            <a:avLst/>
          </a:prstGeom>
          <a:noFill/>
        </p:spPr>
        <p:txBody>
          <a:bodyPr>
            <a:spAutoFit/>
          </a:bodyPr>
          <a:lstStyle/>
          <a:p>
            <a:r>
              <a:rPr lang="zh-CN" altLang="en-US" sz="3200" b="1" dirty="0">
                <a:solidFill>
                  <a:srgbClr val="595959"/>
                </a:solidFill>
                <a:latin typeface="+mn-lt"/>
                <a:ea typeface="+mn-ea"/>
                <a:cs typeface="+mn-ea"/>
                <a:sym typeface="+mn-lt"/>
              </a:rPr>
              <a:t>佛山华兴玻璃有限公司环境信息</a:t>
            </a:r>
          </a:p>
        </p:txBody>
      </p:sp>
      <p:sp>
        <p:nvSpPr>
          <p:cNvPr id="2" name="文本框 1"/>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01 </a:t>
            </a:r>
            <a:r>
              <a:rPr lang="zh-CN" altLang="en-US" sz="3200" b="1">
                <a:solidFill>
                  <a:srgbClr val="0F863B"/>
                </a:solidFill>
                <a:latin typeface="黑体" panose="02010609060101010101" charset="-122"/>
                <a:ea typeface="黑体" panose="02010609060101010101" charset="-122"/>
              </a:rPr>
              <a:t>背景介绍</a:t>
            </a:r>
          </a:p>
        </p:txBody>
      </p:sp>
      <p:pic>
        <p:nvPicPr>
          <p:cNvPr id="4" name="图片 3"/>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671787" y="2115667"/>
            <a:ext cx="10527980" cy="41301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文本框 61"/>
          <p:cNvSpPr txBox="1">
            <a:spLocks noChangeArrowheads="1"/>
          </p:cNvSpPr>
          <p:nvPr/>
        </p:nvSpPr>
        <p:spPr bwMode="auto">
          <a:xfrm>
            <a:off x="2554605" y="2432685"/>
            <a:ext cx="322389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595959"/>
                </a:solidFill>
                <a:latin typeface="+mn-lt"/>
                <a:ea typeface="+mn-ea"/>
                <a:cs typeface="+mn-ea"/>
                <a:sym typeface="+mn-lt"/>
              </a:rPr>
              <a:t>环保大数据有助于环境行政执法的信息化</a:t>
            </a:r>
          </a:p>
        </p:txBody>
      </p:sp>
      <p:grpSp>
        <p:nvGrpSpPr>
          <p:cNvPr id="87" name="组合 86"/>
          <p:cNvGrpSpPr/>
          <p:nvPr/>
        </p:nvGrpSpPr>
        <p:grpSpPr>
          <a:xfrm>
            <a:off x="1321486" y="2141168"/>
            <a:ext cx="1025525" cy="1239838"/>
            <a:chOff x="1321486" y="2496768"/>
            <a:chExt cx="1025525" cy="1239838"/>
          </a:xfrm>
        </p:grpSpPr>
        <p:sp>
          <p:nvSpPr>
            <p:cNvPr id="88" name="椭圆 31"/>
            <p:cNvSpPr/>
            <p:nvPr/>
          </p:nvSpPr>
          <p:spPr>
            <a:xfrm>
              <a:off x="1321486" y="2496768"/>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89" name="矩形 71"/>
            <p:cNvSpPr>
              <a:spLocks noChangeArrowheads="1"/>
            </p:cNvSpPr>
            <p:nvPr/>
          </p:nvSpPr>
          <p:spPr bwMode="auto">
            <a:xfrm>
              <a:off x="1450975" y="2933701"/>
              <a:ext cx="762000" cy="708025"/>
            </a:xfrm>
            <a:prstGeom prst="rect">
              <a:avLst/>
            </a:prstGeom>
            <a:noFill/>
            <a:ln w="285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600" b="1" dirty="0">
                  <a:solidFill>
                    <a:srgbClr val="605448"/>
                  </a:solidFill>
                  <a:latin typeface="+mn-lt"/>
                  <a:ea typeface="+mn-ea"/>
                  <a:cs typeface="+mn-ea"/>
                  <a:sym typeface="+mn-lt"/>
                </a:rPr>
                <a:t>01</a:t>
              </a:r>
              <a:endParaRPr lang="zh-CN" altLang="en-US" sz="3600" b="1" dirty="0">
                <a:solidFill>
                  <a:srgbClr val="605448"/>
                </a:solidFill>
                <a:latin typeface="+mn-lt"/>
                <a:ea typeface="+mn-ea"/>
                <a:cs typeface="+mn-ea"/>
                <a:sym typeface="+mn-lt"/>
              </a:endParaRPr>
            </a:p>
          </p:txBody>
        </p:sp>
        <p:grpSp>
          <p:nvGrpSpPr>
            <p:cNvPr id="90" name="组合 5"/>
            <p:cNvGrpSpPr/>
            <p:nvPr/>
          </p:nvGrpSpPr>
          <p:grpSpPr bwMode="auto">
            <a:xfrm>
              <a:off x="1584325" y="2544763"/>
              <a:ext cx="536575" cy="473075"/>
              <a:chOff x="7509111" y="2144857"/>
              <a:chExt cx="1157049" cy="1019200"/>
            </a:xfrm>
          </p:grpSpPr>
          <p:sp>
            <p:nvSpPr>
              <p:cNvPr id="91" name="任意多边形 90"/>
              <p:cNvSpPr/>
              <p:nvPr/>
            </p:nvSpPr>
            <p:spPr>
              <a:xfrm>
                <a:off x="7509111" y="2363746"/>
                <a:ext cx="1157049" cy="800311"/>
              </a:xfrm>
              <a:custGeom>
                <a:avLst/>
                <a:gdLst>
                  <a:gd name="connsiteX0" fmla="*/ 582519 w 1166674"/>
                  <a:gd name="connsiteY0" fmla="*/ 223878 h 732468"/>
                  <a:gd name="connsiteX1" fmla="*/ 236155 w 1166674"/>
                  <a:gd name="connsiteY1" fmla="*/ 2205 h 732468"/>
                  <a:gd name="connsiteX2" fmla="*/ 628 w 1166674"/>
                  <a:gd name="connsiteY2" fmla="*/ 390133 h 732468"/>
                  <a:gd name="connsiteX3" fmla="*/ 305428 w 1166674"/>
                  <a:gd name="connsiteY3" fmla="*/ 722642 h 732468"/>
                  <a:gd name="connsiteX4" fmla="*/ 540955 w 1166674"/>
                  <a:gd name="connsiteY4" fmla="*/ 611805 h 732468"/>
                  <a:gd name="connsiteX5" fmla="*/ 734919 w 1166674"/>
                  <a:gd name="connsiteY5" fmla="*/ 722642 h 732468"/>
                  <a:gd name="connsiteX6" fmla="*/ 1095137 w 1166674"/>
                  <a:gd name="connsiteY6" fmla="*/ 556387 h 732468"/>
                  <a:gd name="connsiteX7" fmla="*/ 1122846 w 1166674"/>
                  <a:gd name="connsiteY7" fmla="*/ 43769 h 732468"/>
                  <a:gd name="connsiteX8" fmla="*/ 582519 w 1166674"/>
                  <a:gd name="connsiteY8" fmla="*/ 223878 h 732468"/>
                  <a:gd name="connsiteX0-1" fmla="*/ 582519 w 1166674"/>
                  <a:gd name="connsiteY0-2" fmla="*/ 223878 h 732468"/>
                  <a:gd name="connsiteX1-3" fmla="*/ 236155 w 1166674"/>
                  <a:gd name="connsiteY1-4" fmla="*/ 2205 h 732468"/>
                  <a:gd name="connsiteX2-5" fmla="*/ 628 w 1166674"/>
                  <a:gd name="connsiteY2-6" fmla="*/ 390133 h 732468"/>
                  <a:gd name="connsiteX3-7" fmla="*/ 305428 w 1166674"/>
                  <a:gd name="connsiteY3-8" fmla="*/ 722642 h 732468"/>
                  <a:gd name="connsiteX4-9" fmla="*/ 540955 w 1166674"/>
                  <a:gd name="connsiteY4-10" fmla="*/ 611805 h 732468"/>
                  <a:gd name="connsiteX5-11" fmla="*/ 734919 w 1166674"/>
                  <a:gd name="connsiteY5-12" fmla="*/ 722642 h 732468"/>
                  <a:gd name="connsiteX6-13" fmla="*/ 1095137 w 1166674"/>
                  <a:gd name="connsiteY6-14" fmla="*/ 556387 h 732468"/>
                  <a:gd name="connsiteX7-15" fmla="*/ 1122846 w 1166674"/>
                  <a:gd name="connsiteY7-16" fmla="*/ 43769 h 732468"/>
                  <a:gd name="connsiteX8-17" fmla="*/ 582519 w 1166674"/>
                  <a:gd name="connsiteY8-18" fmla="*/ 223878 h 732468"/>
                  <a:gd name="connsiteX0-19" fmla="*/ 582519 w 1166674"/>
                  <a:gd name="connsiteY0-20" fmla="*/ 226644 h 735234"/>
                  <a:gd name="connsiteX1-21" fmla="*/ 236155 w 1166674"/>
                  <a:gd name="connsiteY1-22" fmla="*/ 4971 h 735234"/>
                  <a:gd name="connsiteX2-23" fmla="*/ 628 w 1166674"/>
                  <a:gd name="connsiteY2-24" fmla="*/ 392899 h 735234"/>
                  <a:gd name="connsiteX3-25" fmla="*/ 305428 w 1166674"/>
                  <a:gd name="connsiteY3-26" fmla="*/ 725408 h 735234"/>
                  <a:gd name="connsiteX4-27" fmla="*/ 540955 w 1166674"/>
                  <a:gd name="connsiteY4-28" fmla="*/ 614571 h 735234"/>
                  <a:gd name="connsiteX5-29" fmla="*/ 734919 w 1166674"/>
                  <a:gd name="connsiteY5-30" fmla="*/ 725408 h 735234"/>
                  <a:gd name="connsiteX6-31" fmla="*/ 1095137 w 1166674"/>
                  <a:gd name="connsiteY6-32" fmla="*/ 559153 h 735234"/>
                  <a:gd name="connsiteX7-33" fmla="*/ 1122846 w 1166674"/>
                  <a:gd name="connsiteY7-34" fmla="*/ 46535 h 735234"/>
                  <a:gd name="connsiteX8-35" fmla="*/ 582519 w 1166674"/>
                  <a:gd name="connsiteY8-36" fmla="*/ 226644 h 735234"/>
                  <a:gd name="connsiteX0-37" fmla="*/ 582519 w 1166674"/>
                  <a:gd name="connsiteY0-38" fmla="*/ 226644 h 735234"/>
                  <a:gd name="connsiteX1-39" fmla="*/ 236155 w 1166674"/>
                  <a:gd name="connsiteY1-40" fmla="*/ 4971 h 735234"/>
                  <a:gd name="connsiteX2-41" fmla="*/ 628 w 1166674"/>
                  <a:gd name="connsiteY2-42" fmla="*/ 392899 h 735234"/>
                  <a:gd name="connsiteX3-43" fmla="*/ 305428 w 1166674"/>
                  <a:gd name="connsiteY3-44" fmla="*/ 725408 h 735234"/>
                  <a:gd name="connsiteX4-45" fmla="*/ 540955 w 1166674"/>
                  <a:gd name="connsiteY4-46" fmla="*/ 614571 h 735234"/>
                  <a:gd name="connsiteX5-47" fmla="*/ 734919 w 1166674"/>
                  <a:gd name="connsiteY5-48" fmla="*/ 725408 h 735234"/>
                  <a:gd name="connsiteX6-49" fmla="*/ 1095137 w 1166674"/>
                  <a:gd name="connsiteY6-50" fmla="*/ 559153 h 735234"/>
                  <a:gd name="connsiteX7-51" fmla="*/ 1122846 w 1166674"/>
                  <a:gd name="connsiteY7-52" fmla="*/ 46535 h 735234"/>
                  <a:gd name="connsiteX8-53" fmla="*/ 582519 w 1166674"/>
                  <a:gd name="connsiteY8-54" fmla="*/ 226644 h 735234"/>
                  <a:gd name="connsiteX0-55" fmla="*/ 582519 w 1166674"/>
                  <a:gd name="connsiteY0-56" fmla="*/ 226644 h 735234"/>
                  <a:gd name="connsiteX1-57" fmla="*/ 236155 w 1166674"/>
                  <a:gd name="connsiteY1-58" fmla="*/ 4971 h 735234"/>
                  <a:gd name="connsiteX2-59" fmla="*/ 628 w 1166674"/>
                  <a:gd name="connsiteY2-60" fmla="*/ 392899 h 735234"/>
                  <a:gd name="connsiteX3-61" fmla="*/ 305428 w 1166674"/>
                  <a:gd name="connsiteY3-62" fmla="*/ 725408 h 735234"/>
                  <a:gd name="connsiteX4-63" fmla="*/ 540955 w 1166674"/>
                  <a:gd name="connsiteY4-64" fmla="*/ 614571 h 735234"/>
                  <a:gd name="connsiteX5-65" fmla="*/ 734919 w 1166674"/>
                  <a:gd name="connsiteY5-66" fmla="*/ 725408 h 735234"/>
                  <a:gd name="connsiteX6-67" fmla="*/ 1095137 w 1166674"/>
                  <a:gd name="connsiteY6-68" fmla="*/ 559153 h 735234"/>
                  <a:gd name="connsiteX7-69" fmla="*/ 1122846 w 1166674"/>
                  <a:gd name="connsiteY7-70" fmla="*/ 46535 h 735234"/>
                  <a:gd name="connsiteX8-71" fmla="*/ 582519 w 1166674"/>
                  <a:gd name="connsiteY8-72" fmla="*/ 226644 h 735234"/>
                  <a:gd name="connsiteX0-73" fmla="*/ 582519 w 1131746"/>
                  <a:gd name="connsiteY0-74" fmla="*/ 226644 h 735234"/>
                  <a:gd name="connsiteX1-75" fmla="*/ 236155 w 1131746"/>
                  <a:gd name="connsiteY1-76" fmla="*/ 4971 h 735234"/>
                  <a:gd name="connsiteX2-77" fmla="*/ 628 w 1131746"/>
                  <a:gd name="connsiteY2-78" fmla="*/ 392899 h 735234"/>
                  <a:gd name="connsiteX3-79" fmla="*/ 305428 w 1131746"/>
                  <a:gd name="connsiteY3-80" fmla="*/ 725408 h 735234"/>
                  <a:gd name="connsiteX4-81" fmla="*/ 540955 w 1131746"/>
                  <a:gd name="connsiteY4-82" fmla="*/ 614571 h 735234"/>
                  <a:gd name="connsiteX5-83" fmla="*/ 734919 w 1131746"/>
                  <a:gd name="connsiteY5-84" fmla="*/ 725408 h 735234"/>
                  <a:gd name="connsiteX6-85" fmla="*/ 1095137 w 1131746"/>
                  <a:gd name="connsiteY6-86" fmla="*/ 559153 h 735234"/>
                  <a:gd name="connsiteX7-87" fmla="*/ 1053574 w 1131746"/>
                  <a:gd name="connsiteY7-88" fmla="*/ 74245 h 735234"/>
                  <a:gd name="connsiteX8-89" fmla="*/ 582519 w 1131746"/>
                  <a:gd name="connsiteY8-90" fmla="*/ 226644 h 735234"/>
                  <a:gd name="connsiteX0-91" fmla="*/ 582519 w 1137803"/>
                  <a:gd name="connsiteY0-92" fmla="*/ 226644 h 735234"/>
                  <a:gd name="connsiteX1-93" fmla="*/ 236155 w 1137803"/>
                  <a:gd name="connsiteY1-94" fmla="*/ 4971 h 735234"/>
                  <a:gd name="connsiteX2-95" fmla="*/ 628 w 1137803"/>
                  <a:gd name="connsiteY2-96" fmla="*/ 392899 h 735234"/>
                  <a:gd name="connsiteX3-97" fmla="*/ 305428 w 1137803"/>
                  <a:gd name="connsiteY3-98" fmla="*/ 725408 h 735234"/>
                  <a:gd name="connsiteX4-99" fmla="*/ 540955 w 1137803"/>
                  <a:gd name="connsiteY4-100" fmla="*/ 614571 h 735234"/>
                  <a:gd name="connsiteX5-101" fmla="*/ 734919 w 1137803"/>
                  <a:gd name="connsiteY5-102" fmla="*/ 725408 h 735234"/>
                  <a:gd name="connsiteX6-103" fmla="*/ 1095137 w 1137803"/>
                  <a:gd name="connsiteY6-104" fmla="*/ 559153 h 735234"/>
                  <a:gd name="connsiteX7-105" fmla="*/ 1053574 w 1137803"/>
                  <a:gd name="connsiteY7-106" fmla="*/ 74245 h 735234"/>
                  <a:gd name="connsiteX8-107" fmla="*/ 582519 w 1137803"/>
                  <a:gd name="connsiteY8-108" fmla="*/ 226644 h 735234"/>
                  <a:gd name="connsiteX0-109" fmla="*/ 582519 w 1137803"/>
                  <a:gd name="connsiteY0-110" fmla="*/ 226644 h 735234"/>
                  <a:gd name="connsiteX1-111" fmla="*/ 236155 w 1137803"/>
                  <a:gd name="connsiteY1-112" fmla="*/ 4971 h 735234"/>
                  <a:gd name="connsiteX2-113" fmla="*/ 628 w 1137803"/>
                  <a:gd name="connsiteY2-114" fmla="*/ 392899 h 735234"/>
                  <a:gd name="connsiteX3-115" fmla="*/ 305428 w 1137803"/>
                  <a:gd name="connsiteY3-116" fmla="*/ 725408 h 735234"/>
                  <a:gd name="connsiteX4-117" fmla="*/ 540955 w 1137803"/>
                  <a:gd name="connsiteY4-118" fmla="*/ 614571 h 735234"/>
                  <a:gd name="connsiteX5-119" fmla="*/ 734919 w 1137803"/>
                  <a:gd name="connsiteY5-120" fmla="*/ 725408 h 735234"/>
                  <a:gd name="connsiteX6-121" fmla="*/ 1095137 w 1137803"/>
                  <a:gd name="connsiteY6-122" fmla="*/ 559153 h 735234"/>
                  <a:gd name="connsiteX7-123" fmla="*/ 1053574 w 1137803"/>
                  <a:gd name="connsiteY7-124" fmla="*/ 74245 h 735234"/>
                  <a:gd name="connsiteX8-125" fmla="*/ 582519 w 1137803"/>
                  <a:gd name="connsiteY8-126" fmla="*/ 226644 h 735234"/>
                  <a:gd name="connsiteX0-127" fmla="*/ 582519 w 1140842"/>
                  <a:gd name="connsiteY0-128" fmla="*/ 226644 h 735234"/>
                  <a:gd name="connsiteX1-129" fmla="*/ 236155 w 1140842"/>
                  <a:gd name="connsiteY1-130" fmla="*/ 4971 h 735234"/>
                  <a:gd name="connsiteX2-131" fmla="*/ 628 w 1140842"/>
                  <a:gd name="connsiteY2-132" fmla="*/ 392899 h 735234"/>
                  <a:gd name="connsiteX3-133" fmla="*/ 305428 w 1140842"/>
                  <a:gd name="connsiteY3-134" fmla="*/ 725408 h 735234"/>
                  <a:gd name="connsiteX4-135" fmla="*/ 540955 w 1140842"/>
                  <a:gd name="connsiteY4-136" fmla="*/ 614571 h 735234"/>
                  <a:gd name="connsiteX5-137" fmla="*/ 1095137 w 1140842"/>
                  <a:gd name="connsiteY5-138" fmla="*/ 559153 h 735234"/>
                  <a:gd name="connsiteX6-139" fmla="*/ 1053574 w 1140842"/>
                  <a:gd name="connsiteY6-140" fmla="*/ 74245 h 735234"/>
                  <a:gd name="connsiteX7-141" fmla="*/ 582519 w 1140842"/>
                  <a:gd name="connsiteY7-142" fmla="*/ 226644 h 735234"/>
                  <a:gd name="connsiteX0-143" fmla="*/ 582519 w 1140842"/>
                  <a:gd name="connsiteY0-144" fmla="*/ 226644 h 735234"/>
                  <a:gd name="connsiteX1-145" fmla="*/ 236155 w 1140842"/>
                  <a:gd name="connsiteY1-146" fmla="*/ 4971 h 735234"/>
                  <a:gd name="connsiteX2-147" fmla="*/ 628 w 1140842"/>
                  <a:gd name="connsiteY2-148" fmla="*/ 392899 h 735234"/>
                  <a:gd name="connsiteX3-149" fmla="*/ 305428 w 1140842"/>
                  <a:gd name="connsiteY3-150" fmla="*/ 725408 h 735234"/>
                  <a:gd name="connsiteX4-151" fmla="*/ 540955 w 1140842"/>
                  <a:gd name="connsiteY4-152" fmla="*/ 614571 h 735234"/>
                  <a:gd name="connsiteX5-153" fmla="*/ 1095137 w 1140842"/>
                  <a:gd name="connsiteY5-154" fmla="*/ 559153 h 735234"/>
                  <a:gd name="connsiteX6-155" fmla="*/ 1053574 w 1140842"/>
                  <a:gd name="connsiteY6-156" fmla="*/ 74245 h 735234"/>
                  <a:gd name="connsiteX7-157" fmla="*/ 582519 w 1140842"/>
                  <a:gd name="connsiteY7-158" fmla="*/ 226644 h 735234"/>
                  <a:gd name="connsiteX0-159" fmla="*/ 582519 w 1140842"/>
                  <a:gd name="connsiteY0-160" fmla="*/ 226644 h 743441"/>
                  <a:gd name="connsiteX1-161" fmla="*/ 236155 w 1140842"/>
                  <a:gd name="connsiteY1-162" fmla="*/ 4971 h 743441"/>
                  <a:gd name="connsiteX2-163" fmla="*/ 628 w 1140842"/>
                  <a:gd name="connsiteY2-164" fmla="*/ 392899 h 743441"/>
                  <a:gd name="connsiteX3-165" fmla="*/ 305428 w 1140842"/>
                  <a:gd name="connsiteY3-166" fmla="*/ 725408 h 743441"/>
                  <a:gd name="connsiteX4-167" fmla="*/ 540955 w 1140842"/>
                  <a:gd name="connsiteY4-168" fmla="*/ 614571 h 743441"/>
                  <a:gd name="connsiteX5-169" fmla="*/ 1095137 w 1140842"/>
                  <a:gd name="connsiteY5-170" fmla="*/ 559153 h 743441"/>
                  <a:gd name="connsiteX6-171" fmla="*/ 1053574 w 1140842"/>
                  <a:gd name="connsiteY6-172" fmla="*/ 74245 h 743441"/>
                  <a:gd name="connsiteX7-173" fmla="*/ 582519 w 1140842"/>
                  <a:gd name="connsiteY7-174" fmla="*/ 226644 h 743441"/>
                  <a:gd name="connsiteX0-175" fmla="*/ 582519 w 1140842"/>
                  <a:gd name="connsiteY0-176" fmla="*/ 226644 h 756134"/>
                  <a:gd name="connsiteX1-177" fmla="*/ 236155 w 1140842"/>
                  <a:gd name="connsiteY1-178" fmla="*/ 4971 h 756134"/>
                  <a:gd name="connsiteX2-179" fmla="*/ 628 w 1140842"/>
                  <a:gd name="connsiteY2-180" fmla="*/ 392899 h 756134"/>
                  <a:gd name="connsiteX3-181" fmla="*/ 305428 w 1140842"/>
                  <a:gd name="connsiteY3-182" fmla="*/ 725408 h 756134"/>
                  <a:gd name="connsiteX4-183" fmla="*/ 540955 w 1140842"/>
                  <a:gd name="connsiteY4-184" fmla="*/ 614571 h 756134"/>
                  <a:gd name="connsiteX5-185" fmla="*/ 1095137 w 1140842"/>
                  <a:gd name="connsiteY5-186" fmla="*/ 559153 h 756134"/>
                  <a:gd name="connsiteX6-187" fmla="*/ 1053574 w 1140842"/>
                  <a:gd name="connsiteY6-188" fmla="*/ 74245 h 756134"/>
                  <a:gd name="connsiteX7-189" fmla="*/ 582519 w 1140842"/>
                  <a:gd name="connsiteY7-190" fmla="*/ 226644 h 756134"/>
                  <a:gd name="connsiteX0-191" fmla="*/ 590394 w 1148717"/>
                  <a:gd name="connsiteY0-192" fmla="*/ 226644 h 756134"/>
                  <a:gd name="connsiteX1-193" fmla="*/ 244030 w 1148717"/>
                  <a:gd name="connsiteY1-194" fmla="*/ 4971 h 756134"/>
                  <a:gd name="connsiteX2-195" fmla="*/ 8503 w 1148717"/>
                  <a:gd name="connsiteY2-196" fmla="*/ 392899 h 756134"/>
                  <a:gd name="connsiteX3-197" fmla="*/ 548830 w 1148717"/>
                  <a:gd name="connsiteY3-198" fmla="*/ 614571 h 756134"/>
                  <a:gd name="connsiteX4-199" fmla="*/ 1103012 w 1148717"/>
                  <a:gd name="connsiteY4-200" fmla="*/ 559153 h 756134"/>
                  <a:gd name="connsiteX5-201" fmla="*/ 1061449 w 1148717"/>
                  <a:gd name="connsiteY5-202" fmla="*/ 74245 h 756134"/>
                  <a:gd name="connsiteX6-203" fmla="*/ 590394 w 1148717"/>
                  <a:gd name="connsiteY6-204" fmla="*/ 226644 h 756134"/>
                  <a:gd name="connsiteX0-205" fmla="*/ 590394 w 1148717"/>
                  <a:gd name="connsiteY0-206" fmla="*/ 226644 h 784718"/>
                  <a:gd name="connsiteX1-207" fmla="*/ 244030 w 1148717"/>
                  <a:gd name="connsiteY1-208" fmla="*/ 4971 h 784718"/>
                  <a:gd name="connsiteX2-209" fmla="*/ 8503 w 1148717"/>
                  <a:gd name="connsiteY2-210" fmla="*/ 392899 h 784718"/>
                  <a:gd name="connsiteX3-211" fmla="*/ 548830 w 1148717"/>
                  <a:gd name="connsiteY3-212" fmla="*/ 614571 h 784718"/>
                  <a:gd name="connsiteX4-213" fmla="*/ 1103012 w 1148717"/>
                  <a:gd name="connsiteY4-214" fmla="*/ 559153 h 784718"/>
                  <a:gd name="connsiteX5-215" fmla="*/ 1061449 w 1148717"/>
                  <a:gd name="connsiteY5-216" fmla="*/ 74245 h 784718"/>
                  <a:gd name="connsiteX6-217" fmla="*/ 590394 w 1148717"/>
                  <a:gd name="connsiteY6-218" fmla="*/ 226644 h 784718"/>
                  <a:gd name="connsiteX0-219" fmla="*/ 590394 w 1148717"/>
                  <a:gd name="connsiteY0-220" fmla="*/ 226644 h 784718"/>
                  <a:gd name="connsiteX1-221" fmla="*/ 244030 w 1148717"/>
                  <a:gd name="connsiteY1-222" fmla="*/ 4971 h 784718"/>
                  <a:gd name="connsiteX2-223" fmla="*/ 8503 w 1148717"/>
                  <a:gd name="connsiteY2-224" fmla="*/ 392899 h 784718"/>
                  <a:gd name="connsiteX3-225" fmla="*/ 548830 w 1148717"/>
                  <a:gd name="connsiteY3-226" fmla="*/ 614571 h 784718"/>
                  <a:gd name="connsiteX4-227" fmla="*/ 1103012 w 1148717"/>
                  <a:gd name="connsiteY4-228" fmla="*/ 559153 h 784718"/>
                  <a:gd name="connsiteX5-229" fmla="*/ 1061449 w 1148717"/>
                  <a:gd name="connsiteY5-230" fmla="*/ 74245 h 784718"/>
                  <a:gd name="connsiteX6-231" fmla="*/ 590394 w 1148717"/>
                  <a:gd name="connsiteY6-232" fmla="*/ 226644 h 784718"/>
                  <a:gd name="connsiteX0-233" fmla="*/ 581944 w 1140267"/>
                  <a:gd name="connsiteY0-234" fmla="*/ 226644 h 799900"/>
                  <a:gd name="connsiteX1-235" fmla="*/ 235580 w 1140267"/>
                  <a:gd name="connsiteY1-236" fmla="*/ 4971 h 799900"/>
                  <a:gd name="connsiteX2-237" fmla="*/ 53 w 1140267"/>
                  <a:gd name="connsiteY2-238" fmla="*/ 392899 h 799900"/>
                  <a:gd name="connsiteX3-239" fmla="*/ 540380 w 1140267"/>
                  <a:gd name="connsiteY3-240" fmla="*/ 614571 h 799900"/>
                  <a:gd name="connsiteX4-241" fmla="*/ 1094562 w 1140267"/>
                  <a:gd name="connsiteY4-242" fmla="*/ 559153 h 799900"/>
                  <a:gd name="connsiteX5-243" fmla="*/ 1052999 w 1140267"/>
                  <a:gd name="connsiteY5-244" fmla="*/ 74245 h 799900"/>
                  <a:gd name="connsiteX6-245" fmla="*/ 581944 w 1140267"/>
                  <a:gd name="connsiteY6-246" fmla="*/ 226644 h 799900"/>
                  <a:gd name="connsiteX0-247" fmla="*/ 581944 w 1157049"/>
                  <a:gd name="connsiteY0-248" fmla="*/ 226644 h 799900"/>
                  <a:gd name="connsiteX1-249" fmla="*/ 235580 w 1157049"/>
                  <a:gd name="connsiteY1-250" fmla="*/ 4971 h 799900"/>
                  <a:gd name="connsiteX2-251" fmla="*/ 53 w 1157049"/>
                  <a:gd name="connsiteY2-252" fmla="*/ 392899 h 799900"/>
                  <a:gd name="connsiteX3-253" fmla="*/ 540380 w 1157049"/>
                  <a:gd name="connsiteY3-254" fmla="*/ 614571 h 799900"/>
                  <a:gd name="connsiteX4-255" fmla="*/ 1094562 w 1157049"/>
                  <a:gd name="connsiteY4-256" fmla="*/ 559153 h 799900"/>
                  <a:gd name="connsiteX5-257" fmla="*/ 1052999 w 1157049"/>
                  <a:gd name="connsiteY5-258" fmla="*/ 74245 h 799900"/>
                  <a:gd name="connsiteX6-259" fmla="*/ 581944 w 1157049"/>
                  <a:gd name="connsiteY6-260" fmla="*/ 226644 h 799900"/>
                  <a:gd name="connsiteX0-261" fmla="*/ 581944 w 1157049"/>
                  <a:gd name="connsiteY0-262" fmla="*/ 226644 h 799900"/>
                  <a:gd name="connsiteX1-263" fmla="*/ 235580 w 1157049"/>
                  <a:gd name="connsiteY1-264" fmla="*/ 4971 h 799900"/>
                  <a:gd name="connsiteX2-265" fmla="*/ 53 w 1157049"/>
                  <a:gd name="connsiteY2-266" fmla="*/ 392899 h 799900"/>
                  <a:gd name="connsiteX3-267" fmla="*/ 540380 w 1157049"/>
                  <a:gd name="connsiteY3-268" fmla="*/ 614571 h 799900"/>
                  <a:gd name="connsiteX4-269" fmla="*/ 1094562 w 1157049"/>
                  <a:gd name="connsiteY4-270" fmla="*/ 559153 h 799900"/>
                  <a:gd name="connsiteX5-271" fmla="*/ 1052999 w 1157049"/>
                  <a:gd name="connsiteY5-272" fmla="*/ 74245 h 799900"/>
                  <a:gd name="connsiteX6-273" fmla="*/ 581944 w 1157049"/>
                  <a:gd name="connsiteY6-274" fmla="*/ 226644 h 799900"/>
                </a:gdLst>
                <a:ahLst/>
                <a:cxnLst>
                  <a:cxn ang="0">
                    <a:pos x="connsiteX0-261" y="connsiteY0-262"/>
                  </a:cxn>
                  <a:cxn ang="0">
                    <a:pos x="connsiteX1-263" y="connsiteY1-264"/>
                  </a:cxn>
                  <a:cxn ang="0">
                    <a:pos x="connsiteX2-265" y="connsiteY2-266"/>
                  </a:cxn>
                  <a:cxn ang="0">
                    <a:pos x="connsiteX3-267" y="connsiteY3-268"/>
                  </a:cxn>
                  <a:cxn ang="0">
                    <a:pos x="connsiteX4-269" y="connsiteY4-270"/>
                  </a:cxn>
                  <a:cxn ang="0">
                    <a:pos x="connsiteX5-271" y="connsiteY5-272"/>
                  </a:cxn>
                  <a:cxn ang="0">
                    <a:pos x="connsiteX6-273" y="connsiteY6-274"/>
                  </a:cxn>
                </a:cxnLst>
                <a:rect l="l" t="t" r="r" b="b"/>
                <a:pathLst>
                  <a:path w="1157049" h="799900">
                    <a:moveTo>
                      <a:pt x="581944" y="226644"/>
                    </a:moveTo>
                    <a:cubicBezTo>
                      <a:pt x="475725" y="67317"/>
                      <a:pt x="332562" y="-22738"/>
                      <a:pt x="235580" y="4971"/>
                    </a:cubicBezTo>
                    <a:cubicBezTo>
                      <a:pt x="138598" y="32680"/>
                      <a:pt x="-3122" y="205574"/>
                      <a:pt x="53" y="392899"/>
                    </a:cubicBezTo>
                    <a:cubicBezTo>
                      <a:pt x="3228" y="580224"/>
                      <a:pt x="176987" y="1063112"/>
                      <a:pt x="540380" y="614571"/>
                    </a:cubicBezTo>
                    <a:cubicBezTo>
                      <a:pt x="795823" y="920237"/>
                      <a:pt x="971025" y="773032"/>
                      <a:pt x="1094562" y="559153"/>
                    </a:cubicBezTo>
                    <a:cubicBezTo>
                      <a:pt x="1218099" y="345274"/>
                      <a:pt x="1133817" y="134281"/>
                      <a:pt x="1052999" y="74245"/>
                    </a:cubicBezTo>
                    <a:cubicBezTo>
                      <a:pt x="972181" y="14209"/>
                      <a:pt x="618889" y="25753"/>
                      <a:pt x="581944" y="226644"/>
                    </a:cubicBezTo>
                    <a:close/>
                  </a:path>
                </a:pathLst>
              </a:custGeom>
              <a:blipFill>
                <a:blip r:embed="rId3"/>
                <a:stretch>
                  <a:fillRect b="-14000"/>
                </a:stretch>
              </a:bli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92" name="任意多边形 91"/>
              <p:cNvSpPr/>
              <p:nvPr/>
            </p:nvSpPr>
            <p:spPr>
              <a:xfrm>
                <a:off x="8008901" y="2688657"/>
                <a:ext cx="164315" cy="0"/>
              </a:xfrm>
              <a:custGeom>
                <a:avLst/>
                <a:gdLst>
                  <a:gd name="connsiteX0" fmla="*/ 0 w 166255"/>
                  <a:gd name="connsiteY0" fmla="*/ 0 h 0"/>
                  <a:gd name="connsiteX1" fmla="*/ 166255 w 166255"/>
                  <a:gd name="connsiteY1" fmla="*/ 0 h 0"/>
                </a:gdLst>
                <a:ahLst/>
                <a:cxnLst>
                  <a:cxn ang="0">
                    <a:pos x="connsiteX0" y="connsiteY0"/>
                  </a:cxn>
                  <a:cxn ang="0">
                    <a:pos x="connsiteX1" y="connsiteY1"/>
                  </a:cxn>
                </a:cxnLst>
                <a:rect l="l" t="t" r="r" b="b"/>
                <a:pathLst>
                  <a:path w="166255">
                    <a:moveTo>
                      <a:pt x="0" y="0"/>
                    </a:moveTo>
                    <a:lnTo>
                      <a:pt x="166255" y="0"/>
                    </a:lnTo>
                  </a:path>
                </a:pathLst>
              </a:custGeom>
              <a:blipFill>
                <a:blip r:embed="rId4"/>
                <a:stretch>
                  <a:fillRect b="-14000"/>
                </a:stretch>
              </a:bli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93" name="任意多边形 92"/>
              <p:cNvSpPr/>
              <p:nvPr/>
            </p:nvSpPr>
            <p:spPr>
              <a:xfrm>
                <a:off x="8097905" y="2144857"/>
                <a:ext cx="143775" cy="543800"/>
              </a:xfrm>
              <a:custGeom>
                <a:avLst/>
                <a:gdLst>
                  <a:gd name="connsiteX0" fmla="*/ 0 w 142875"/>
                  <a:gd name="connsiteY0" fmla="*/ 542925 h 542925"/>
                  <a:gd name="connsiteX1" fmla="*/ 28575 w 142875"/>
                  <a:gd name="connsiteY1" fmla="*/ 219075 h 542925"/>
                  <a:gd name="connsiteX2" fmla="*/ 142875 w 142875"/>
                  <a:gd name="connsiteY2" fmla="*/ 0 h 542925"/>
                </a:gdLst>
                <a:ahLst/>
                <a:cxnLst>
                  <a:cxn ang="0">
                    <a:pos x="connsiteX0" y="connsiteY0"/>
                  </a:cxn>
                  <a:cxn ang="0">
                    <a:pos x="connsiteX1" y="connsiteY1"/>
                  </a:cxn>
                  <a:cxn ang="0">
                    <a:pos x="connsiteX2" y="connsiteY2"/>
                  </a:cxn>
                </a:cxnLst>
                <a:rect l="l" t="t" r="r" b="b"/>
                <a:pathLst>
                  <a:path w="142875" h="542925">
                    <a:moveTo>
                      <a:pt x="0" y="542925"/>
                    </a:moveTo>
                    <a:cubicBezTo>
                      <a:pt x="2381" y="426243"/>
                      <a:pt x="4763" y="309562"/>
                      <a:pt x="28575" y="219075"/>
                    </a:cubicBezTo>
                    <a:cubicBezTo>
                      <a:pt x="52387" y="128588"/>
                      <a:pt x="97631" y="64294"/>
                      <a:pt x="142875" y="0"/>
                    </a:cubicBezTo>
                  </a:path>
                </a:pathLst>
              </a:custGeom>
              <a:blipFill>
                <a:blip r:embed="rId4"/>
                <a:stretch>
                  <a:fillRect b="-14000"/>
                </a:stretch>
              </a:bli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grpSp>
      </p:grpSp>
      <p:sp>
        <p:nvSpPr>
          <p:cNvPr id="94" name="文本框 84"/>
          <p:cNvSpPr txBox="1">
            <a:spLocks noChangeArrowheads="1"/>
          </p:cNvSpPr>
          <p:nvPr/>
        </p:nvSpPr>
        <p:spPr bwMode="auto">
          <a:xfrm>
            <a:off x="2554605" y="3969385"/>
            <a:ext cx="305498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595959"/>
                </a:solidFill>
                <a:latin typeface="+mn-lt"/>
                <a:ea typeface="+mn-ea"/>
                <a:cs typeface="+mn-ea"/>
                <a:sym typeface="+mn-lt"/>
              </a:rPr>
              <a:t>环保大数据有助于环境行政执法范围的全面化</a:t>
            </a:r>
          </a:p>
        </p:txBody>
      </p:sp>
      <p:sp>
        <p:nvSpPr>
          <p:cNvPr id="96" name="文本框 107"/>
          <p:cNvSpPr txBox="1">
            <a:spLocks noChangeArrowheads="1"/>
          </p:cNvSpPr>
          <p:nvPr/>
        </p:nvSpPr>
        <p:spPr bwMode="auto">
          <a:xfrm>
            <a:off x="7542530" y="2280285"/>
            <a:ext cx="331851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595959"/>
                </a:solidFill>
                <a:latin typeface="+mn-lt"/>
                <a:ea typeface="+mn-ea"/>
                <a:cs typeface="+mn-ea"/>
                <a:sym typeface="+mn-lt"/>
              </a:rPr>
              <a:t>环保大数据有助于环境行政执法决策的科学化</a:t>
            </a:r>
          </a:p>
        </p:txBody>
      </p:sp>
      <p:sp>
        <p:nvSpPr>
          <p:cNvPr id="98" name="文本框 112"/>
          <p:cNvSpPr txBox="1">
            <a:spLocks noChangeArrowheads="1"/>
          </p:cNvSpPr>
          <p:nvPr/>
        </p:nvSpPr>
        <p:spPr bwMode="auto">
          <a:xfrm>
            <a:off x="7496175" y="4153535"/>
            <a:ext cx="34118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a:solidFill>
                  <a:srgbClr val="595959"/>
                </a:solidFill>
                <a:latin typeface="+mn-lt"/>
                <a:ea typeface="+mn-ea"/>
                <a:cs typeface="+mn-ea"/>
                <a:sym typeface="+mn-lt"/>
              </a:rPr>
              <a:t>环保大数据有助于环境行政执法监管的精准化</a:t>
            </a:r>
          </a:p>
        </p:txBody>
      </p:sp>
      <p:grpSp>
        <p:nvGrpSpPr>
          <p:cNvPr id="100" name="组合 99"/>
          <p:cNvGrpSpPr/>
          <p:nvPr/>
        </p:nvGrpSpPr>
        <p:grpSpPr>
          <a:xfrm>
            <a:off x="1346200" y="3892550"/>
            <a:ext cx="1025525" cy="1300163"/>
            <a:chOff x="1346200" y="4248150"/>
            <a:chExt cx="1025525" cy="1300163"/>
          </a:xfrm>
          <a:noFill/>
        </p:grpSpPr>
        <p:sp>
          <p:nvSpPr>
            <p:cNvPr id="101" name="椭圆 31"/>
            <p:cNvSpPr/>
            <p:nvPr/>
          </p:nvSpPr>
          <p:spPr>
            <a:xfrm>
              <a:off x="1346200" y="4248150"/>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02" name="矩形 96"/>
            <p:cNvSpPr>
              <a:spLocks noChangeArrowheads="1"/>
            </p:cNvSpPr>
            <p:nvPr/>
          </p:nvSpPr>
          <p:spPr bwMode="auto">
            <a:xfrm>
              <a:off x="1454150" y="4840288"/>
              <a:ext cx="825499" cy="708025"/>
            </a:xfrm>
            <a:prstGeom prst="rect">
              <a:avLst/>
            </a:prstGeom>
            <a:noFill/>
            <a:ln w="285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600" b="1" dirty="0">
                  <a:solidFill>
                    <a:srgbClr val="605448"/>
                  </a:solidFill>
                  <a:cs typeface="+mn-ea"/>
                  <a:sym typeface="+mn-lt"/>
                </a:rPr>
                <a:t>02</a:t>
              </a:r>
              <a:endParaRPr lang="zh-CN" altLang="en-US" sz="3600" b="1" dirty="0">
                <a:solidFill>
                  <a:srgbClr val="605448"/>
                </a:solidFill>
                <a:cs typeface="+mn-ea"/>
                <a:sym typeface="+mn-lt"/>
              </a:endParaRPr>
            </a:p>
          </p:txBody>
        </p:sp>
        <p:grpSp>
          <p:nvGrpSpPr>
            <p:cNvPr id="103" name="组合 10"/>
            <p:cNvGrpSpPr/>
            <p:nvPr/>
          </p:nvGrpSpPr>
          <p:grpSpPr bwMode="auto">
            <a:xfrm>
              <a:off x="1611313" y="4416425"/>
              <a:ext cx="500062" cy="522288"/>
              <a:chOff x="7710221" y="2608730"/>
              <a:chExt cx="828208" cy="866128"/>
            </a:xfrm>
            <a:grpFill/>
          </p:grpSpPr>
          <p:sp>
            <p:nvSpPr>
              <p:cNvPr id="104" name="任意多边形 103"/>
              <p:cNvSpPr/>
              <p:nvPr/>
            </p:nvSpPr>
            <p:spPr>
              <a:xfrm>
                <a:off x="7710221" y="2608730"/>
                <a:ext cx="828208" cy="866128"/>
              </a:xfrm>
              <a:custGeom>
                <a:avLst/>
                <a:gdLst>
                  <a:gd name="connsiteX0" fmla="*/ 272960 w 895427"/>
                  <a:gd name="connsiteY0" fmla="*/ 0 h 751895"/>
                  <a:gd name="connsiteX1" fmla="*/ 595689 w 895427"/>
                  <a:gd name="connsiteY1" fmla="*/ 0 h 751895"/>
                  <a:gd name="connsiteX2" fmla="*/ 568795 w 895427"/>
                  <a:gd name="connsiteY2" fmla="*/ 457200 h 751895"/>
                  <a:gd name="connsiteX3" fmla="*/ 878077 w 895427"/>
                  <a:gd name="connsiteY3" fmla="*/ 672353 h 751895"/>
                  <a:gd name="connsiteX4" fmla="*/ 17465 w 895427"/>
                  <a:gd name="connsiteY4" fmla="*/ 739589 h 751895"/>
                  <a:gd name="connsiteX5" fmla="*/ 299854 w 895427"/>
                  <a:gd name="connsiteY5" fmla="*/ 443753 h 751895"/>
                  <a:gd name="connsiteX6" fmla="*/ 272960 w 895427"/>
                  <a:gd name="connsiteY6" fmla="*/ 0 h 751895"/>
                  <a:gd name="connsiteX0-1" fmla="*/ 272960 w 908267"/>
                  <a:gd name="connsiteY0-2" fmla="*/ 0 h 845792"/>
                  <a:gd name="connsiteX1-3" fmla="*/ 595689 w 908267"/>
                  <a:gd name="connsiteY1-4" fmla="*/ 0 h 845792"/>
                  <a:gd name="connsiteX2-5" fmla="*/ 568795 w 908267"/>
                  <a:gd name="connsiteY2-6" fmla="*/ 457200 h 845792"/>
                  <a:gd name="connsiteX3-7" fmla="*/ 891524 w 908267"/>
                  <a:gd name="connsiteY3-8" fmla="*/ 833718 h 845792"/>
                  <a:gd name="connsiteX4-9" fmla="*/ 17465 w 908267"/>
                  <a:gd name="connsiteY4-10" fmla="*/ 739589 h 845792"/>
                  <a:gd name="connsiteX5-11" fmla="*/ 299854 w 908267"/>
                  <a:gd name="connsiteY5-12" fmla="*/ 443753 h 845792"/>
                  <a:gd name="connsiteX6-13" fmla="*/ 272960 w 908267"/>
                  <a:gd name="connsiteY6-14" fmla="*/ 0 h 845792"/>
                  <a:gd name="connsiteX0-15" fmla="*/ 196651 w 828208"/>
                  <a:gd name="connsiteY0-16" fmla="*/ 0 h 866128"/>
                  <a:gd name="connsiteX1-17" fmla="*/ 519380 w 828208"/>
                  <a:gd name="connsiteY1-18" fmla="*/ 0 h 866128"/>
                  <a:gd name="connsiteX2-19" fmla="*/ 492486 w 828208"/>
                  <a:gd name="connsiteY2-20" fmla="*/ 457200 h 866128"/>
                  <a:gd name="connsiteX3-21" fmla="*/ 815215 w 828208"/>
                  <a:gd name="connsiteY3-22" fmla="*/ 833718 h 866128"/>
                  <a:gd name="connsiteX4-23" fmla="*/ 21839 w 828208"/>
                  <a:gd name="connsiteY4-24" fmla="*/ 820271 h 866128"/>
                  <a:gd name="connsiteX5-25" fmla="*/ 223545 w 828208"/>
                  <a:gd name="connsiteY5-26" fmla="*/ 443753 h 866128"/>
                  <a:gd name="connsiteX6-27" fmla="*/ 196651 w 828208"/>
                  <a:gd name="connsiteY6-28" fmla="*/ 0 h 866128"/>
                  <a:gd name="connsiteX0-29" fmla="*/ 196651 w 828208"/>
                  <a:gd name="connsiteY0-30" fmla="*/ 0 h 866128"/>
                  <a:gd name="connsiteX1-31" fmla="*/ 519380 w 828208"/>
                  <a:gd name="connsiteY1-32" fmla="*/ 0 h 866128"/>
                  <a:gd name="connsiteX2-33" fmla="*/ 492486 w 828208"/>
                  <a:gd name="connsiteY2-34" fmla="*/ 457200 h 866128"/>
                  <a:gd name="connsiteX3-35" fmla="*/ 815215 w 828208"/>
                  <a:gd name="connsiteY3-36" fmla="*/ 833718 h 866128"/>
                  <a:gd name="connsiteX4-37" fmla="*/ 21839 w 828208"/>
                  <a:gd name="connsiteY4-38" fmla="*/ 820271 h 866128"/>
                  <a:gd name="connsiteX5-39" fmla="*/ 223545 w 828208"/>
                  <a:gd name="connsiteY5-40" fmla="*/ 443753 h 866128"/>
                  <a:gd name="connsiteX6-41" fmla="*/ 196651 w 828208"/>
                  <a:gd name="connsiteY6-42" fmla="*/ 0 h 866128"/>
                </a:gdLst>
                <a:ahLst/>
                <a:cxnLst>
                  <a:cxn ang="0">
                    <a:pos x="connsiteX0-29" y="connsiteY0-30"/>
                  </a:cxn>
                  <a:cxn ang="0">
                    <a:pos x="connsiteX1-31" y="connsiteY1-32"/>
                  </a:cxn>
                  <a:cxn ang="0">
                    <a:pos x="connsiteX2-33" y="connsiteY2-34"/>
                  </a:cxn>
                  <a:cxn ang="0">
                    <a:pos x="connsiteX3-35" y="connsiteY3-36"/>
                  </a:cxn>
                  <a:cxn ang="0">
                    <a:pos x="connsiteX4-37" y="connsiteY4-38"/>
                  </a:cxn>
                  <a:cxn ang="0">
                    <a:pos x="connsiteX5-39" y="connsiteY5-40"/>
                  </a:cxn>
                  <a:cxn ang="0">
                    <a:pos x="connsiteX6-41" y="connsiteY6-42"/>
                  </a:cxn>
                </a:cxnLst>
                <a:rect l="l" t="t" r="r" b="b"/>
                <a:pathLst>
                  <a:path w="828208" h="866128">
                    <a:moveTo>
                      <a:pt x="196651" y="0"/>
                    </a:moveTo>
                    <a:lnTo>
                      <a:pt x="519380" y="0"/>
                    </a:lnTo>
                    <a:cubicBezTo>
                      <a:pt x="510415" y="152400"/>
                      <a:pt x="519380" y="266699"/>
                      <a:pt x="492486" y="457200"/>
                    </a:cubicBezTo>
                    <a:cubicBezTo>
                      <a:pt x="595580" y="528918"/>
                      <a:pt x="893656" y="773206"/>
                      <a:pt x="815215" y="833718"/>
                    </a:cubicBezTo>
                    <a:cubicBezTo>
                      <a:pt x="736774" y="894230"/>
                      <a:pt x="118209" y="858371"/>
                      <a:pt x="21839" y="820271"/>
                    </a:cubicBezTo>
                    <a:cubicBezTo>
                      <a:pt x="-74531" y="782171"/>
                      <a:pt x="176480" y="508747"/>
                      <a:pt x="223545" y="443753"/>
                    </a:cubicBezTo>
                    <a:lnTo>
                      <a:pt x="196651" y="0"/>
                    </a:lnTo>
                    <a:close/>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05" name="任意多边形 104"/>
              <p:cNvSpPr/>
              <p:nvPr/>
            </p:nvSpPr>
            <p:spPr>
              <a:xfrm>
                <a:off x="7836424" y="3158945"/>
                <a:ext cx="512700" cy="26326"/>
              </a:xfrm>
              <a:custGeom>
                <a:avLst/>
                <a:gdLst>
                  <a:gd name="connsiteX0" fmla="*/ 0 w 510988"/>
                  <a:gd name="connsiteY0" fmla="*/ 27144 h 27144"/>
                  <a:gd name="connsiteX1" fmla="*/ 188259 w 510988"/>
                  <a:gd name="connsiteY1" fmla="*/ 250 h 27144"/>
                  <a:gd name="connsiteX2" fmla="*/ 349624 w 510988"/>
                  <a:gd name="connsiteY2" fmla="*/ 13697 h 27144"/>
                  <a:gd name="connsiteX3" fmla="*/ 510988 w 510988"/>
                  <a:gd name="connsiteY3" fmla="*/ 13697 h 27144"/>
                </a:gdLst>
                <a:ahLst/>
                <a:cxnLst>
                  <a:cxn ang="0">
                    <a:pos x="connsiteX0" y="connsiteY0"/>
                  </a:cxn>
                  <a:cxn ang="0">
                    <a:pos x="connsiteX1" y="connsiteY1"/>
                  </a:cxn>
                  <a:cxn ang="0">
                    <a:pos x="connsiteX2" y="connsiteY2"/>
                  </a:cxn>
                  <a:cxn ang="0">
                    <a:pos x="connsiteX3" y="connsiteY3"/>
                  </a:cxn>
                </a:cxnLst>
                <a:rect l="l" t="t" r="r" b="b"/>
                <a:pathLst>
                  <a:path w="510988" h="27144">
                    <a:moveTo>
                      <a:pt x="0" y="27144"/>
                    </a:moveTo>
                    <a:cubicBezTo>
                      <a:pt x="64994" y="14817"/>
                      <a:pt x="129988" y="2491"/>
                      <a:pt x="188259" y="250"/>
                    </a:cubicBezTo>
                    <a:cubicBezTo>
                      <a:pt x="246530" y="-1991"/>
                      <a:pt x="295836" y="11456"/>
                      <a:pt x="349624" y="13697"/>
                    </a:cubicBezTo>
                    <a:cubicBezTo>
                      <a:pt x="403412" y="15938"/>
                      <a:pt x="457200" y="14817"/>
                      <a:pt x="510988" y="13697"/>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06" name="椭圆 31"/>
              <p:cNvSpPr/>
              <p:nvPr/>
            </p:nvSpPr>
            <p:spPr>
              <a:xfrm>
                <a:off x="7973144" y="3264250"/>
                <a:ext cx="47326" cy="4738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a:solidFill>
                    <a:srgbClr val="605448"/>
                  </a:solidFill>
                  <a:cs typeface="+mn-ea"/>
                  <a:sym typeface="+mn-lt"/>
                </a:endParaRPr>
              </a:p>
            </p:txBody>
          </p:sp>
          <p:sp>
            <p:nvSpPr>
              <p:cNvPr id="107" name="椭圆 31"/>
              <p:cNvSpPr/>
              <p:nvPr/>
            </p:nvSpPr>
            <p:spPr>
              <a:xfrm>
                <a:off x="8125640" y="3211597"/>
                <a:ext cx="44696" cy="4738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a:solidFill>
                    <a:srgbClr val="605448"/>
                  </a:solidFill>
                  <a:cs typeface="+mn-ea"/>
                  <a:sym typeface="+mn-lt"/>
                </a:endParaRPr>
              </a:p>
            </p:txBody>
          </p:sp>
          <p:sp>
            <p:nvSpPr>
              <p:cNvPr id="108" name="椭圆 31"/>
              <p:cNvSpPr/>
              <p:nvPr/>
            </p:nvSpPr>
            <p:spPr>
              <a:xfrm>
                <a:off x="8094089" y="3337963"/>
                <a:ext cx="76247" cy="7634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a:solidFill>
                    <a:srgbClr val="605448"/>
                  </a:solidFill>
                  <a:cs typeface="+mn-ea"/>
                  <a:sym typeface="+mn-lt"/>
                </a:endParaRPr>
              </a:p>
            </p:txBody>
          </p:sp>
        </p:grpSp>
      </p:grpSp>
      <p:grpSp>
        <p:nvGrpSpPr>
          <p:cNvPr id="109" name="组合 108"/>
          <p:cNvGrpSpPr/>
          <p:nvPr/>
        </p:nvGrpSpPr>
        <p:grpSpPr>
          <a:xfrm>
            <a:off x="6311900" y="2022475"/>
            <a:ext cx="1025525" cy="1263651"/>
            <a:chOff x="6311900" y="2378075"/>
            <a:chExt cx="1025525" cy="1263651"/>
          </a:xfrm>
          <a:noFill/>
        </p:grpSpPr>
        <p:sp>
          <p:nvSpPr>
            <p:cNvPr id="110" name="椭圆 31"/>
            <p:cNvSpPr/>
            <p:nvPr/>
          </p:nvSpPr>
          <p:spPr>
            <a:xfrm>
              <a:off x="6311900" y="2378075"/>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11" name="矩形 109"/>
            <p:cNvSpPr>
              <a:spLocks noChangeArrowheads="1"/>
            </p:cNvSpPr>
            <p:nvPr/>
          </p:nvSpPr>
          <p:spPr bwMode="auto">
            <a:xfrm>
              <a:off x="6480284" y="2933701"/>
              <a:ext cx="792162" cy="708025"/>
            </a:xfrm>
            <a:prstGeom prst="rect">
              <a:avLst/>
            </a:prstGeom>
            <a:noFill/>
            <a:ln w="285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600" b="1" dirty="0">
                  <a:solidFill>
                    <a:srgbClr val="605448"/>
                  </a:solidFill>
                  <a:cs typeface="+mn-ea"/>
                  <a:sym typeface="+mn-lt"/>
                </a:rPr>
                <a:t>03</a:t>
              </a:r>
              <a:endParaRPr lang="zh-CN" altLang="en-US" sz="3600" b="1" dirty="0">
                <a:solidFill>
                  <a:srgbClr val="605448"/>
                </a:solidFill>
                <a:cs typeface="+mn-ea"/>
                <a:sym typeface="+mn-lt"/>
              </a:endParaRPr>
            </a:p>
          </p:txBody>
        </p:sp>
        <p:grpSp>
          <p:nvGrpSpPr>
            <p:cNvPr id="112" name="组合 75"/>
            <p:cNvGrpSpPr/>
            <p:nvPr/>
          </p:nvGrpSpPr>
          <p:grpSpPr bwMode="auto">
            <a:xfrm rot="20595534" flipH="1">
              <a:off x="6607175" y="2525713"/>
              <a:ext cx="461963" cy="612775"/>
              <a:chOff x="6349289" y="689341"/>
              <a:chExt cx="240568" cy="318691"/>
            </a:xfrm>
            <a:grpFill/>
          </p:grpSpPr>
          <p:grpSp>
            <p:nvGrpSpPr>
              <p:cNvPr id="113" name="组合 76"/>
              <p:cNvGrpSpPr/>
              <p:nvPr/>
            </p:nvGrpSpPr>
            <p:grpSpPr bwMode="auto">
              <a:xfrm rot="735509">
                <a:off x="6349289" y="689341"/>
                <a:ext cx="240568" cy="279631"/>
                <a:chOff x="7319233" y="478676"/>
                <a:chExt cx="580936" cy="675267"/>
              </a:xfrm>
              <a:grpFill/>
            </p:grpSpPr>
            <p:sp>
              <p:nvSpPr>
                <p:cNvPr id="115" name="任意多边形 114"/>
                <p:cNvSpPr/>
                <p:nvPr/>
              </p:nvSpPr>
              <p:spPr>
                <a:xfrm>
                  <a:off x="7318738" y="476709"/>
                  <a:ext cx="580935" cy="675884"/>
                </a:xfrm>
                <a:custGeom>
                  <a:avLst/>
                  <a:gdLst>
                    <a:gd name="connsiteX0" fmla="*/ 169694 w 579891"/>
                    <a:gd name="connsiteY0" fmla="*/ 674526 h 674526"/>
                    <a:gd name="connsiteX1" fmla="*/ 193757 w 579891"/>
                    <a:gd name="connsiteY1" fmla="*/ 421863 h 674526"/>
                    <a:gd name="connsiteX2" fmla="*/ 1252 w 579891"/>
                    <a:gd name="connsiteY2" fmla="*/ 241390 h 674526"/>
                    <a:gd name="connsiteX3" fmla="*/ 302041 w 579891"/>
                    <a:gd name="connsiteY3" fmla="*/ 758 h 674526"/>
                    <a:gd name="connsiteX4" fmla="*/ 578768 w 579891"/>
                    <a:gd name="connsiteY4" fmla="*/ 325611 h 674526"/>
                    <a:gd name="connsiteX5" fmla="*/ 398294 w 579891"/>
                    <a:gd name="connsiteY5" fmla="*/ 457958 h 674526"/>
                    <a:gd name="connsiteX6" fmla="*/ 362199 w 579891"/>
                    <a:gd name="connsiteY6" fmla="*/ 638432 h 674526"/>
                    <a:gd name="connsiteX7" fmla="*/ 193757 w 579891"/>
                    <a:gd name="connsiteY7" fmla="*/ 626400 h 674526"/>
                    <a:gd name="connsiteX0-1" fmla="*/ 168660 w 578857"/>
                    <a:gd name="connsiteY0-2" fmla="*/ 675267 h 675267"/>
                    <a:gd name="connsiteX1-3" fmla="*/ 192723 w 578857"/>
                    <a:gd name="connsiteY1-4" fmla="*/ 422604 h 675267"/>
                    <a:gd name="connsiteX2-5" fmla="*/ 218 w 578857"/>
                    <a:gd name="connsiteY2-6" fmla="*/ 242131 h 675267"/>
                    <a:gd name="connsiteX3-7" fmla="*/ 301007 w 578857"/>
                    <a:gd name="connsiteY3-8" fmla="*/ 1499 h 675267"/>
                    <a:gd name="connsiteX4-9" fmla="*/ 577734 w 578857"/>
                    <a:gd name="connsiteY4-10" fmla="*/ 326352 h 675267"/>
                    <a:gd name="connsiteX5-11" fmla="*/ 397260 w 578857"/>
                    <a:gd name="connsiteY5-12" fmla="*/ 458699 h 675267"/>
                    <a:gd name="connsiteX6-13" fmla="*/ 361165 w 578857"/>
                    <a:gd name="connsiteY6-14" fmla="*/ 639173 h 675267"/>
                    <a:gd name="connsiteX7-15" fmla="*/ 192723 w 578857"/>
                    <a:gd name="connsiteY7-16" fmla="*/ 627141 h 675267"/>
                    <a:gd name="connsiteX0-17" fmla="*/ 168660 w 580183"/>
                    <a:gd name="connsiteY0-18" fmla="*/ 675267 h 675267"/>
                    <a:gd name="connsiteX1-19" fmla="*/ 192723 w 580183"/>
                    <a:gd name="connsiteY1-20" fmla="*/ 422604 h 675267"/>
                    <a:gd name="connsiteX2-21" fmla="*/ 218 w 580183"/>
                    <a:gd name="connsiteY2-22" fmla="*/ 242131 h 675267"/>
                    <a:gd name="connsiteX3-23" fmla="*/ 301007 w 580183"/>
                    <a:gd name="connsiteY3-24" fmla="*/ 1499 h 675267"/>
                    <a:gd name="connsiteX4-25" fmla="*/ 577734 w 580183"/>
                    <a:gd name="connsiteY4-26" fmla="*/ 326352 h 675267"/>
                    <a:gd name="connsiteX5-27" fmla="*/ 397260 w 580183"/>
                    <a:gd name="connsiteY5-28" fmla="*/ 458699 h 675267"/>
                    <a:gd name="connsiteX6-29" fmla="*/ 361165 w 580183"/>
                    <a:gd name="connsiteY6-30" fmla="*/ 639173 h 675267"/>
                    <a:gd name="connsiteX7-31" fmla="*/ 192723 w 580183"/>
                    <a:gd name="connsiteY7-32" fmla="*/ 627141 h 675267"/>
                    <a:gd name="connsiteX0-33" fmla="*/ 168726 w 580936"/>
                    <a:gd name="connsiteY0-34" fmla="*/ 675267 h 675267"/>
                    <a:gd name="connsiteX1-35" fmla="*/ 192789 w 580936"/>
                    <a:gd name="connsiteY1-36" fmla="*/ 422604 h 675267"/>
                    <a:gd name="connsiteX2-37" fmla="*/ 284 w 580936"/>
                    <a:gd name="connsiteY2-38" fmla="*/ 242131 h 675267"/>
                    <a:gd name="connsiteX3-39" fmla="*/ 301073 w 580936"/>
                    <a:gd name="connsiteY3-40" fmla="*/ 1499 h 675267"/>
                    <a:gd name="connsiteX4-41" fmla="*/ 577800 w 580936"/>
                    <a:gd name="connsiteY4-42" fmla="*/ 326352 h 675267"/>
                    <a:gd name="connsiteX5-43" fmla="*/ 397326 w 580936"/>
                    <a:gd name="connsiteY5-44" fmla="*/ 458699 h 675267"/>
                    <a:gd name="connsiteX6-45" fmla="*/ 361231 w 580936"/>
                    <a:gd name="connsiteY6-46" fmla="*/ 639173 h 675267"/>
                    <a:gd name="connsiteX7-47" fmla="*/ 192789 w 580936"/>
                    <a:gd name="connsiteY7-48" fmla="*/ 627141 h 675267"/>
                  </a:gdLst>
                  <a:ahLst/>
                  <a:cxnLst>
                    <a:cxn ang="0">
                      <a:pos x="connsiteX0-33" y="connsiteY0-34"/>
                    </a:cxn>
                    <a:cxn ang="0">
                      <a:pos x="connsiteX1-35" y="connsiteY1-36"/>
                    </a:cxn>
                    <a:cxn ang="0">
                      <a:pos x="connsiteX2-37" y="connsiteY2-38"/>
                    </a:cxn>
                    <a:cxn ang="0">
                      <a:pos x="connsiteX3-39" y="connsiteY3-40"/>
                    </a:cxn>
                    <a:cxn ang="0">
                      <a:pos x="connsiteX4-41" y="connsiteY4-42"/>
                    </a:cxn>
                    <a:cxn ang="0">
                      <a:pos x="connsiteX5-43" y="connsiteY5-44"/>
                    </a:cxn>
                    <a:cxn ang="0">
                      <a:pos x="connsiteX6-45" y="connsiteY6-46"/>
                    </a:cxn>
                    <a:cxn ang="0">
                      <a:pos x="connsiteX7-47" y="connsiteY7-48"/>
                    </a:cxn>
                  </a:cxnLst>
                  <a:rect l="l" t="t" r="r" b="b"/>
                  <a:pathLst>
                    <a:path w="580936" h="675267">
                      <a:moveTo>
                        <a:pt x="168726" y="675267"/>
                      </a:moveTo>
                      <a:cubicBezTo>
                        <a:pt x="194794" y="585030"/>
                        <a:pt x="220863" y="494793"/>
                        <a:pt x="192789" y="422604"/>
                      </a:cubicBezTo>
                      <a:cubicBezTo>
                        <a:pt x="164715" y="350415"/>
                        <a:pt x="8239" y="411989"/>
                        <a:pt x="284" y="242131"/>
                      </a:cubicBezTo>
                      <a:cubicBezTo>
                        <a:pt x="-7671" y="72273"/>
                        <a:pt x="152816" y="-12538"/>
                        <a:pt x="301073" y="1499"/>
                      </a:cubicBezTo>
                      <a:cubicBezTo>
                        <a:pt x="449330" y="15536"/>
                        <a:pt x="605094" y="137477"/>
                        <a:pt x="577800" y="326352"/>
                      </a:cubicBezTo>
                      <a:cubicBezTo>
                        <a:pt x="550506" y="515227"/>
                        <a:pt x="433421" y="406562"/>
                        <a:pt x="397326" y="458699"/>
                      </a:cubicBezTo>
                      <a:cubicBezTo>
                        <a:pt x="361231" y="510836"/>
                        <a:pt x="395321" y="611099"/>
                        <a:pt x="361231" y="639173"/>
                      </a:cubicBezTo>
                      <a:cubicBezTo>
                        <a:pt x="327142" y="667247"/>
                        <a:pt x="259965" y="647194"/>
                        <a:pt x="192789" y="627141"/>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16" name="任意多边形 115"/>
                <p:cNvSpPr/>
                <p:nvPr/>
              </p:nvSpPr>
              <p:spPr>
                <a:xfrm>
                  <a:off x="7574837" y="692370"/>
                  <a:ext cx="173681" cy="400745"/>
                </a:xfrm>
                <a:custGeom>
                  <a:avLst/>
                  <a:gdLst>
                    <a:gd name="connsiteX0" fmla="*/ 0 w 173947"/>
                    <a:gd name="connsiteY0" fmla="*/ 2090 h 400785"/>
                    <a:gd name="connsiteX1" fmla="*/ 173346 w 173947"/>
                    <a:gd name="connsiteY1" fmla="*/ 23758 h 400785"/>
                    <a:gd name="connsiteX2" fmla="*/ 56337 w 173947"/>
                    <a:gd name="connsiteY2" fmla="*/ 28091 h 400785"/>
                    <a:gd name="connsiteX3" fmla="*/ 34669 w 173947"/>
                    <a:gd name="connsiteY3" fmla="*/ 400785 h 400785"/>
                  </a:gdLst>
                  <a:ahLst/>
                  <a:cxnLst>
                    <a:cxn ang="0">
                      <a:pos x="connsiteX0" y="connsiteY0"/>
                    </a:cxn>
                    <a:cxn ang="0">
                      <a:pos x="connsiteX1" y="connsiteY1"/>
                    </a:cxn>
                    <a:cxn ang="0">
                      <a:pos x="connsiteX2" y="connsiteY2"/>
                    </a:cxn>
                    <a:cxn ang="0">
                      <a:pos x="connsiteX3" y="connsiteY3"/>
                    </a:cxn>
                  </a:cxnLst>
                  <a:rect l="l" t="t" r="r" b="b"/>
                  <a:pathLst>
                    <a:path w="173947" h="400785">
                      <a:moveTo>
                        <a:pt x="0" y="2090"/>
                      </a:moveTo>
                      <a:cubicBezTo>
                        <a:pt x="81978" y="10757"/>
                        <a:pt x="163957" y="19425"/>
                        <a:pt x="173346" y="23758"/>
                      </a:cubicBezTo>
                      <a:cubicBezTo>
                        <a:pt x="182735" y="28091"/>
                        <a:pt x="79450" y="-34747"/>
                        <a:pt x="56337" y="28091"/>
                      </a:cubicBezTo>
                      <a:cubicBezTo>
                        <a:pt x="33224" y="90929"/>
                        <a:pt x="33946" y="245857"/>
                        <a:pt x="34669" y="400785"/>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grpSp>
          <p:sp>
            <p:nvSpPr>
              <p:cNvPr id="114" name="任意多边形 113"/>
              <p:cNvSpPr/>
              <p:nvPr/>
            </p:nvSpPr>
            <p:spPr>
              <a:xfrm>
                <a:off x="6385497" y="953260"/>
                <a:ext cx="82669" cy="54491"/>
              </a:xfrm>
              <a:custGeom>
                <a:avLst/>
                <a:gdLst>
                  <a:gd name="connsiteX0" fmla="*/ 248 w 76868"/>
                  <a:gd name="connsiteY0" fmla="*/ 393 h 59632"/>
                  <a:gd name="connsiteX1" fmla="*/ 54325 w 76868"/>
                  <a:gd name="connsiteY1" fmla="*/ 32348 h 59632"/>
                  <a:gd name="connsiteX2" fmla="*/ 76448 w 76868"/>
                  <a:gd name="connsiteY2" fmla="*/ 5309 h 59632"/>
                  <a:gd name="connsiteX3" fmla="*/ 37119 w 76868"/>
                  <a:gd name="connsiteY3" fmla="*/ 59387 h 59632"/>
                  <a:gd name="connsiteX4" fmla="*/ 248 w 76868"/>
                  <a:gd name="connsiteY4" fmla="*/ 393 h 59632"/>
                  <a:gd name="connsiteX0-1" fmla="*/ 12434 w 89054"/>
                  <a:gd name="connsiteY0-2" fmla="*/ 4 h 59773"/>
                  <a:gd name="connsiteX1-3" fmla="*/ 66511 w 89054"/>
                  <a:gd name="connsiteY1-4" fmla="*/ 31959 h 59773"/>
                  <a:gd name="connsiteX2-5" fmla="*/ 88634 w 89054"/>
                  <a:gd name="connsiteY2-6" fmla="*/ 4920 h 59773"/>
                  <a:gd name="connsiteX3-7" fmla="*/ 49305 w 89054"/>
                  <a:gd name="connsiteY3-8" fmla="*/ 58998 h 59773"/>
                  <a:gd name="connsiteX4-9" fmla="*/ 2601 w 89054"/>
                  <a:gd name="connsiteY4-10" fmla="*/ 34417 h 59773"/>
                  <a:gd name="connsiteX5" fmla="*/ 12434 w 89054"/>
                  <a:gd name="connsiteY5" fmla="*/ 4 h 59773"/>
                  <a:gd name="connsiteX0-11" fmla="*/ 12434 w 89054"/>
                  <a:gd name="connsiteY0-12" fmla="*/ 4 h 50472"/>
                  <a:gd name="connsiteX1-13" fmla="*/ 66511 w 89054"/>
                  <a:gd name="connsiteY1-14" fmla="*/ 31959 h 50472"/>
                  <a:gd name="connsiteX2-15" fmla="*/ 88634 w 89054"/>
                  <a:gd name="connsiteY2-16" fmla="*/ 4920 h 50472"/>
                  <a:gd name="connsiteX3-17" fmla="*/ 56679 w 89054"/>
                  <a:gd name="connsiteY3-18" fmla="*/ 49165 h 50472"/>
                  <a:gd name="connsiteX4-19" fmla="*/ 2601 w 89054"/>
                  <a:gd name="connsiteY4-20" fmla="*/ 34417 h 50472"/>
                  <a:gd name="connsiteX5-21" fmla="*/ 12434 w 89054"/>
                  <a:gd name="connsiteY5-22" fmla="*/ 4 h 50472"/>
                  <a:gd name="connsiteX0-23" fmla="*/ 10471 w 87091"/>
                  <a:gd name="connsiteY0-24" fmla="*/ 132 h 49570"/>
                  <a:gd name="connsiteX1-25" fmla="*/ 64548 w 87091"/>
                  <a:gd name="connsiteY1-26" fmla="*/ 32087 h 49570"/>
                  <a:gd name="connsiteX2-27" fmla="*/ 86671 w 87091"/>
                  <a:gd name="connsiteY2-28" fmla="*/ 5048 h 49570"/>
                  <a:gd name="connsiteX3-29" fmla="*/ 54716 w 87091"/>
                  <a:gd name="connsiteY3-30" fmla="*/ 49293 h 49570"/>
                  <a:gd name="connsiteX4-31" fmla="*/ 3097 w 87091"/>
                  <a:gd name="connsiteY4-32" fmla="*/ 22255 h 49570"/>
                  <a:gd name="connsiteX5-33" fmla="*/ 10471 w 87091"/>
                  <a:gd name="connsiteY5-34" fmla="*/ 132 h 49570"/>
                  <a:gd name="connsiteX0-35" fmla="*/ 10471 w 87091"/>
                  <a:gd name="connsiteY0-36" fmla="*/ 132 h 54436"/>
                  <a:gd name="connsiteX1-37" fmla="*/ 64548 w 87091"/>
                  <a:gd name="connsiteY1-38" fmla="*/ 32087 h 54436"/>
                  <a:gd name="connsiteX2-39" fmla="*/ 86671 w 87091"/>
                  <a:gd name="connsiteY2-40" fmla="*/ 5048 h 54436"/>
                  <a:gd name="connsiteX3-41" fmla="*/ 59632 w 87091"/>
                  <a:gd name="connsiteY3-42" fmla="*/ 54209 h 54436"/>
                  <a:gd name="connsiteX4-43" fmla="*/ 3097 w 87091"/>
                  <a:gd name="connsiteY4-44" fmla="*/ 22255 h 54436"/>
                  <a:gd name="connsiteX5-45" fmla="*/ 10471 w 87091"/>
                  <a:gd name="connsiteY5-46" fmla="*/ 132 h 54436"/>
                  <a:gd name="connsiteX0-47" fmla="*/ 11326 w 92270"/>
                  <a:gd name="connsiteY0-48" fmla="*/ 197 h 54501"/>
                  <a:gd name="connsiteX1-49" fmla="*/ 85068 w 92270"/>
                  <a:gd name="connsiteY1-50" fmla="*/ 34610 h 54501"/>
                  <a:gd name="connsiteX2-51" fmla="*/ 87526 w 92270"/>
                  <a:gd name="connsiteY2-52" fmla="*/ 5113 h 54501"/>
                  <a:gd name="connsiteX3-53" fmla="*/ 60487 w 92270"/>
                  <a:gd name="connsiteY3-54" fmla="*/ 54274 h 54501"/>
                  <a:gd name="connsiteX4-55" fmla="*/ 3952 w 92270"/>
                  <a:gd name="connsiteY4-56" fmla="*/ 22320 h 54501"/>
                  <a:gd name="connsiteX5-57" fmla="*/ 11326 w 92270"/>
                  <a:gd name="connsiteY5-58" fmla="*/ 197 h 54501"/>
                  <a:gd name="connsiteX0-59" fmla="*/ 7096 w 88040"/>
                  <a:gd name="connsiteY0-60" fmla="*/ 197 h 54501"/>
                  <a:gd name="connsiteX1-61" fmla="*/ 80838 w 88040"/>
                  <a:gd name="connsiteY1-62" fmla="*/ 34610 h 54501"/>
                  <a:gd name="connsiteX2-63" fmla="*/ 83296 w 88040"/>
                  <a:gd name="connsiteY2-64" fmla="*/ 5113 h 54501"/>
                  <a:gd name="connsiteX3-65" fmla="*/ 56257 w 88040"/>
                  <a:gd name="connsiteY3-66" fmla="*/ 54274 h 54501"/>
                  <a:gd name="connsiteX4-67" fmla="*/ 7096 w 88040"/>
                  <a:gd name="connsiteY4-68" fmla="*/ 22320 h 54501"/>
                  <a:gd name="connsiteX5-69" fmla="*/ 7096 w 88040"/>
                  <a:gd name="connsiteY5-70" fmla="*/ 197 h 54501"/>
                  <a:gd name="connsiteX0-71" fmla="*/ 6579 w 84329"/>
                  <a:gd name="connsiteY0-72" fmla="*/ 133 h 54437"/>
                  <a:gd name="connsiteX1-73" fmla="*/ 72947 w 84329"/>
                  <a:gd name="connsiteY1-74" fmla="*/ 32088 h 54437"/>
                  <a:gd name="connsiteX2-75" fmla="*/ 82779 w 84329"/>
                  <a:gd name="connsiteY2-76" fmla="*/ 5049 h 54437"/>
                  <a:gd name="connsiteX3-77" fmla="*/ 55740 w 84329"/>
                  <a:gd name="connsiteY3-78" fmla="*/ 54210 h 54437"/>
                  <a:gd name="connsiteX4-79" fmla="*/ 6579 w 84329"/>
                  <a:gd name="connsiteY4-80" fmla="*/ 22256 h 54437"/>
                  <a:gd name="connsiteX5-81" fmla="*/ 6579 w 84329"/>
                  <a:gd name="connsiteY5-82" fmla="*/ 133 h 54437"/>
                  <a:gd name="connsiteX0-83" fmla="*/ 5902 w 82602"/>
                  <a:gd name="connsiteY0-84" fmla="*/ 197 h 54501"/>
                  <a:gd name="connsiteX1-85" fmla="*/ 62437 w 82602"/>
                  <a:gd name="connsiteY1-86" fmla="*/ 34610 h 54501"/>
                  <a:gd name="connsiteX2-87" fmla="*/ 82102 w 82602"/>
                  <a:gd name="connsiteY2-88" fmla="*/ 5113 h 54501"/>
                  <a:gd name="connsiteX3-89" fmla="*/ 55063 w 82602"/>
                  <a:gd name="connsiteY3-90" fmla="*/ 54274 h 54501"/>
                  <a:gd name="connsiteX4-91" fmla="*/ 5902 w 82602"/>
                  <a:gd name="connsiteY4-92" fmla="*/ 22320 h 54501"/>
                  <a:gd name="connsiteX5-93" fmla="*/ 5902 w 82602"/>
                  <a:gd name="connsiteY5-94" fmla="*/ 197 h 54501"/>
                </a:gdLst>
                <a:ahLst/>
                <a:cxnLst>
                  <a:cxn ang="0">
                    <a:pos x="connsiteX0-83" y="connsiteY0-84"/>
                  </a:cxn>
                  <a:cxn ang="0">
                    <a:pos x="connsiteX1-85" y="connsiteY1-86"/>
                  </a:cxn>
                  <a:cxn ang="0">
                    <a:pos x="connsiteX2-87" y="connsiteY2-88"/>
                  </a:cxn>
                  <a:cxn ang="0">
                    <a:pos x="connsiteX3-89" y="connsiteY3-90"/>
                  </a:cxn>
                  <a:cxn ang="0">
                    <a:pos x="connsiteX4-91" y="connsiteY4-92"/>
                  </a:cxn>
                  <a:cxn ang="0">
                    <a:pos x="connsiteX5-93" y="connsiteY5-94"/>
                  </a:cxn>
                </a:cxnLst>
                <a:rect l="l" t="t" r="r" b="b"/>
                <a:pathLst>
                  <a:path w="82602" h="54501">
                    <a:moveTo>
                      <a:pt x="5902" y="197"/>
                    </a:moveTo>
                    <a:cubicBezTo>
                      <a:pt x="15325" y="2245"/>
                      <a:pt x="49737" y="33791"/>
                      <a:pt x="62437" y="34610"/>
                    </a:cubicBezTo>
                    <a:cubicBezTo>
                      <a:pt x="75137" y="35429"/>
                      <a:pt x="84970" y="607"/>
                      <a:pt x="82102" y="5113"/>
                    </a:cubicBezTo>
                    <a:cubicBezTo>
                      <a:pt x="79234" y="9620"/>
                      <a:pt x="67763" y="51406"/>
                      <a:pt x="55063" y="54274"/>
                    </a:cubicBezTo>
                    <a:cubicBezTo>
                      <a:pt x="42363" y="57142"/>
                      <a:pt x="12047" y="32152"/>
                      <a:pt x="5902" y="22320"/>
                    </a:cubicBezTo>
                    <a:cubicBezTo>
                      <a:pt x="-243" y="12488"/>
                      <a:pt x="-3521" y="-1851"/>
                      <a:pt x="5902" y="197"/>
                    </a:cubicBezTo>
                    <a:close/>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grpSp>
      </p:grpSp>
      <p:grpSp>
        <p:nvGrpSpPr>
          <p:cNvPr id="117" name="组合 116"/>
          <p:cNvGrpSpPr/>
          <p:nvPr/>
        </p:nvGrpSpPr>
        <p:grpSpPr>
          <a:xfrm>
            <a:off x="6311900" y="3892550"/>
            <a:ext cx="1025525" cy="1285875"/>
            <a:chOff x="6311900" y="4248150"/>
            <a:chExt cx="1025525" cy="1285875"/>
          </a:xfrm>
          <a:noFill/>
        </p:grpSpPr>
        <p:sp>
          <p:nvSpPr>
            <p:cNvPr id="118" name="椭圆 31"/>
            <p:cNvSpPr/>
            <p:nvPr/>
          </p:nvSpPr>
          <p:spPr>
            <a:xfrm>
              <a:off x="6311900" y="4248150"/>
              <a:ext cx="1025525" cy="1239838"/>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19" name="矩形 116"/>
            <p:cNvSpPr>
              <a:spLocks noChangeArrowheads="1"/>
            </p:cNvSpPr>
            <p:nvPr/>
          </p:nvSpPr>
          <p:spPr bwMode="auto">
            <a:xfrm>
              <a:off x="6444456" y="4826000"/>
              <a:ext cx="801687" cy="708025"/>
            </a:xfrm>
            <a:prstGeom prst="rect">
              <a:avLst/>
            </a:prstGeom>
            <a:noFill/>
            <a:ln w="285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600" b="1" dirty="0">
                  <a:solidFill>
                    <a:srgbClr val="605448"/>
                  </a:solidFill>
                  <a:cs typeface="+mn-ea"/>
                  <a:sym typeface="+mn-lt"/>
                </a:rPr>
                <a:t>04</a:t>
              </a:r>
              <a:endParaRPr lang="zh-CN" altLang="en-US" sz="3600" b="1" dirty="0">
                <a:solidFill>
                  <a:srgbClr val="605448"/>
                </a:solidFill>
                <a:cs typeface="+mn-ea"/>
                <a:sym typeface="+mn-lt"/>
              </a:endParaRPr>
            </a:p>
          </p:txBody>
        </p:sp>
        <p:grpSp>
          <p:nvGrpSpPr>
            <p:cNvPr id="120" name="组合 124"/>
            <p:cNvGrpSpPr/>
            <p:nvPr/>
          </p:nvGrpSpPr>
          <p:grpSpPr bwMode="auto">
            <a:xfrm rot="5400000">
              <a:off x="6600826" y="4487862"/>
              <a:ext cx="538162" cy="423863"/>
              <a:chOff x="4941747" y="1124761"/>
              <a:chExt cx="1223250" cy="964605"/>
            </a:xfrm>
            <a:grpFill/>
          </p:grpSpPr>
          <p:grpSp>
            <p:nvGrpSpPr>
              <p:cNvPr id="121" name="组合 125"/>
              <p:cNvGrpSpPr/>
              <p:nvPr/>
            </p:nvGrpSpPr>
            <p:grpSpPr bwMode="auto">
              <a:xfrm>
                <a:off x="4941747" y="1124761"/>
                <a:ext cx="1223250" cy="964605"/>
                <a:chOff x="3243122" y="2874485"/>
                <a:chExt cx="1223250" cy="964605"/>
              </a:xfrm>
              <a:grpFill/>
            </p:grpSpPr>
            <p:sp>
              <p:nvSpPr>
                <p:cNvPr id="123" name="任意多边形 122"/>
                <p:cNvSpPr/>
                <p:nvPr/>
              </p:nvSpPr>
              <p:spPr>
                <a:xfrm>
                  <a:off x="3243122" y="2874485"/>
                  <a:ext cx="1223250" cy="964605"/>
                </a:xfrm>
                <a:custGeom>
                  <a:avLst/>
                  <a:gdLst>
                    <a:gd name="connsiteX0" fmla="*/ 584616 w 1244505"/>
                    <a:gd name="connsiteY0" fmla="*/ 513816 h 978511"/>
                    <a:gd name="connsiteX1" fmla="*/ 0 w 1244505"/>
                    <a:gd name="connsiteY1" fmla="*/ 423875 h 978511"/>
                    <a:gd name="connsiteX2" fmla="*/ 179882 w 1244505"/>
                    <a:gd name="connsiteY2" fmla="*/ 199022 h 978511"/>
                    <a:gd name="connsiteX3" fmla="*/ 674557 w 1244505"/>
                    <a:gd name="connsiteY3" fmla="*/ 423875 h 978511"/>
                    <a:gd name="connsiteX4" fmla="*/ 734518 w 1244505"/>
                    <a:gd name="connsiteY4" fmla="*/ 184032 h 978511"/>
                    <a:gd name="connsiteX5" fmla="*/ 944380 w 1244505"/>
                    <a:gd name="connsiteY5" fmla="*/ 4150 h 978511"/>
                    <a:gd name="connsiteX6" fmla="*/ 1244183 w 1244505"/>
                    <a:gd name="connsiteY6" fmla="*/ 363914 h 978511"/>
                    <a:gd name="connsiteX7" fmla="*/ 884419 w 1244505"/>
                    <a:gd name="connsiteY7" fmla="*/ 513816 h 978511"/>
                    <a:gd name="connsiteX8" fmla="*/ 1199213 w 1244505"/>
                    <a:gd name="connsiteY8" fmla="*/ 723678 h 978511"/>
                    <a:gd name="connsiteX9" fmla="*/ 944380 w 1244505"/>
                    <a:gd name="connsiteY9" fmla="*/ 978511 h 978511"/>
                    <a:gd name="connsiteX10" fmla="*/ 719528 w 1244505"/>
                    <a:gd name="connsiteY10" fmla="*/ 723678 h 978511"/>
                    <a:gd name="connsiteX11" fmla="*/ 299803 w 1244505"/>
                    <a:gd name="connsiteY11" fmla="*/ 903560 h 978511"/>
                    <a:gd name="connsiteX12" fmla="*/ 74951 w 1244505"/>
                    <a:gd name="connsiteY12" fmla="*/ 738668 h 978511"/>
                    <a:gd name="connsiteX13" fmla="*/ 719528 w 1244505"/>
                    <a:gd name="connsiteY13" fmla="*/ 558786 h 978511"/>
                    <a:gd name="connsiteX0-1" fmla="*/ 584616 w 1246893"/>
                    <a:gd name="connsiteY0-2" fmla="*/ 502981 h 967676"/>
                    <a:gd name="connsiteX1-3" fmla="*/ 0 w 1246893"/>
                    <a:gd name="connsiteY1-4" fmla="*/ 413040 h 967676"/>
                    <a:gd name="connsiteX2-5" fmla="*/ 179882 w 1246893"/>
                    <a:gd name="connsiteY2-6" fmla="*/ 188187 h 967676"/>
                    <a:gd name="connsiteX3-7" fmla="*/ 674557 w 1246893"/>
                    <a:gd name="connsiteY3-8" fmla="*/ 413040 h 967676"/>
                    <a:gd name="connsiteX4-9" fmla="*/ 734518 w 1246893"/>
                    <a:gd name="connsiteY4-10" fmla="*/ 173197 h 967676"/>
                    <a:gd name="connsiteX5-11" fmla="*/ 1033049 w 1246893"/>
                    <a:gd name="connsiteY5-12" fmla="*/ 4398 h 967676"/>
                    <a:gd name="connsiteX6-13" fmla="*/ 1244183 w 1246893"/>
                    <a:gd name="connsiteY6-14" fmla="*/ 353079 h 967676"/>
                    <a:gd name="connsiteX7-15" fmla="*/ 884419 w 1246893"/>
                    <a:gd name="connsiteY7-16" fmla="*/ 502981 h 967676"/>
                    <a:gd name="connsiteX8-17" fmla="*/ 1199213 w 1246893"/>
                    <a:gd name="connsiteY8-18" fmla="*/ 712843 h 967676"/>
                    <a:gd name="connsiteX9-19" fmla="*/ 944380 w 1246893"/>
                    <a:gd name="connsiteY9-20" fmla="*/ 967676 h 967676"/>
                    <a:gd name="connsiteX10-21" fmla="*/ 719528 w 1246893"/>
                    <a:gd name="connsiteY10-22" fmla="*/ 712843 h 967676"/>
                    <a:gd name="connsiteX11-23" fmla="*/ 299803 w 1246893"/>
                    <a:gd name="connsiteY11-24" fmla="*/ 892725 h 967676"/>
                    <a:gd name="connsiteX12-25" fmla="*/ 74951 w 1246893"/>
                    <a:gd name="connsiteY12-26" fmla="*/ 727833 h 967676"/>
                    <a:gd name="connsiteX13-27" fmla="*/ 719528 w 1246893"/>
                    <a:gd name="connsiteY13-28" fmla="*/ 547951 h 967676"/>
                    <a:gd name="connsiteX0-29" fmla="*/ 584616 w 1250361"/>
                    <a:gd name="connsiteY0-30" fmla="*/ 505914 h 970609"/>
                    <a:gd name="connsiteX1-31" fmla="*/ 0 w 1250361"/>
                    <a:gd name="connsiteY1-32" fmla="*/ 415973 h 970609"/>
                    <a:gd name="connsiteX2-33" fmla="*/ 179882 w 1250361"/>
                    <a:gd name="connsiteY2-34" fmla="*/ 191120 h 970609"/>
                    <a:gd name="connsiteX3-35" fmla="*/ 674557 w 1250361"/>
                    <a:gd name="connsiteY3-36" fmla="*/ 415973 h 970609"/>
                    <a:gd name="connsiteX4-37" fmla="*/ 734518 w 1250361"/>
                    <a:gd name="connsiteY4-38" fmla="*/ 176130 h 970609"/>
                    <a:gd name="connsiteX5-39" fmla="*/ 1033049 w 1250361"/>
                    <a:gd name="connsiteY5-40" fmla="*/ 7331 h 970609"/>
                    <a:gd name="connsiteX6-41" fmla="*/ 1244183 w 1250361"/>
                    <a:gd name="connsiteY6-42" fmla="*/ 356012 h 970609"/>
                    <a:gd name="connsiteX7-43" fmla="*/ 884419 w 1250361"/>
                    <a:gd name="connsiteY7-44" fmla="*/ 505914 h 970609"/>
                    <a:gd name="connsiteX8-45" fmla="*/ 1199213 w 1250361"/>
                    <a:gd name="connsiteY8-46" fmla="*/ 715776 h 970609"/>
                    <a:gd name="connsiteX9-47" fmla="*/ 944380 w 1250361"/>
                    <a:gd name="connsiteY9-48" fmla="*/ 970609 h 970609"/>
                    <a:gd name="connsiteX10-49" fmla="*/ 719528 w 1250361"/>
                    <a:gd name="connsiteY10-50" fmla="*/ 715776 h 970609"/>
                    <a:gd name="connsiteX11-51" fmla="*/ 299803 w 1250361"/>
                    <a:gd name="connsiteY11-52" fmla="*/ 895658 h 970609"/>
                    <a:gd name="connsiteX12-53" fmla="*/ 74951 w 1250361"/>
                    <a:gd name="connsiteY12-54" fmla="*/ 730766 h 970609"/>
                    <a:gd name="connsiteX13-55" fmla="*/ 719528 w 1250361"/>
                    <a:gd name="connsiteY13-56" fmla="*/ 550884 h 970609"/>
                    <a:gd name="connsiteX0-57" fmla="*/ 584616 w 1219605"/>
                    <a:gd name="connsiteY0-58" fmla="*/ 503672 h 968367"/>
                    <a:gd name="connsiteX1-59" fmla="*/ 0 w 1219605"/>
                    <a:gd name="connsiteY1-60" fmla="*/ 413731 h 968367"/>
                    <a:gd name="connsiteX2-61" fmla="*/ 179882 w 1219605"/>
                    <a:gd name="connsiteY2-62" fmla="*/ 188878 h 968367"/>
                    <a:gd name="connsiteX3-63" fmla="*/ 674557 w 1219605"/>
                    <a:gd name="connsiteY3-64" fmla="*/ 413731 h 968367"/>
                    <a:gd name="connsiteX4-65" fmla="*/ 734518 w 1219605"/>
                    <a:gd name="connsiteY4-66" fmla="*/ 173888 h 968367"/>
                    <a:gd name="connsiteX5-67" fmla="*/ 1033049 w 1219605"/>
                    <a:gd name="connsiteY5-68" fmla="*/ 5089 h 968367"/>
                    <a:gd name="connsiteX6-69" fmla="*/ 1216474 w 1219605"/>
                    <a:gd name="connsiteY6-70" fmla="*/ 370395 h 968367"/>
                    <a:gd name="connsiteX7-71" fmla="*/ 884419 w 1219605"/>
                    <a:gd name="connsiteY7-72" fmla="*/ 503672 h 968367"/>
                    <a:gd name="connsiteX8-73" fmla="*/ 1199213 w 1219605"/>
                    <a:gd name="connsiteY8-74" fmla="*/ 713534 h 968367"/>
                    <a:gd name="connsiteX9-75" fmla="*/ 944380 w 1219605"/>
                    <a:gd name="connsiteY9-76" fmla="*/ 968367 h 968367"/>
                    <a:gd name="connsiteX10-77" fmla="*/ 719528 w 1219605"/>
                    <a:gd name="connsiteY10-78" fmla="*/ 713534 h 968367"/>
                    <a:gd name="connsiteX11-79" fmla="*/ 299803 w 1219605"/>
                    <a:gd name="connsiteY11-80" fmla="*/ 893416 h 968367"/>
                    <a:gd name="connsiteX12-81" fmla="*/ 74951 w 1219605"/>
                    <a:gd name="connsiteY12-82" fmla="*/ 728524 h 968367"/>
                    <a:gd name="connsiteX13-83" fmla="*/ 719528 w 1219605"/>
                    <a:gd name="connsiteY13-84" fmla="*/ 548642 h 968367"/>
                    <a:gd name="connsiteX0-85" fmla="*/ 584616 w 1223250"/>
                    <a:gd name="connsiteY0-86" fmla="*/ 499287 h 963982"/>
                    <a:gd name="connsiteX1-87" fmla="*/ 0 w 1223250"/>
                    <a:gd name="connsiteY1-88" fmla="*/ 409346 h 963982"/>
                    <a:gd name="connsiteX2-89" fmla="*/ 179882 w 1223250"/>
                    <a:gd name="connsiteY2-90" fmla="*/ 184493 h 963982"/>
                    <a:gd name="connsiteX3-91" fmla="*/ 674557 w 1223250"/>
                    <a:gd name="connsiteY3-92" fmla="*/ 409346 h 963982"/>
                    <a:gd name="connsiteX4-93" fmla="*/ 734518 w 1223250"/>
                    <a:gd name="connsiteY4-94" fmla="*/ 169503 h 963982"/>
                    <a:gd name="connsiteX5-95" fmla="*/ 1033049 w 1223250"/>
                    <a:gd name="connsiteY5-96" fmla="*/ 704 h 963982"/>
                    <a:gd name="connsiteX6-97" fmla="*/ 1216474 w 1223250"/>
                    <a:gd name="connsiteY6-98" fmla="*/ 366010 h 963982"/>
                    <a:gd name="connsiteX7-99" fmla="*/ 884419 w 1223250"/>
                    <a:gd name="connsiteY7-100" fmla="*/ 499287 h 963982"/>
                    <a:gd name="connsiteX8-101" fmla="*/ 1199213 w 1223250"/>
                    <a:gd name="connsiteY8-102" fmla="*/ 709149 h 963982"/>
                    <a:gd name="connsiteX9-103" fmla="*/ 944380 w 1223250"/>
                    <a:gd name="connsiteY9-104" fmla="*/ 963982 h 963982"/>
                    <a:gd name="connsiteX10-105" fmla="*/ 719528 w 1223250"/>
                    <a:gd name="connsiteY10-106" fmla="*/ 709149 h 963982"/>
                    <a:gd name="connsiteX11-107" fmla="*/ 299803 w 1223250"/>
                    <a:gd name="connsiteY11-108" fmla="*/ 889031 h 963982"/>
                    <a:gd name="connsiteX12-109" fmla="*/ 74951 w 1223250"/>
                    <a:gd name="connsiteY12-110" fmla="*/ 724139 h 963982"/>
                    <a:gd name="connsiteX13-111" fmla="*/ 719528 w 1223250"/>
                    <a:gd name="connsiteY13-112" fmla="*/ 544257 h 963982"/>
                    <a:gd name="connsiteX0-113" fmla="*/ 584616 w 1223250"/>
                    <a:gd name="connsiteY0-114" fmla="*/ 499287 h 963982"/>
                    <a:gd name="connsiteX1-115" fmla="*/ 0 w 1223250"/>
                    <a:gd name="connsiteY1-116" fmla="*/ 409346 h 963982"/>
                    <a:gd name="connsiteX2-117" fmla="*/ 179882 w 1223250"/>
                    <a:gd name="connsiteY2-118" fmla="*/ 184493 h 963982"/>
                    <a:gd name="connsiteX3-119" fmla="*/ 674557 w 1223250"/>
                    <a:gd name="connsiteY3-120" fmla="*/ 409346 h 963982"/>
                    <a:gd name="connsiteX4-121" fmla="*/ 734518 w 1223250"/>
                    <a:gd name="connsiteY4-122" fmla="*/ 169503 h 963982"/>
                    <a:gd name="connsiteX5-123" fmla="*/ 1033049 w 1223250"/>
                    <a:gd name="connsiteY5-124" fmla="*/ 704 h 963982"/>
                    <a:gd name="connsiteX6-125" fmla="*/ 1216474 w 1223250"/>
                    <a:gd name="connsiteY6-126" fmla="*/ 366010 h 963982"/>
                    <a:gd name="connsiteX7-127" fmla="*/ 884419 w 1223250"/>
                    <a:gd name="connsiteY7-128" fmla="*/ 499287 h 963982"/>
                    <a:gd name="connsiteX8-129" fmla="*/ 1199213 w 1223250"/>
                    <a:gd name="connsiteY8-130" fmla="*/ 709149 h 963982"/>
                    <a:gd name="connsiteX9-131" fmla="*/ 944380 w 1223250"/>
                    <a:gd name="connsiteY9-132" fmla="*/ 963982 h 963982"/>
                    <a:gd name="connsiteX10-133" fmla="*/ 719528 w 1223250"/>
                    <a:gd name="connsiteY10-134" fmla="*/ 709149 h 963982"/>
                    <a:gd name="connsiteX11-135" fmla="*/ 299803 w 1223250"/>
                    <a:gd name="connsiteY11-136" fmla="*/ 889031 h 963982"/>
                    <a:gd name="connsiteX12-137" fmla="*/ 74951 w 1223250"/>
                    <a:gd name="connsiteY12-138" fmla="*/ 724139 h 963982"/>
                    <a:gd name="connsiteX13-139" fmla="*/ 719528 w 1223250"/>
                    <a:gd name="connsiteY13-140" fmla="*/ 544257 h 963982"/>
                    <a:gd name="connsiteX0-141" fmla="*/ 584616 w 1223250"/>
                    <a:gd name="connsiteY0-142" fmla="*/ 499287 h 963982"/>
                    <a:gd name="connsiteX1-143" fmla="*/ 0 w 1223250"/>
                    <a:gd name="connsiteY1-144" fmla="*/ 409346 h 963982"/>
                    <a:gd name="connsiteX2-145" fmla="*/ 179882 w 1223250"/>
                    <a:gd name="connsiteY2-146" fmla="*/ 184493 h 963982"/>
                    <a:gd name="connsiteX3-147" fmla="*/ 674557 w 1223250"/>
                    <a:gd name="connsiteY3-148" fmla="*/ 409346 h 963982"/>
                    <a:gd name="connsiteX4-149" fmla="*/ 734518 w 1223250"/>
                    <a:gd name="connsiteY4-150" fmla="*/ 169503 h 963982"/>
                    <a:gd name="connsiteX5-151" fmla="*/ 1033049 w 1223250"/>
                    <a:gd name="connsiteY5-152" fmla="*/ 704 h 963982"/>
                    <a:gd name="connsiteX6-153" fmla="*/ 1216474 w 1223250"/>
                    <a:gd name="connsiteY6-154" fmla="*/ 366010 h 963982"/>
                    <a:gd name="connsiteX7-155" fmla="*/ 884419 w 1223250"/>
                    <a:gd name="connsiteY7-156" fmla="*/ 499287 h 963982"/>
                    <a:gd name="connsiteX8-157" fmla="*/ 1199213 w 1223250"/>
                    <a:gd name="connsiteY8-158" fmla="*/ 709149 h 963982"/>
                    <a:gd name="connsiteX9-159" fmla="*/ 944380 w 1223250"/>
                    <a:gd name="connsiteY9-160" fmla="*/ 963982 h 963982"/>
                    <a:gd name="connsiteX10-161" fmla="*/ 719528 w 1223250"/>
                    <a:gd name="connsiteY10-162" fmla="*/ 709149 h 963982"/>
                    <a:gd name="connsiteX11-163" fmla="*/ 299803 w 1223250"/>
                    <a:gd name="connsiteY11-164" fmla="*/ 889031 h 963982"/>
                    <a:gd name="connsiteX12-165" fmla="*/ 74951 w 1223250"/>
                    <a:gd name="connsiteY12-166" fmla="*/ 724139 h 963982"/>
                    <a:gd name="connsiteX13-167" fmla="*/ 719528 w 1223250"/>
                    <a:gd name="connsiteY13-168" fmla="*/ 544257 h 963982"/>
                    <a:gd name="connsiteX0-169" fmla="*/ 584616 w 1223250"/>
                    <a:gd name="connsiteY0-170" fmla="*/ 499287 h 964450"/>
                    <a:gd name="connsiteX1-171" fmla="*/ 0 w 1223250"/>
                    <a:gd name="connsiteY1-172" fmla="*/ 409346 h 964450"/>
                    <a:gd name="connsiteX2-173" fmla="*/ 179882 w 1223250"/>
                    <a:gd name="connsiteY2-174" fmla="*/ 184493 h 964450"/>
                    <a:gd name="connsiteX3-175" fmla="*/ 674557 w 1223250"/>
                    <a:gd name="connsiteY3-176" fmla="*/ 409346 h 964450"/>
                    <a:gd name="connsiteX4-177" fmla="*/ 734518 w 1223250"/>
                    <a:gd name="connsiteY4-178" fmla="*/ 169503 h 964450"/>
                    <a:gd name="connsiteX5-179" fmla="*/ 1033049 w 1223250"/>
                    <a:gd name="connsiteY5-180" fmla="*/ 704 h 964450"/>
                    <a:gd name="connsiteX6-181" fmla="*/ 1216474 w 1223250"/>
                    <a:gd name="connsiteY6-182" fmla="*/ 366010 h 964450"/>
                    <a:gd name="connsiteX7-183" fmla="*/ 884419 w 1223250"/>
                    <a:gd name="connsiteY7-184" fmla="*/ 499287 h 964450"/>
                    <a:gd name="connsiteX8-185" fmla="*/ 1199213 w 1223250"/>
                    <a:gd name="connsiteY8-186" fmla="*/ 709149 h 964450"/>
                    <a:gd name="connsiteX9-187" fmla="*/ 944380 w 1223250"/>
                    <a:gd name="connsiteY9-188" fmla="*/ 963982 h 964450"/>
                    <a:gd name="connsiteX10-189" fmla="*/ 719528 w 1223250"/>
                    <a:gd name="connsiteY10-190" fmla="*/ 709149 h 964450"/>
                    <a:gd name="connsiteX11-191" fmla="*/ 299803 w 1223250"/>
                    <a:gd name="connsiteY11-192" fmla="*/ 889031 h 964450"/>
                    <a:gd name="connsiteX12-193" fmla="*/ 74951 w 1223250"/>
                    <a:gd name="connsiteY12-194" fmla="*/ 724139 h 964450"/>
                    <a:gd name="connsiteX13-195" fmla="*/ 719528 w 1223250"/>
                    <a:gd name="connsiteY13-196" fmla="*/ 544257 h 964450"/>
                    <a:gd name="connsiteX0-197" fmla="*/ 584616 w 1223250"/>
                    <a:gd name="connsiteY0-198" fmla="*/ 499287 h 964605"/>
                    <a:gd name="connsiteX1-199" fmla="*/ 0 w 1223250"/>
                    <a:gd name="connsiteY1-200" fmla="*/ 409346 h 964605"/>
                    <a:gd name="connsiteX2-201" fmla="*/ 179882 w 1223250"/>
                    <a:gd name="connsiteY2-202" fmla="*/ 184493 h 964605"/>
                    <a:gd name="connsiteX3-203" fmla="*/ 674557 w 1223250"/>
                    <a:gd name="connsiteY3-204" fmla="*/ 409346 h 964605"/>
                    <a:gd name="connsiteX4-205" fmla="*/ 734518 w 1223250"/>
                    <a:gd name="connsiteY4-206" fmla="*/ 169503 h 964605"/>
                    <a:gd name="connsiteX5-207" fmla="*/ 1033049 w 1223250"/>
                    <a:gd name="connsiteY5-208" fmla="*/ 704 h 964605"/>
                    <a:gd name="connsiteX6-209" fmla="*/ 1216474 w 1223250"/>
                    <a:gd name="connsiteY6-210" fmla="*/ 366010 h 964605"/>
                    <a:gd name="connsiteX7-211" fmla="*/ 884419 w 1223250"/>
                    <a:gd name="connsiteY7-212" fmla="*/ 499287 h 964605"/>
                    <a:gd name="connsiteX8-213" fmla="*/ 1199213 w 1223250"/>
                    <a:gd name="connsiteY8-214" fmla="*/ 709149 h 964605"/>
                    <a:gd name="connsiteX9-215" fmla="*/ 944380 w 1223250"/>
                    <a:gd name="connsiteY9-216" fmla="*/ 963982 h 964605"/>
                    <a:gd name="connsiteX10-217" fmla="*/ 719528 w 1223250"/>
                    <a:gd name="connsiteY10-218" fmla="*/ 709149 h 964605"/>
                    <a:gd name="connsiteX11-219" fmla="*/ 299803 w 1223250"/>
                    <a:gd name="connsiteY11-220" fmla="*/ 889031 h 964605"/>
                    <a:gd name="connsiteX12-221" fmla="*/ 74951 w 1223250"/>
                    <a:gd name="connsiteY12-222" fmla="*/ 724139 h 964605"/>
                    <a:gd name="connsiteX13-223" fmla="*/ 719528 w 1223250"/>
                    <a:gd name="connsiteY13-224" fmla="*/ 544257 h 964605"/>
                    <a:gd name="connsiteX0-225" fmla="*/ 584616 w 1223250"/>
                    <a:gd name="connsiteY0-226" fmla="*/ 499287 h 964605"/>
                    <a:gd name="connsiteX1-227" fmla="*/ 0 w 1223250"/>
                    <a:gd name="connsiteY1-228" fmla="*/ 409346 h 964605"/>
                    <a:gd name="connsiteX2-229" fmla="*/ 179882 w 1223250"/>
                    <a:gd name="connsiteY2-230" fmla="*/ 184493 h 964605"/>
                    <a:gd name="connsiteX3-231" fmla="*/ 674557 w 1223250"/>
                    <a:gd name="connsiteY3-232" fmla="*/ 409346 h 964605"/>
                    <a:gd name="connsiteX4-233" fmla="*/ 734518 w 1223250"/>
                    <a:gd name="connsiteY4-234" fmla="*/ 169503 h 964605"/>
                    <a:gd name="connsiteX5-235" fmla="*/ 1033049 w 1223250"/>
                    <a:gd name="connsiteY5-236" fmla="*/ 704 h 964605"/>
                    <a:gd name="connsiteX6-237" fmla="*/ 1216474 w 1223250"/>
                    <a:gd name="connsiteY6-238" fmla="*/ 366010 h 964605"/>
                    <a:gd name="connsiteX7-239" fmla="*/ 884419 w 1223250"/>
                    <a:gd name="connsiteY7-240" fmla="*/ 499287 h 964605"/>
                    <a:gd name="connsiteX8-241" fmla="*/ 1199213 w 1223250"/>
                    <a:gd name="connsiteY8-242" fmla="*/ 709149 h 964605"/>
                    <a:gd name="connsiteX9-243" fmla="*/ 944380 w 1223250"/>
                    <a:gd name="connsiteY9-244" fmla="*/ 963982 h 964605"/>
                    <a:gd name="connsiteX10-245" fmla="*/ 719528 w 1223250"/>
                    <a:gd name="connsiteY10-246" fmla="*/ 709149 h 964605"/>
                    <a:gd name="connsiteX11-247" fmla="*/ 299803 w 1223250"/>
                    <a:gd name="connsiteY11-248" fmla="*/ 889031 h 964605"/>
                    <a:gd name="connsiteX12-249" fmla="*/ 74951 w 1223250"/>
                    <a:gd name="connsiteY12-250" fmla="*/ 724139 h 964605"/>
                    <a:gd name="connsiteX13-251" fmla="*/ 719528 w 1223250"/>
                    <a:gd name="connsiteY13-252" fmla="*/ 544257 h 964605"/>
                    <a:gd name="connsiteX0-253" fmla="*/ 584616 w 1223250"/>
                    <a:gd name="connsiteY0-254" fmla="*/ 499287 h 964605"/>
                    <a:gd name="connsiteX1-255" fmla="*/ 0 w 1223250"/>
                    <a:gd name="connsiteY1-256" fmla="*/ 409346 h 964605"/>
                    <a:gd name="connsiteX2-257" fmla="*/ 179882 w 1223250"/>
                    <a:gd name="connsiteY2-258" fmla="*/ 184493 h 964605"/>
                    <a:gd name="connsiteX3-259" fmla="*/ 674557 w 1223250"/>
                    <a:gd name="connsiteY3-260" fmla="*/ 409346 h 964605"/>
                    <a:gd name="connsiteX4-261" fmla="*/ 734518 w 1223250"/>
                    <a:gd name="connsiteY4-262" fmla="*/ 169503 h 964605"/>
                    <a:gd name="connsiteX5-263" fmla="*/ 1033049 w 1223250"/>
                    <a:gd name="connsiteY5-264" fmla="*/ 704 h 964605"/>
                    <a:gd name="connsiteX6-265" fmla="*/ 1216474 w 1223250"/>
                    <a:gd name="connsiteY6-266" fmla="*/ 366010 h 964605"/>
                    <a:gd name="connsiteX7-267" fmla="*/ 884419 w 1223250"/>
                    <a:gd name="connsiteY7-268" fmla="*/ 499287 h 964605"/>
                    <a:gd name="connsiteX8-269" fmla="*/ 1199213 w 1223250"/>
                    <a:gd name="connsiteY8-270" fmla="*/ 709149 h 964605"/>
                    <a:gd name="connsiteX9-271" fmla="*/ 944380 w 1223250"/>
                    <a:gd name="connsiteY9-272" fmla="*/ 963982 h 964605"/>
                    <a:gd name="connsiteX10-273" fmla="*/ 719528 w 1223250"/>
                    <a:gd name="connsiteY10-274" fmla="*/ 709149 h 964605"/>
                    <a:gd name="connsiteX11-275" fmla="*/ 299803 w 1223250"/>
                    <a:gd name="connsiteY11-276" fmla="*/ 889031 h 964605"/>
                    <a:gd name="connsiteX12-277" fmla="*/ 74951 w 1223250"/>
                    <a:gd name="connsiteY12-278" fmla="*/ 724139 h 964605"/>
                    <a:gd name="connsiteX13-279" fmla="*/ 630318 w 1223250"/>
                    <a:gd name="connsiteY13-280" fmla="*/ 575481 h 964605"/>
                    <a:gd name="connsiteX0-281" fmla="*/ 584616 w 1223250"/>
                    <a:gd name="connsiteY0-282" fmla="*/ 499287 h 964605"/>
                    <a:gd name="connsiteX1-283" fmla="*/ 0 w 1223250"/>
                    <a:gd name="connsiteY1-284" fmla="*/ 409346 h 964605"/>
                    <a:gd name="connsiteX2-285" fmla="*/ 179882 w 1223250"/>
                    <a:gd name="connsiteY2-286" fmla="*/ 184493 h 964605"/>
                    <a:gd name="connsiteX3-287" fmla="*/ 674557 w 1223250"/>
                    <a:gd name="connsiteY3-288" fmla="*/ 409346 h 964605"/>
                    <a:gd name="connsiteX4-289" fmla="*/ 734518 w 1223250"/>
                    <a:gd name="connsiteY4-290" fmla="*/ 169503 h 964605"/>
                    <a:gd name="connsiteX5-291" fmla="*/ 1033049 w 1223250"/>
                    <a:gd name="connsiteY5-292" fmla="*/ 704 h 964605"/>
                    <a:gd name="connsiteX6-293" fmla="*/ 1216474 w 1223250"/>
                    <a:gd name="connsiteY6-294" fmla="*/ 366010 h 964605"/>
                    <a:gd name="connsiteX7-295" fmla="*/ 884419 w 1223250"/>
                    <a:gd name="connsiteY7-296" fmla="*/ 499287 h 964605"/>
                    <a:gd name="connsiteX8-297" fmla="*/ 1199213 w 1223250"/>
                    <a:gd name="connsiteY8-298" fmla="*/ 709149 h 964605"/>
                    <a:gd name="connsiteX9-299" fmla="*/ 944380 w 1223250"/>
                    <a:gd name="connsiteY9-300" fmla="*/ 963982 h 964605"/>
                    <a:gd name="connsiteX10-301" fmla="*/ 719528 w 1223250"/>
                    <a:gd name="connsiteY10-302" fmla="*/ 709149 h 964605"/>
                    <a:gd name="connsiteX11-303" fmla="*/ 299803 w 1223250"/>
                    <a:gd name="connsiteY11-304" fmla="*/ 889031 h 964605"/>
                    <a:gd name="connsiteX12-305" fmla="*/ 74951 w 1223250"/>
                    <a:gd name="connsiteY12-306" fmla="*/ 724139 h 964605"/>
                    <a:gd name="connsiteX13-307" fmla="*/ 630318 w 1223250"/>
                    <a:gd name="connsiteY13-308" fmla="*/ 562099 h 964605"/>
                    <a:gd name="connsiteX0-309" fmla="*/ 629221 w 1223250"/>
                    <a:gd name="connsiteY0-310" fmla="*/ 517129 h 964605"/>
                    <a:gd name="connsiteX1-311" fmla="*/ 0 w 1223250"/>
                    <a:gd name="connsiteY1-312" fmla="*/ 409346 h 964605"/>
                    <a:gd name="connsiteX2-313" fmla="*/ 179882 w 1223250"/>
                    <a:gd name="connsiteY2-314" fmla="*/ 184493 h 964605"/>
                    <a:gd name="connsiteX3-315" fmla="*/ 674557 w 1223250"/>
                    <a:gd name="connsiteY3-316" fmla="*/ 409346 h 964605"/>
                    <a:gd name="connsiteX4-317" fmla="*/ 734518 w 1223250"/>
                    <a:gd name="connsiteY4-318" fmla="*/ 169503 h 964605"/>
                    <a:gd name="connsiteX5-319" fmla="*/ 1033049 w 1223250"/>
                    <a:gd name="connsiteY5-320" fmla="*/ 704 h 964605"/>
                    <a:gd name="connsiteX6-321" fmla="*/ 1216474 w 1223250"/>
                    <a:gd name="connsiteY6-322" fmla="*/ 366010 h 964605"/>
                    <a:gd name="connsiteX7-323" fmla="*/ 884419 w 1223250"/>
                    <a:gd name="connsiteY7-324" fmla="*/ 499287 h 964605"/>
                    <a:gd name="connsiteX8-325" fmla="*/ 1199213 w 1223250"/>
                    <a:gd name="connsiteY8-326" fmla="*/ 709149 h 964605"/>
                    <a:gd name="connsiteX9-327" fmla="*/ 944380 w 1223250"/>
                    <a:gd name="connsiteY9-328" fmla="*/ 963982 h 964605"/>
                    <a:gd name="connsiteX10-329" fmla="*/ 719528 w 1223250"/>
                    <a:gd name="connsiteY10-330" fmla="*/ 709149 h 964605"/>
                    <a:gd name="connsiteX11-331" fmla="*/ 299803 w 1223250"/>
                    <a:gd name="connsiteY11-332" fmla="*/ 889031 h 964605"/>
                    <a:gd name="connsiteX12-333" fmla="*/ 74951 w 1223250"/>
                    <a:gd name="connsiteY12-334" fmla="*/ 724139 h 964605"/>
                    <a:gd name="connsiteX13-335" fmla="*/ 630318 w 1223250"/>
                    <a:gd name="connsiteY13-336" fmla="*/ 562099 h 964605"/>
                    <a:gd name="connsiteX0-337" fmla="*/ 629221 w 1223250"/>
                    <a:gd name="connsiteY0-338" fmla="*/ 517129 h 964605"/>
                    <a:gd name="connsiteX1-339" fmla="*/ 0 w 1223250"/>
                    <a:gd name="connsiteY1-340" fmla="*/ 409346 h 964605"/>
                    <a:gd name="connsiteX2-341" fmla="*/ 179882 w 1223250"/>
                    <a:gd name="connsiteY2-342" fmla="*/ 184493 h 964605"/>
                    <a:gd name="connsiteX3-343" fmla="*/ 674557 w 1223250"/>
                    <a:gd name="connsiteY3-344" fmla="*/ 409346 h 964605"/>
                    <a:gd name="connsiteX4-345" fmla="*/ 734518 w 1223250"/>
                    <a:gd name="connsiteY4-346" fmla="*/ 169503 h 964605"/>
                    <a:gd name="connsiteX5-347" fmla="*/ 1033049 w 1223250"/>
                    <a:gd name="connsiteY5-348" fmla="*/ 704 h 964605"/>
                    <a:gd name="connsiteX6-349" fmla="*/ 1216474 w 1223250"/>
                    <a:gd name="connsiteY6-350" fmla="*/ 366010 h 964605"/>
                    <a:gd name="connsiteX7-351" fmla="*/ 884419 w 1223250"/>
                    <a:gd name="connsiteY7-352" fmla="*/ 499287 h 964605"/>
                    <a:gd name="connsiteX8-353" fmla="*/ 1199213 w 1223250"/>
                    <a:gd name="connsiteY8-354" fmla="*/ 709149 h 964605"/>
                    <a:gd name="connsiteX9-355" fmla="*/ 944380 w 1223250"/>
                    <a:gd name="connsiteY9-356" fmla="*/ 963982 h 964605"/>
                    <a:gd name="connsiteX10-357" fmla="*/ 719528 w 1223250"/>
                    <a:gd name="connsiteY10-358" fmla="*/ 709149 h 964605"/>
                    <a:gd name="connsiteX11-359" fmla="*/ 299803 w 1223250"/>
                    <a:gd name="connsiteY11-360" fmla="*/ 889031 h 964605"/>
                    <a:gd name="connsiteX12-361" fmla="*/ 74951 w 1223250"/>
                    <a:gd name="connsiteY12-362" fmla="*/ 724139 h 964605"/>
                    <a:gd name="connsiteX13-363" fmla="*/ 630318 w 1223250"/>
                    <a:gd name="connsiteY13-364" fmla="*/ 562099 h 964605"/>
                    <a:gd name="connsiteX0-365" fmla="*/ 629221 w 1223250"/>
                    <a:gd name="connsiteY0-366" fmla="*/ 517129 h 964605"/>
                    <a:gd name="connsiteX1-367" fmla="*/ 0 w 1223250"/>
                    <a:gd name="connsiteY1-368" fmla="*/ 409346 h 964605"/>
                    <a:gd name="connsiteX2-369" fmla="*/ 179882 w 1223250"/>
                    <a:gd name="connsiteY2-370" fmla="*/ 184493 h 964605"/>
                    <a:gd name="connsiteX3-371" fmla="*/ 674557 w 1223250"/>
                    <a:gd name="connsiteY3-372" fmla="*/ 409346 h 964605"/>
                    <a:gd name="connsiteX4-373" fmla="*/ 734518 w 1223250"/>
                    <a:gd name="connsiteY4-374" fmla="*/ 169503 h 964605"/>
                    <a:gd name="connsiteX5-375" fmla="*/ 1033049 w 1223250"/>
                    <a:gd name="connsiteY5-376" fmla="*/ 704 h 964605"/>
                    <a:gd name="connsiteX6-377" fmla="*/ 1216474 w 1223250"/>
                    <a:gd name="connsiteY6-378" fmla="*/ 366010 h 964605"/>
                    <a:gd name="connsiteX7-379" fmla="*/ 884419 w 1223250"/>
                    <a:gd name="connsiteY7-380" fmla="*/ 499287 h 964605"/>
                    <a:gd name="connsiteX8-381" fmla="*/ 1199213 w 1223250"/>
                    <a:gd name="connsiteY8-382" fmla="*/ 709149 h 964605"/>
                    <a:gd name="connsiteX9-383" fmla="*/ 944380 w 1223250"/>
                    <a:gd name="connsiteY9-384" fmla="*/ 963982 h 964605"/>
                    <a:gd name="connsiteX10-385" fmla="*/ 719528 w 1223250"/>
                    <a:gd name="connsiteY10-386" fmla="*/ 709149 h 964605"/>
                    <a:gd name="connsiteX11-387" fmla="*/ 299803 w 1223250"/>
                    <a:gd name="connsiteY11-388" fmla="*/ 889031 h 964605"/>
                    <a:gd name="connsiteX12-389" fmla="*/ 74951 w 1223250"/>
                    <a:gd name="connsiteY12-390" fmla="*/ 724139 h 964605"/>
                    <a:gd name="connsiteX13-391" fmla="*/ 630318 w 1223250"/>
                    <a:gd name="connsiteY13-392" fmla="*/ 562099 h 964605"/>
                    <a:gd name="connsiteX0-393" fmla="*/ 629221 w 1223250"/>
                    <a:gd name="connsiteY0-394" fmla="*/ 517129 h 964605"/>
                    <a:gd name="connsiteX1-395" fmla="*/ 0 w 1223250"/>
                    <a:gd name="connsiteY1-396" fmla="*/ 409346 h 964605"/>
                    <a:gd name="connsiteX2-397" fmla="*/ 179882 w 1223250"/>
                    <a:gd name="connsiteY2-398" fmla="*/ 184493 h 964605"/>
                    <a:gd name="connsiteX3-399" fmla="*/ 674557 w 1223250"/>
                    <a:gd name="connsiteY3-400" fmla="*/ 409346 h 964605"/>
                    <a:gd name="connsiteX4-401" fmla="*/ 734518 w 1223250"/>
                    <a:gd name="connsiteY4-402" fmla="*/ 169503 h 964605"/>
                    <a:gd name="connsiteX5-403" fmla="*/ 1033049 w 1223250"/>
                    <a:gd name="connsiteY5-404" fmla="*/ 704 h 964605"/>
                    <a:gd name="connsiteX6-405" fmla="*/ 1216474 w 1223250"/>
                    <a:gd name="connsiteY6-406" fmla="*/ 366010 h 964605"/>
                    <a:gd name="connsiteX7-407" fmla="*/ 884419 w 1223250"/>
                    <a:gd name="connsiteY7-408" fmla="*/ 499287 h 964605"/>
                    <a:gd name="connsiteX8-409" fmla="*/ 1199213 w 1223250"/>
                    <a:gd name="connsiteY8-410" fmla="*/ 709149 h 964605"/>
                    <a:gd name="connsiteX9-411" fmla="*/ 944380 w 1223250"/>
                    <a:gd name="connsiteY9-412" fmla="*/ 963982 h 964605"/>
                    <a:gd name="connsiteX10-413" fmla="*/ 719528 w 1223250"/>
                    <a:gd name="connsiteY10-414" fmla="*/ 709149 h 964605"/>
                    <a:gd name="connsiteX11-415" fmla="*/ 299803 w 1223250"/>
                    <a:gd name="connsiteY11-416" fmla="*/ 889031 h 964605"/>
                    <a:gd name="connsiteX12-417" fmla="*/ 74951 w 1223250"/>
                    <a:gd name="connsiteY12-418" fmla="*/ 724139 h 964605"/>
                    <a:gd name="connsiteX0-419" fmla="*/ 629221 w 1223250"/>
                    <a:gd name="connsiteY0-420" fmla="*/ 517129 h 964605"/>
                    <a:gd name="connsiteX1-421" fmla="*/ 0 w 1223250"/>
                    <a:gd name="connsiteY1-422" fmla="*/ 409346 h 964605"/>
                    <a:gd name="connsiteX2-423" fmla="*/ 179882 w 1223250"/>
                    <a:gd name="connsiteY2-424" fmla="*/ 184493 h 964605"/>
                    <a:gd name="connsiteX3-425" fmla="*/ 674557 w 1223250"/>
                    <a:gd name="connsiteY3-426" fmla="*/ 409346 h 964605"/>
                    <a:gd name="connsiteX4-427" fmla="*/ 734518 w 1223250"/>
                    <a:gd name="connsiteY4-428" fmla="*/ 169503 h 964605"/>
                    <a:gd name="connsiteX5-429" fmla="*/ 1033049 w 1223250"/>
                    <a:gd name="connsiteY5-430" fmla="*/ 704 h 964605"/>
                    <a:gd name="connsiteX6-431" fmla="*/ 1216474 w 1223250"/>
                    <a:gd name="connsiteY6-432" fmla="*/ 366010 h 964605"/>
                    <a:gd name="connsiteX7-433" fmla="*/ 884419 w 1223250"/>
                    <a:gd name="connsiteY7-434" fmla="*/ 499287 h 964605"/>
                    <a:gd name="connsiteX8-435" fmla="*/ 1199213 w 1223250"/>
                    <a:gd name="connsiteY8-436" fmla="*/ 709149 h 964605"/>
                    <a:gd name="connsiteX9-437" fmla="*/ 944380 w 1223250"/>
                    <a:gd name="connsiteY9-438" fmla="*/ 963982 h 964605"/>
                    <a:gd name="connsiteX10-439" fmla="*/ 719528 w 1223250"/>
                    <a:gd name="connsiteY10-440" fmla="*/ 709149 h 964605"/>
                    <a:gd name="connsiteX11-441" fmla="*/ 299803 w 1223250"/>
                    <a:gd name="connsiteY11-442" fmla="*/ 889031 h 964605"/>
                    <a:gd name="connsiteX0-443" fmla="*/ 629221 w 1223250"/>
                    <a:gd name="connsiteY0-444" fmla="*/ 517129 h 964605"/>
                    <a:gd name="connsiteX1-445" fmla="*/ 0 w 1223250"/>
                    <a:gd name="connsiteY1-446" fmla="*/ 409346 h 964605"/>
                    <a:gd name="connsiteX2-447" fmla="*/ 179882 w 1223250"/>
                    <a:gd name="connsiteY2-448" fmla="*/ 184493 h 964605"/>
                    <a:gd name="connsiteX3-449" fmla="*/ 674557 w 1223250"/>
                    <a:gd name="connsiteY3-450" fmla="*/ 409346 h 964605"/>
                    <a:gd name="connsiteX4-451" fmla="*/ 734518 w 1223250"/>
                    <a:gd name="connsiteY4-452" fmla="*/ 169503 h 964605"/>
                    <a:gd name="connsiteX5-453" fmla="*/ 1033049 w 1223250"/>
                    <a:gd name="connsiteY5-454" fmla="*/ 704 h 964605"/>
                    <a:gd name="connsiteX6-455" fmla="*/ 1216474 w 1223250"/>
                    <a:gd name="connsiteY6-456" fmla="*/ 366010 h 964605"/>
                    <a:gd name="connsiteX7-457" fmla="*/ 884419 w 1223250"/>
                    <a:gd name="connsiteY7-458" fmla="*/ 499287 h 964605"/>
                    <a:gd name="connsiteX8-459" fmla="*/ 1199213 w 1223250"/>
                    <a:gd name="connsiteY8-460" fmla="*/ 709149 h 964605"/>
                    <a:gd name="connsiteX9-461" fmla="*/ 944380 w 1223250"/>
                    <a:gd name="connsiteY9-462" fmla="*/ 963982 h 964605"/>
                    <a:gd name="connsiteX10-463" fmla="*/ 719528 w 1223250"/>
                    <a:gd name="connsiteY10-464" fmla="*/ 709149 h 964605"/>
                  </a:gdLst>
                  <a:ahLst/>
                  <a:cxnLst>
                    <a:cxn ang="0">
                      <a:pos x="connsiteX0-443" y="connsiteY0-444"/>
                    </a:cxn>
                    <a:cxn ang="0">
                      <a:pos x="connsiteX1-445" y="connsiteY1-446"/>
                    </a:cxn>
                    <a:cxn ang="0">
                      <a:pos x="connsiteX2-447" y="connsiteY2-448"/>
                    </a:cxn>
                    <a:cxn ang="0">
                      <a:pos x="connsiteX3-449" y="connsiteY3-450"/>
                    </a:cxn>
                    <a:cxn ang="0">
                      <a:pos x="connsiteX4-451" y="connsiteY4-452"/>
                    </a:cxn>
                    <a:cxn ang="0">
                      <a:pos x="connsiteX5-453" y="connsiteY5-454"/>
                    </a:cxn>
                    <a:cxn ang="0">
                      <a:pos x="connsiteX6-455" y="connsiteY6-456"/>
                    </a:cxn>
                    <a:cxn ang="0">
                      <a:pos x="connsiteX7-457" y="connsiteY7-458"/>
                    </a:cxn>
                    <a:cxn ang="0">
                      <a:pos x="connsiteX8-459" y="connsiteY8-460"/>
                    </a:cxn>
                    <a:cxn ang="0">
                      <a:pos x="connsiteX9-461" y="connsiteY9-462"/>
                    </a:cxn>
                    <a:cxn ang="0">
                      <a:pos x="connsiteX10-463" y="connsiteY10-464"/>
                    </a:cxn>
                  </a:cxnLst>
                  <a:rect l="l" t="t" r="r" b="b"/>
                  <a:pathLst>
                    <a:path w="1223250" h="964605">
                      <a:moveTo>
                        <a:pt x="629221" y="517129"/>
                      </a:moveTo>
                      <a:cubicBezTo>
                        <a:pt x="369391" y="497142"/>
                        <a:pt x="167549" y="445932"/>
                        <a:pt x="0" y="409346"/>
                      </a:cubicBezTo>
                      <a:cubicBezTo>
                        <a:pt x="42119" y="316553"/>
                        <a:pt x="67456" y="184493"/>
                        <a:pt x="179882" y="184493"/>
                      </a:cubicBezTo>
                      <a:cubicBezTo>
                        <a:pt x="292308" y="184493"/>
                        <a:pt x="584616" y="391858"/>
                        <a:pt x="674557" y="409346"/>
                      </a:cubicBezTo>
                      <a:cubicBezTo>
                        <a:pt x="694544" y="329398"/>
                        <a:pt x="674769" y="237610"/>
                        <a:pt x="734518" y="169503"/>
                      </a:cubicBezTo>
                      <a:cubicBezTo>
                        <a:pt x="794267" y="101396"/>
                        <a:pt x="864054" y="-9879"/>
                        <a:pt x="1033049" y="704"/>
                      </a:cubicBezTo>
                      <a:cubicBezTo>
                        <a:pt x="1202044" y="11287"/>
                        <a:pt x="1241246" y="282913"/>
                        <a:pt x="1216474" y="366010"/>
                      </a:cubicBezTo>
                      <a:cubicBezTo>
                        <a:pt x="1191702" y="449107"/>
                        <a:pt x="997753" y="449320"/>
                        <a:pt x="884419" y="499287"/>
                      </a:cubicBezTo>
                      <a:cubicBezTo>
                        <a:pt x="1017059" y="524906"/>
                        <a:pt x="1183678" y="581824"/>
                        <a:pt x="1199213" y="709149"/>
                      </a:cubicBezTo>
                      <a:cubicBezTo>
                        <a:pt x="1214748" y="836474"/>
                        <a:pt x="1112996" y="975065"/>
                        <a:pt x="944380" y="963982"/>
                      </a:cubicBezTo>
                      <a:cubicBezTo>
                        <a:pt x="775764" y="952899"/>
                        <a:pt x="769268" y="801724"/>
                        <a:pt x="719528" y="709149"/>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24" name="椭圆 31"/>
                <p:cNvSpPr/>
                <p:nvPr/>
              </p:nvSpPr>
              <p:spPr>
                <a:xfrm>
                  <a:off x="4105532" y="3051512"/>
                  <a:ext cx="230938" cy="198700"/>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25" name="椭圆 31"/>
                <p:cNvSpPr/>
                <p:nvPr/>
              </p:nvSpPr>
              <p:spPr>
                <a:xfrm>
                  <a:off x="4105532" y="3503104"/>
                  <a:ext cx="230938" cy="20231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sp>
              <p:nvSpPr>
                <p:cNvPr id="126" name="椭圆 31"/>
                <p:cNvSpPr/>
                <p:nvPr/>
              </p:nvSpPr>
              <p:spPr>
                <a:xfrm>
                  <a:off x="3943155" y="3354983"/>
                  <a:ext cx="115469" cy="975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grpSp>
          <p:sp>
            <p:nvSpPr>
              <p:cNvPr id="122" name="任意多边形 121"/>
              <p:cNvSpPr/>
              <p:nvPr/>
            </p:nvSpPr>
            <p:spPr>
              <a:xfrm>
                <a:off x="4977832" y="1663063"/>
                <a:ext cx="656731" cy="325147"/>
              </a:xfrm>
              <a:custGeom>
                <a:avLst/>
                <a:gdLst>
                  <a:gd name="connsiteX0" fmla="*/ 584616 w 1244505"/>
                  <a:gd name="connsiteY0" fmla="*/ 513816 h 978511"/>
                  <a:gd name="connsiteX1" fmla="*/ 0 w 1244505"/>
                  <a:gd name="connsiteY1" fmla="*/ 423875 h 978511"/>
                  <a:gd name="connsiteX2" fmla="*/ 179882 w 1244505"/>
                  <a:gd name="connsiteY2" fmla="*/ 199022 h 978511"/>
                  <a:gd name="connsiteX3" fmla="*/ 674557 w 1244505"/>
                  <a:gd name="connsiteY3" fmla="*/ 423875 h 978511"/>
                  <a:gd name="connsiteX4" fmla="*/ 734518 w 1244505"/>
                  <a:gd name="connsiteY4" fmla="*/ 184032 h 978511"/>
                  <a:gd name="connsiteX5" fmla="*/ 944380 w 1244505"/>
                  <a:gd name="connsiteY5" fmla="*/ 4150 h 978511"/>
                  <a:gd name="connsiteX6" fmla="*/ 1244183 w 1244505"/>
                  <a:gd name="connsiteY6" fmla="*/ 363914 h 978511"/>
                  <a:gd name="connsiteX7" fmla="*/ 884419 w 1244505"/>
                  <a:gd name="connsiteY7" fmla="*/ 513816 h 978511"/>
                  <a:gd name="connsiteX8" fmla="*/ 1199213 w 1244505"/>
                  <a:gd name="connsiteY8" fmla="*/ 723678 h 978511"/>
                  <a:gd name="connsiteX9" fmla="*/ 944380 w 1244505"/>
                  <a:gd name="connsiteY9" fmla="*/ 978511 h 978511"/>
                  <a:gd name="connsiteX10" fmla="*/ 719528 w 1244505"/>
                  <a:gd name="connsiteY10" fmla="*/ 723678 h 978511"/>
                  <a:gd name="connsiteX11" fmla="*/ 299803 w 1244505"/>
                  <a:gd name="connsiteY11" fmla="*/ 903560 h 978511"/>
                  <a:gd name="connsiteX12" fmla="*/ 74951 w 1244505"/>
                  <a:gd name="connsiteY12" fmla="*/ 738668 h 978511"/>
                  <a:gd name="connsiteX13" fmla="*/ 719528 w 1244505"/>
                  <a:gd name="connsiteY13" fmla="*/ 558786 h 978511"/>
                  <a:gd name="connsiteX0-1" fmla="*/ 584616 w 1246893"/>
                  <a:gd name="connsiteY0-2" fmla="*/ 502981 h 967676"/>
                  <a:gd name="connsiteX1-3" fmla="*/ 0 w 1246893"/>
                  <a:gd name="connsiteY1-4" fmla="*/ 413040 h 967676"/>
                  <a:gd name="connsiteX2-5" fmla="*/ 179882 w 1246893"/>
                  <a:gd name="connsiteY2-6" fmla="*/ 188187 h 967676"/>
                  <a:gd name="connsiteX3-7" fmla="*/ 674557 w 1246893"/>
                  <a:gd name="connsiteY3-8" fmla="*/ 413040 h 967676"/>
                  <a:gd name="connsiteX4-9" fmla="*/ 734518 w 1246893"/>
                  <a:gd name="connsiteY4-10" fmla="*/ 173197 h 967676"/>
                  <a:gd name="connsiteX5-11" fmla="*/ 1033049 w 1246893"/>
                  <a:gd name="connsiteY5-12" fmla="*/ 4398 h 967676"/>
                  <a:gd name="connsiteX6-13" fmla="*/ 1244183 w 1246893"/>
                  <a:gd name="connsiteY6-14" fmla="*/ 353079 h 967676"/>
                  <a:gd name="connsiteX7-15" fmla="*/ 884419 w 1246893"/>
                  <a:gd name="connsiteY7-16" fmla="*/ 502981 h 967676"/>
                  <a:gd name="connsiteX8-17" fmla="*/ 1199213 w 1246893"/>
                  <a:gd name="connsiteY8-18" fmla="*/ 712843 h 967676"/>
                  <a:gd name="connsiteX9-19" fmla="*/ 944380 w 1246893"/>
                  <a:gd name="connsiteY9-20" fmla="*/ 967676 h 967676"/>
                  <a:gd name="connsiteX10-21" fmla="*/ 719528 w 1246893"/>
                  <a:gd name="connsiteY10-22" fmla="*/ 712843 h 967676"/>
                  <a:gd name="connsiteX11-23" fmla="*/ 299803 w 1246893"/>
                  <a:gd name="connsiteY11-24" fmla="*/ 892725 h 967676"/>
                  <a:gd name="connsiteX12-25" fmla="*/ 74951 w 1246893"/>
                  <a:gd name="connsiteY12-26" fmla="*/ 727833 h 967676"/>
                  <a:gd name="connsiteX13-27" fmla="*/ 719528 w 1246893"/>
                  <a:gd name="connsiteY13-28" fmla="*/ 547951 h 967676"/>
                  <a:gd name="connsiteX0-29" fmla="*/ 584616 w 1250361"/>
                  <a:gd name="connsiteY0-30" fmla="*/ 505914 h 970609"/>
                  <a:gd name="connsiteX1-31" fmla="*/ 0 w 1250361"/>
                  <a:gd name="connsiteY1-32" fmla="*/ 415973 h 970609"/>
                  <a:gd name="connsiteX2-33" fmla="*/ 179882 w 1250361"/>
                  <a:gd name="connsiteY2-34" fmla="*/ 191120 h 970609"/>
                  <a:gd name="connsiteX3-35" fmla="*/ 674557 w 1250361"/>
                  <a:gd name="connsiteY3-36" fmla="*/ 415973 h 970609"/>
                  <a:gd name="connsiteX4-37" fmla="*/ 734518 w 1250361"/>
                  <a:gd name="connsiteY4-38" fmla="*/ 176130 h 970609"/>
                  <a:gd name="connsiteX5-39" fmla="*/ 1033049 w 1250361"/>
                  <a:gd name="connsiteY5-40" fmla="*/ 7331 h 970609"/>
                  <a:gd name="connsiteX6-41" fmla="*/ 1244183 w 1250361"/>
                  <a:gd name="connsiteY6-42" fmla="*/ 356012 h 970609"/>
                  <a:gd name="connsiteX7-43" fmla="*/ 884419 w 1250361"/>
                  <a:gd name="connsiteY7-44" fmla="*/ 505914 h 970609"/>
                  <a:gd name="connsiteX8-45" fmla="*/ 1199213 w 1250361"/>
                  <a:gd name="connsiteY8-46" fmla="*/ 715776 h 970609"/>
                  <a:gd name="connsiteX9-47" fmla="*/ 944380 w 1250361"/>
                  <a:gd name="connsiteY9-48" fmla="*/ 970609 h 970609"/>
                  <a:gd name="connsiteX10-49" fmla="*/ 719528 w 1250361"/>
                  <a:gd name="connsiteY10-50" fmla="*/ 715776 h 970609"/>
                  <a:gd name="connsiteX11-51" fmla="*/ 299803 w 1250361"/>
                  <a:gd name="connsiteY11-52" fmla="*/ 895658 h 970609"/>
                  <a:gd name="connsiteX12-53" fmla="*/ 74951 w 1250361"/>
                  <a:gd name="connsiteY12-54" fmla="*/ 730766 h 970609"/>
                  <a:gd name="connsiteX13-55" fmla="*/ 719528 w 1250361"/>
                  <a:gd name="connsiteY13-56" fmla="*/ 550884 h 970609"/>
                  <a:gd name="connsiteX0-57" fmla="*/ 584616 w 1219605"/>
                  <a:gd name="connsiteY0-58" fmla="*/ 503672 h 968367"/>
                  <a:gd name="connsiteX1-59" fmla="*/ 0 w 1219605"/>
                  <a:gd name="connsiteY1-60" fmla="*/ 413731 h 968367"/>
                  <a:gd name="connsiteX2-61" fmla="*/ 179882 w 1219605"/>
                  <a:gd name="connsiteY2-62" fmla="*/ 188878 h 968367"/>
                  <a:gd name="connsiteX3-63" fmla="*/ 674557 w 1219605"/>
                  <a:gd name="connsiteY3-64" fmla="*/ 413731 h 968367"/>
                  <a:gd name="connsiteX4-65" fmla="*/ 734518 w 1219605"/>
                  <a:gd name="connsiteY4-66" fmla="*/ 173888 h 968367"/>
                  <a:gd name="connsiteX5-67" fmla="*/ 1033049 w 1219605"/>
                  <a:gd name="connsiteY5-68" fmla="*/ 5089 h 968367"/>
                  <a:gd name="connsiteX6-69" fmla="*/ 1216474 w 1219605"/>
                  <a:gd name="connsiteY6-70" fmla="*/ 370395 h 968367"/>
                  <a:gd name="connsiteX7-71" fmla="*/ 884419 w 1219605"/>
                  <a:gd name="connsiteY7-72" fmla="*/ 503672 h 968367"/>
                  <a:gd name="connsiteX8-73" fmla="*/ 1199213 w 1219605"/>
                  <a:gd name="connsiteY8-74" fmla="*/ 713534 h 968367"/>
                  <a:gd name="connsiteX9-75" fmla="*/ 944380 w 1219605"/>
                  <a:gd name="connsiteY9-76" fmla="*/ 968367 h 968367"/>
                  <a:gd name="connsiteX10-77" fmla="*/ 719528 w 1219605"/>
                  <a:gd name="connsiteY10-78" fmla="*/ 713534 h 968367"/>
                  <a:gd name="connsiteX11-79" fmla="*/ 299803 w 1219605"/>
                  <a:gd name="connsiteY11-80" fmla="*/ 893416 h 968367"/>
                  <a:gd name="connsiteX12-81" fmla="*/ 74951 w 1219605"/>
                  <a:gd name="connsiteY12-82" fmla="*/ 728524 h 968367"/>
                  <a:gd name="connsiteX13-83" fmla="*/ 719528 w 1219605"/>
                  <a:gd name="connsiteY13-84" fmla="*/ 548642 h 968367"/>
                  <a:gd name="connsiteX0-85" fmla="*/ 584616 w 1223250"/>
                  <a:gd name="connsiteY0-86" fmla="*/ 499287 h 963982"/>
                  <a:gd name="connsiteX1-87" fmla="*/ 0 w 1223250"/>
                  <a:gd name="connsiteY1-88" fmla="*/ 409346 h 963982"/>
                  <a:gd name="connsiteX2-89" fmla="*/ 179882 w 1223250"/>
                  <a:gd name="connsiteY2-90" fmla="*/ 184493 h 963982"/>
                  <a:gd name="connsiteX3-91" fmla="*/ 674557 w 1223250"/>
                  <a:gd name="connsiteY3-92" fmla="*/ 409346 h 963982"/>
                  <a:gd name="connsiteX4-93" fmla="*/ 734518 w 1223250"/>
                  <a:gd name="connsiteY4-94" fmla="*/ 169503 h 963982"/>
                  <a:gd name="connsiteX5-95" fmla="*/ 1033049 w 1223250"/>
                  <a:gd name="connsiteY5-96" fmla="*/ 704 h 963982"/>
                  <a:gd name="connsiteX6-97" fmla="*/ 1216474 w 1223250"/>
                  <a:gd name="connsiteY6-98" fmla="*/ 366010 h 963982"/>
                  <a:gd name="connsiteX7-99" fmla="*/ 884419 w 1223250"/>
                  <a:gd name="connsiteY7-100" fmla="*/ 499287 h 963982"/>
                  <a:gd name="connsiteX8-101" fmla="*/ 1199213 w 1223250"/>
                  <a:gd name="connsiteY8-102" fmla="*/ 709149 h 963982"/>
                  <a:gd name="connsiteX9-103" fmla="*/ 944380 w 1223250"/>
                  <a:gd name="connsiteY9-104" fmla="*/ 963982 h 963982"/>
                  <a:gd name="connsiteX10-105" fmla="*/ 719528 w 1223250"/>
                  <a:gd name="connsiteY10-106" fmla="*/ 709149 h 963982"/>
                  <a:gd name="connsiteX11-107" fmla="*/ 299803 w 1223250"/>
                  <a:gd name="connsiteY11-108" fmla="*/ 889031 h 963982"/>
                  <a:gd name="connsiteX12-109" fmla="*/ 74951 w 1223250"/>
                  <a:gd name="connsiteY12-110" fmla="*/ 724139 h 963982"/>
                  <a:gd name="connsiteX13-111" fmla="*/ 719528 w 1223250"/>
                  <a:gd name="connsiteY13-112" fmla="*/ 544257 h 963982"/>
                  <a:gd name="connsiteX0-113" fmla="*/ 584616 w 1223250"/>
                  <a:gd name="connsiteY0-114" fmla="*/ 499287 h 963982"/>
                  <a:gd name="connsiteX1-115" fmla="*/ 0 w 1223250"/>
                  <a:gd name="connsiteY1-116" fmla="*/ 409346 h 963982"/>
                  <a:gd name="connsiteX2-117" fmla="*/ 179882 w 1223250"/>
                  <a:gd name="connsiteY2-118" fmla="*/ 184493 h 963982"/>
                  <a:gd name="connsiteX3-119" fmla="*/ 674557 w 1223250"/>
                  <a:gd name="connsiteY3-120" fmla="*/ 409346 h 963982"/>
                  <a:gd name="connsiteX4-121" fmla="*/ 734518 w 1223250"/>
                  <a:gd name="connsiteY4-122" fmla="*/ 169503 h 963982"/>
                  <a:gd name="connsiteX5-123" fmla="*/ 1033049 w 1223250"/>
                  <a:gd name="connsiteY5-124" fmla="*/ 704 h 963982"/>
                  <a:gd name="connsiteX6-125" fmla="*/ 1216474 w 1223250"/>
                  <a:gd name="connsiteY6-126" fmla="*/ 366010 h 963982"/>
                  <a:gd name="connsiteX7-127" fmla="*/ 884419 w 1223250"/>
                  <a:gd name="connsiteY7-128" fmla="*/ 499287 h 963982"/>
                  <a:gd name="connsiteX8-129" fmla="*/ 1199213 w 1223250"/>
                  <a:gd name="connsiteY8-130" fmla="*/ 709149 h 963982"/>
                  <a:gd name="connsiteX9-131" fmla="*/ 944380 w 1223250"/>
                  <a:gd name="connsiteY9-132" fmla="*/ 963982 h 963982"/>
                  <a:gd name="connsiteX10-133" fmla="*/ 719528 w 1223250"/>
                  <a:gd name="connsiteY10-134" fmla="*/ 709149 h 963982"/>
                  <a:gd name="connsiteX11-135" fmla="*/ 299803 w 1223250"/>
                  <a:gd name="connsiteY11-136" fmla="*/ 889031 h 963982"/>
                  <a:gd name="connsiteX12-137" fmla="*/ 74951 w 1223250"/>
                  <a:gd name="connsiteY12-138" fmla="*/ 724139 h 963982"/>
                  <a:gd name="connsiteX13-139" fmla="*/ 719528 w 1223250"/>
                  <a:gd name="connsiteY13-140" fmla="*/ 544257 h 963982"/>
                  <a:gd name="connsiteX0-141" fmla="*/ 584616 w 1223250"/>
                  <a:gd name="connsiteY0-142" fmla="*/ 499287 h 963982"/>
                  <a:gd name="connsiteX1-143" fmla="*/ 0 w 1223250"/>
                  <a:gd name="connsiteY1-144" fmla="*/ 409346 h 963982"/>
                  <a:gd name="connsiteX2-145" fmla="*/ 179882 w 1223250"/>
                  <a:gd name="connsiteY2-146" fmla="*/ 184493 h 963982"/>
                  <a:gd name="connsiteX3-147" fmla="*/ 674557 w 1223250"/>
                  <a:gd name="connsiteY3-148" fmla="*/ 409346 h 963982"/>
                  <a:gd name="connsiteX4-149" fmla="*/ 734518 w 1223250"/>
                  <a:gd name="connsiteY4-150" fmla="*/ 169503 h 963982"/>
                  <a:gd name="connsiteX5-151" fmla="*/ 1033049 w 1223250"/>
                  <a:gd name="connsiteY5-152" fmla="*/ 704 h 963982"/>
                  <a:gd name="connsiteX6-153" fmla="*/ 1216474 w 1223250"/>
                  <a:gd name="connsiteY6-154" fmla="*/ 366010 h 963982"/>
                  <a:gd name="connsiteX7-155" fmla="*/ 884419 w 1223250"/>
                  <a:gd name="connsiteY7-156" fmla="*/ 499287 h 963982"/>
                  <a:gd name="connsiteX8-157" fmla="*/ 1199213 w 1223250"/>
                  <a:gd name="connsiteY8-158" fmla="*/ 709149 h 963982"/>
                  <a:gd name="connsiteX9-159" fmla="*/ 944380 w 1223250"/>
                  <a:gd name="connsiteY9-160" fmla="*/ 963982 h 963982"/>
                  <a:gd name="connsiteX10-161" fmla="*/ 719528 w 1223250"/>
                  <a:gd name="connsiteY10-162" fmla="*/ 709149 h 963982"/>
                  <a:gd name="connsiteX11-163" fmla="*/ 299803 w 1223250"/>
                  <a:gd name="connsiteY11-164" fmla="*/ 889031 h 963982"/>
                  <a:gd name="connsiteX12-165" fmla="*/ 74951 w 1223250"/>
                  <a:gd name="connsiteY12-166" fmla="*/ 724139 h 963982"/>
                  <a:gd name="connsiteX13-167" fmla="*/ 719528 w 1223250"/>
                  <a:gd name="connsiteY13-168" fmla="*/ 544257 h 963982"/>
                  <a:gd name="connsiteX0-169" fmla="*/ 584616 w 1223250"/>
                  <a:gd name="connsiteY0-170" fmla="*/ 499287 h 964450"/>
                  <a:gd name="connsiteX1-171" fmla="*/ 0 w 1223250"/>
                  <a:gd name="connsiteY1-172" fmla="*/ 409346 h 964450"/>
                  <a:gd name="connsiteX2-173" fmla="*/ 179882 w 1223250"/>
                  <a:gd name="connsiteY2-174" fmla="*/ 184493 h 964450"/>
                  <a:gd name="connsiteX3-175" fmla="*/ 674557 w 1223250"/>
                  <a:gd name="connsiteY3-176" fmla="*/ 409346 h 964450"/>
                  <a:gd name="connsiteX4-177" fmla="*/ 734518 w 1223250"/>
                  <a:gd name="connsiteY4-178" fmla="*/ 169503 h 964450"/>
                  <a:gd name="connsiteX5-179" fmla="*/ 1033049 w 1223250"/>
                  <a:gd name="connsiteY5-180" fmla="*/ 704 h 964450"/>
                  <a:gd name="connsiteX6-181" fmla="*/ 1216474 w 1223250"/>
                  <a:gd name="connsiteY6-182" fmla="*/ 366010 h 964450"/>
                  <a:gd name="connsiteX7-183" fmla="*/ 884419 w 1223250"/>
                  <a:gd name="connsiteY7-184" fmla="*/ 499287 h 964450"/>
                  <a:gd name="connsiteX8-185" fmla="*/ 1199213 w 1223250"/>
                  <a:gd name="connsiteY8-186" fmla="*/ 709149 h 964450"/>
                  <a:gd name="connsiteX9-187" fmla="*/ 944380 w 1223250"/>
                  <a:gd name="connsiteY9-188" fmla="*/ 963982 h 964450"/>
                  <a:gd name="connsiteX10-189" fmla="*/ 719528 w 1223250"/>
                  <a:gd name="connsiteY10-190" fmla="*/ 709149 h 964450"/>
                  <a:gd name="connsiteX11-191" fmla="*/ 299803 w 1223250"/>
                  <a:gd name="connsiteY11-192" fmla="*/ 889031 h 964450"/>
                  <a:gd name="connsiteX12-193" fmla="*/ 74951 w 1223250"/>
                  <a:gd name="connsiteY12-194" fmla="*/ 724139 h 964450"/>
                  <a:gd name="connsiteX13-195" fmla="*/ 719528 w 1223250"/>
                  <a:gd name="connsiteY13-196" fmla="*/ 544257 h 964450"/>
                  <a:gd name="connsiteX0-197" fmla="*/ 584616 w 1223250"/>
                  <a:gd name="connsiteY0-198" fmla="*/ 499287 h 964605"/>
                  <a:gd name="connsiteX1-199" fmla="*/ 0 w 1223250"/>
                  <a:gd name="connsiteY1-200" fmla="*/ 409346 h 964605"/>
                  <a:gd name="connsiteX2-201" fmla="*/ 179882 w 1223250"/>
                  <a:gd name="connsiteY2-202" fmla="*/ 184493 h 964605"/>
                  <a:gd name="connsiteX3-203" fmla="*/ 674557 w 1223250"/>
                  <a:gd name="connsiteY3-204" fmla="*/ 409346 h 964605"/>
                  <a:gd name="connsiteX4-205" fmla="*/ 734518 w 1223250"/>
                  <a:gd name="connsiteY4-206" fmla="*/ 169503 h 964605"/>
                  <a:gd name="connsiteX5-207" fmla="*/ 1033049 w 1223250"/>
                  <a:gd name="connsiteY5-208" fmla="*/ 704 h 964605"/>
                  <a:gd name="connsiteX6-209" fmla="*/ 1216474 w 1223250"/>
                  <a:gd name="connsiteY6-210" fmla="*/ 366010 h 964605"/>
                  <a:gd name="connsiteX7-211" fmla="*/ 884419 w 1223250"/>
                  <a:gd name="connsiteY7-212" fmla="*/ 499287 h 964605"/>
                  <a:gd name="connsiteX8-213" fmla="*/ 1199213 w 1223250"/>
                  <a:gd name="connsiteY8-214" fmla="*/ 709149 h 964605"/>
                  <a:gd name="connsiteX9-215" fmla="*/ 944380 w 1223250"/>
                  <a:gd name="connsiteY9-216" fmla="*/ 963982 h 964605"/>
                  <a:gd name="connsiteX10-217" fmla="*/ 719528 w 1223250"/>
                  <a:gd name="connsiteY10-218" fmla="*/ 709149 h 964605"/>
                  <a:gd name="connsiteX11-219" fmla="*/ 299803 w 1223250"/>
                  <a:gd name="connsiteY11-220" fmla="*/ 889031 h 964605"/>
                  <a:gd name="connsiteX12-221" fmla="*/ 74951 w 1223250"/>
                  <a:gd name="connsiteY12-222" fmla="*/ 724139 h 964605"/>
                  <a:gd name="connsiteX13-223" fmla="*/ 719528 w 1223250"/>
                  <a:gd name="connsiteY13-224" fmla="*/ 544257 h 964605"/>
                  <a:gd name="connsiteX0-225" fmla="*/ 584616 w 1223250"/>
                  <a:gd name="connsiteY0-226" fmla="*/ 499287 h 964605"/>
                  <a:gd name="connsiteX1-227" fmla="*/ 0 w 1223250"/>
                  <a:gd name="connsiteY1-228" fmla="*/ 409346 h 964605"/>
                  <a:gd name="connsiteX2-229" fmla="*/ 179882 w 1223250"/>
                  <a:gd name="connsiteY2-230" fmla="*/ 184493 h 964605"/>
                  <a:gd name="connsiteX3-231" fmla="*/ 674557 w 1223250"/>
                  <a:gd name="connsiteY3-232" fmla="*/ 409346 h 964605"/>
                  <a:gd name="connsiteX4-233" fmla="*/ 734518 w 1223250"/>
                  <a:gd name="connsiteY4-234" fmla="*/ 169503 h 964605"/>
                  <a:gd name="connsiteX5-235" fmla="*/ 1033049 w 1223250"/>
                  <a:gd name="connsiteY5-236" fmla="*/ 704 h 964605"/>
                  <a:gd name="connsiteX6-237" fmla="*/ 1216474 w 1223250"/>
                  <a:gd name="connsiteY6-238" fmla="*/ 366010 h 964605"/>
                  <a:gd name="connsiteX7-239" fmla="*/ 884419 w 1223250"/>
                  <a:gd name="connsiteY7-240" fmla="*/ 499287 h 964605"/>
                  <a:gd name="connsiteX8-241" fmla="*/ 1199213 w 1223250"/>
                  <a:gd name="connsiteY8-242" fmla="*/ 709149 h 964605"/>
                  <a:gd name="connsiteX9-243" fmla="*/ 944380 w 1223250"/>
                  <a:gd name="connsiteY9-244" fmla="*/ 963982 h 964605"/>
                  <a:gd name="connsiteX10-245" fmla="*/ 719528 w 1223250"/>
                  <a:gd name="connsiteY10-246" fmla="*/ 709149 h 964605"/>
                  <a:gd name="connsiteX11-247" fmla="*/ 299803 w 1223250"/>
                  <a:gd name="connsiteY11-248" fmla="*/ 889031 h 964605"/>
                  <a:gd name="connsiteX12-249" fmla="*/ 74951 w 1223250"/>
                  <a:gd name="connsiteY12-250" fmla="*/ 724139 h 964605"/>
                  <a:gd name="connsiteX13-251" fmla="*/ 719528 w 1223250"/>
                  <a:gd name="connsiteY13-252" fmla="*/ 544257 h 964605"/>
                  <a:gd name="connsiteX0-253" fmla="*/ 584616 w 1223250"/>
                  <a:gd name="connsiteY0-254" fmla="*/ 499287 h 964605"/>
                  <a:gd name="connsiteX1-255" fmla="*/ 0 w 1223250"/>
                  <a:gd name="connsiteY1-256" fmla="*/ 409346 h 964605"/>
                  <a:gd name="connsiteX2-257" fmla="*/ 179882 w 1223250"/>
                  <a:gd name="connsiteY2-258" fmla="*/ 184493 h 964605"/>
                  <a:gd name="connsiteX3-259" fmla="*/ 674557 w 1223250"/>
                  <a:gd name="connsiteY3-260" fmla="*/ 409346 h 964605"/>
                  <a:gd name="connsiteX4-261" fmla="*/ 734518 w 1223250"/>
                  <a:gd name="connsiteY4-262" fmla="*/ 169503 h 964605"/>
                  <a:gd name="connsiteX5-263" fmla="*/ 1033049 w 1223250"/>
                  <a:gd name="connsiteY5-264" fmla="*/ 704 h 964605"/>
                  <a:gd name="connsiteX6-265" fmla="*/ 1216474 w 1223250"/>
                  <a:gd name="connsiteY6-266" fmla="*/ 366010 h 964605"/>
                  <a:gd name="connsiteX7-267" fmla="*/ 884419 w 1223250"/>
                  <a:gd name="connsiteY7-268" fmla="*/ 499287 h 964605"/>
                  <a:gd name="connsiteX8-269" fmla="*/ 1199213 w 1223250"/>
                  <a:gd name="connsiteY8-270" fmla="*/ 709149 h 964605"/>
                  <a:gd name="connsiteX9-271" fmla="*/ 944380 w 1223250"/>
                  <a:gd name="connsiteY9-272" fmla="*/ 963982 h 964605"/>
                  <a:gd name="connsiteX10-273" fmla="*/ 719528 w 1223250"/>
                  <a:gd name="connsiteY10-274" fmla="*/ 709149 h 964605"/>
                  <a:gd name="connsiteX11-275" fmla="*/ 299803 w 1223250"/>
                  <a:gd name="connsiteY11-276" fmla="*/ 889031 h 964605"/>
                  <a:gd name="connsiteX12-277" fmla="*/ 74951 w 1223250"/>
                  <a:gd name="connsiteY12-278" fmla="*/ 724139 h 964605"/>
                  <a:gd name="connsiteX13-279" fmla="*/ 630318 w 1223250"/>
                  <a:gd name="connsiteY13-280" fmla="*/ 575481 h 964605"/>
                  <a:gd name="connsiteX0-281" fmla="*/ 584616 w 1223250"/>
                  <a:gd name="connsiteY0-282" fmla="*/ 499287 h 964605"/>
                  <a:gd name="connsiteX1-283" fmla="*/ 0 w 1223250"/>
                  <a:gd name="connsiteY1-284" fmla="*/ 409346 h 964605"/>
                  <a:gd name="connsiteX2-285" fmla="*/ 179882 w 1223250"/>
                  <a:gd name="connsiteY2-286" fmla="*/ 184493 h 964605"/>
                  <a:gd name="connsiteX3-287" fmla="*/ 674557 w 1223250"/>
                  <a:gd name="connsiteY3-288" fmla="*/ 409346 h 964605"/>
                  <a:gd name="connsiteX4-289" fmla="*/ 734518 w 1223250"/>
                  <a:gd name="connsiteY4-290" fmla="*/ 169503 h 964605"/>
                  <a:gd name="connsiteX5-291" fmla="*/ 1033049 w 1223250"/>
                  <a:gd name="connsiteY5-292" fmla="*/ 704 h 964605"/>
                  <a:gd name="connsiteX6-293" fmla="*/ 1216474 w 1223250"/>
                  <a:gd name="connsiteY6-294" fmla="*/ 366010 h 964605"/>
                  <a:gd name="connsiteX7-295" fmla="*/ 884419 w 1223250"/>
                  <a:gd name="connsiteY7-296" fmla="*/ 499287 h 964605"/>
                  <a:gd name="connsiteX8-297" fmla="*/ 1199213 w 1223250"/>
                  <a:gd name="connsiteY8-298" fmla="*/ 709149 h 964605"/>
                  <a:gd name="connsiteX9-299" fmla="*/ 944380 w 1223250"/>
                  <a:gd name="connsiteY9-300" fmla="*/ 963982 h 964605"/>
                  <a:gd name="connsiteX10-301" fmla="*/ 719528 w 1223250"/>
                  <a:gd name="connsiteY10-302" fmla="*/ 709149 h 964605"/>
                  <a:gd name="connsiteX11-303" fmla="*/ 299803 w 1223250"/>
                  <a:gd name="connsiteY11-304" fmla="*/ 889031 h 964605"/>
                  <a:gd name="connsiteX12-305" fmla="*/ 74951 w 1223250"/>
                  <a:gd name="connsiteY12-306" fmla="*/ 724139 h 964605"/>
                  <a:gd name="connsiteX13-307" fmla="*/ 630318 w 1223250"/>
                  <a:gd name="connsiteY13-308" fmla="*/ 562099 h 964605"/>
                  <a:gd name="connsiteX0-309" fmla="*/ 629221 w 1223250"/>
                  <a:gd name="connsiteY0-310" fmla="*/ 517129 h 964605"/>
                  <a:gd name="connsiteX1-311" fmla="*/ 0 w 1223250"/>
                  <a:gd name="connsiteY1-312" fmla="*/ 409346 h 964605"/>
                  <a:gd name="connsiteX2-313" fmla="*/ 179882 w 1223250"/>
                  <a:gd name="connsiteY2-314" fmla="*/ 184493 h 964605"/>
                  <a:gd name="connsiteX3-315" fmla="*/ 674557 w 1223250"/>
                  <a:gd name="connsiteY3-316" fmla="*/ 409346 h 964605"/>
                  <a:gd name="connsiteX4-317" fmla="*/ 734518 w 1223250"/>
                  <a:gd name="connsiteY4-318" fmla="*/ 169503 h 964605"/>
                  <a:gd name="connsiteX5-319" fmla="*/ 1033049 w 1223250"/>
                  <a:gd name="connsiteY5-320" fmla="*/ 704 h 964605"/>
                  <a:gd name="connsiteX6-321" fmla="*/ 1216474 w 1223250"/>
                  <a:gd name="connsiteY6-322" fmla="*/ 366010 h 964605"/>
                  <a:gd name="connsiteX7-323" fmla="*/ 884419 w 1223250"/>
                  <a:gd name="connsiteY7-324" fmla="*/ 499287 h 964605"/>
                  <a:gd name="connsiteX8-325" fmla="*/ 1199213 w 1223250"/>
                  <a:gd name="connsiteY8-326" fmla="*/ 709149 h 964605"/>
                  <a:gd name="connsiteX9-327" fmla="*/ 944380 w 1223250"/>
                  <a:gd name="connsiteY9-328" fmla="*/ 963982 h 964605"/>
                  <a:gd name="connsiteX10-329" fmla="*/ 719528 w 1223250"/>
                  <a:gd name="connsiteY10-330" fmla="*/ 709149 h 964605"/>
                  <a:gd name="connsiteX11-331" fmla="*/ 299803 w 1223250"/>
                  <a:gd name="connsiteY11-332" fmla="*/ 889031 h 964605"/>
                  <a:gd name="connsiteX12-333" fmla="*/ 74951 w 1223250"/>
                  <a:gd name="connsiteY12-334" fmla="*/ 724139 h 964605"/>
                  <a:gd name="connsiteX13-335" fmla="*/ 630318 w 1223250"/>
                  <a:gd name="connsiteY13-336" fmla="*/ 562099 h 964605"/>
                  <a:gd name="connsiteX0-337" fmla="*/ 629221 w 1223250"/>
                  <a:gd name="connsiteY0-338" fmla="*/ 517129 h 964605"/>
                  <a:gd name="connsiteX1-339" fmla="*/ 0 w 1223250"/>
                  <a:gd name="connsiteY1-340" fmla="*/ 409346 h 964605"/>
                  <a:gd name="connsiteX2-341" fmla="*/ 179882 w 1223250"/>
                  <a:gd name="connsiteY2-342" fmla="*/ 184493 h 964605"/>
                  <a:gd name="connsiteX3-343" fmla="*/ 674557 w 1223250"/>
                  <a:gd name="connsiteY3-344" fmla="*/ 409346 h 964605"/>
                  <a:gd name="connsiteX4-345" fmla="*/ 734518 w 1223250"/>
                  <a:gd name="connsiteY4-346" fmla="*/ 169503 h 964605"/>
                  <a:gd name="connsiteX5-347" fmla="*/ 1033049 w 1223250"/>
                  <a:gd name="connsiteY5-348" fmla="*/ 704 h 964605"/>
                  <a:gd name="connsiteX6-349" fmla="*/ 1216474 w 1223250"/>
                  <a:gd name="connsiteY6-350" fmla="*/ 366010 h 964605"/>
                  <a:gd name="connsiteX7-351" fmla="*/ 884419 w 1223250"/>
                  <a:gd name="connsiteY7-352" fmla="*/ 499287 h 964605"/>
                  <a:gd name="connsiteX8-353" fmla="*/ 1199213 w 1223250"/>
                  <a:gd name="connsiteY8-354" fmla="*/ 709149 h 964605"/>
                  <a:gd name="connsiteX9-355" fmla="*/ 944380 w 1223250"/>
                  <a:gd name="connsiteY9-356" fmla="*/ 963982 h 964605"/>
                  <a:gd name="connsiteX10-357" fmla="*/ 719528 w 1223250"/>
                  <a:gd name="connsiteY10-358" fmla="*/ 709149 h 964605"/>
                  <a:gd name="connsiteX11-359" fmla="*/ 299803 w 1223250"/>
                  <a:gd name="connsiteY11-360" fmla="*/ 889031 h 964605"/>
                  <a:gd name="connsiteX12-361" fmla="*/ 74951 w 1223250"/>
                  <a:gd name="connsiteY12-362" fmla="*/ 724139 h 964605"/>
                  <a:gd name="connsiteX13-363" fmla="*/ 630318 w 1223250"/>
                  <a:gd name="connsiteY13-364" fmla="*/ 562099 h 964605"/>
                  <a:gd name="connsiteX0-365" fmla="*/ 629221 w 1223250"/>
                  <a:gd name="connsiteY0-366" fmla="*/ 517129 h 964605"/>
                  <a:gd name="connsiteX1-367" fmla="*/ 0 w 1223250"/>
                  <a:gd name="connsiteY1-368" fmla="*/ 409346 h 964605"/>
                  <a:gd name="connsiteX2-369" fmla="*/ 179882 w 1223250"/>
                  <a:gd name="connsiteY2-370" fmla="*/ 184493 h 964605"/>
                  <a:gd name="connsiteX3-371" fmla="*/ 674557 w 1223250"/>
                  <a:gd name="connsiteY3-372" fmla="*/ 409346 h 964605"/>
                  <a:gd name="connsiteX4-373" fmla="*/ 734518 w 1223250"/>
                  <a:gd name="connsiteY4-374" fmla="*/ 169503 h 964605"/>
                  <a:gd name="connsiteX5-375" fmla="*/ 1033049 w 1223250"/>
                  <a:gd name="connsiteY5-376" fmla="*/ 704 h 964605"/>
                  <a:gd name="connsiteX6-377" fmla="*/ 1216474 w 1223250"/>
                  <a:gd name="connsiteY6-378" fmla="*/ 366010 h 964605"/>
                  <a:gd name="connsiteX7-379" fmla="*/ 884419 w 1223250"/>
                  <a:gd name="connsiteY7-380" fmla="*/ 499287 h 964605"/>
                  <a:gd name="connsiteX8-381" fmla="*/ 1199213 w 1223250"/>
                  <a:gd name="connsiteY8-382" fmla="*/ 709149 h 964605"/>
                  <a:gd name="connsiteX9-383" fmla="*/ 944380 w 1223250"/>
                  <a:gd name="connsiteY9-384" fmla="*/ 963982 h 964605"/>
                  <a:gd name="connsiteX10-385" fmla="*/ 719528 w 1223250"/>
                  <a:gd name="connsiteY10-386" fmla="*/ 709149 h 964605"/>
                  <a:gd name="connsiteX11-387" fmla="*/ 299803 w 1223250"/>
                  <a:gd name="connsiteY11-388" fmla="*/ 889031 h 964605"/>
                  <a:gd name="connsiteX12-389" fmla="*/ 74951 w 1223250"/>
                  <a:gd name="connsiteY12-390" fmla="*/ 724139 h 964605"/>
                  <a:gd name="connsiteX13-391" fmla="*/ 630318 w 1223250"/>
                  <a:gd name="connsiteY13-392" fmla="*/ 562099 h 964605"/>
                  <a:gd name="connsiteX0-393" fmla="*/ 0 w 1223250"/>
                  <a:gd name="connsiteY0-394" fmla="*/ 409346 h 964605"/>
                  <a:gd name="connsiteX1-395" fmla="*/ 179882 w 1223250"/>
                  <a:gd name="connsiteY1-396" fmla="*/ 184493 h 964605"/>
                  <a:gd name="connsiteX2-397" fmla="*/ 674557 w 1223250"/>
                  <a:gd name="connsiteY2-398" fmla="*/ 409346 h 964605"/>
                  <a:gd name="connsiteX3-399" fmla="*/ 734518 w 1223250"/>
                  <a:gd name="connsiteY3-400" fmla="*/ 169503 h 964605"/>
                  <a:gd name="connsiteX4-401" fmla="*/ 1033049 w 1223250"/>
                  <a:gd name="connsiteY4-402" fmla="*/ 704 h 964605"/>
                  <a:gd name="connsiteX5-403" fmla="*/ 1216474 w 1223250"/>
                  <a:gd name="connsiteY5-404" fmla="*/ 366010 h 964605"/>
                  <a:gd name="connsiteX6-405" fmla="*/ 884419 w 1223250"/>
                  <a:gd name="connsiteY6-406" fmla="*/ 499287 h 964605"/>
                  <a:gd name="connsiteX7-407" fmla="*/ 1199213 w 1223250"/>
                  <a:gd name="connsiteY7-408" fmla="*/ 709149 h 964605"/>
                  <a:gd name="connsiteX8-409" fmla="*/ 944380 w 1223250"/>
                  <a:gd name="connsiteY8-410" fmla="*/ 963982 h 964605"/>
                  <a:gd name="connsiteX9-411" fmla="*/ 719528 w 1223250"/>
                  <a:gd name="connsiteY9-412" fmla="*/ 709149 h 964605"/>
                  <a:gd name="connsiteX10-413" fmla="*/ 299803 w 1223250"/>
                  <a:gd name="connsiteY10-414" fmla="*/ 889031 h 964605"/>
                  <a:gd name="connsiteX11-415" fmla="*/ 74951 w 1223250"/>
                  <a:gd name="connsiteY11-416" fmla="*/ 724139 h 964605"/>
                  <a:gd name="connsiteX12-417" fmla="*/ 630318 w 1223250"/>
                  <a:gd name="connsiteY12-418" fmla="*/ 562099 h 964605"/>
                  <a:gd name="connsiteX0-419" fmla="*/ 117781 w 1161149"/>
                  <a:gd name="connsiteY0-420" fmla="*/ 184493 h 964605"/>
                  <a:gd name="connsiteX1-421" fmla="*/ 612456 w 1161149"/>
                  <a:gd name="connsiteY1-422" fmla="*/ 409346 h 964605"/>
                  <a:gd name="connsiteX2-423" fmla="*/ 672417 w 1161149"/>
                  <a:gd name="connsiteY2-424" fmla="*/ 169503 h 964605"/>
                  <a:gd name="connsiteX3-425" fmla="*/ 970948 w 1161149"/>
                  <a:gd name="connsiteY3-426" fmla="*/ 704 h 964605"/>
                  <a:gd name="connsiteX4-427" fmla="*/ 1154373 w 1161149"/>
                  <a:gd name="connsiteY4-428" fmla="*/ 366010 h 964605"/>
                  <a:gd name="connsiteX5-429" fmla="*/ 822318 w 1161149"/>
                  <a:gd name="connsiteY5-430" fmla="*/ 499287 h 964605"/>
                  <a:gd name="connsiteX6-431" fmla="*/ 1137112 w 1161149"/>
                  <a:gd name="connsiteY6-432" fmla="*/ 709149 h 964605"/>
                  <a:gd name="connsiteX7-433" fmla="*/ 882279 w 1161149"/>
                  <a:gd name="connsiteY7-434" fmla="*/ 963982 h 964605"/>
                  <a:gd name="connsiteX8-435" fmla="*/ 657427 w 1161149"/>
                  <a:gd name="connsiteY8-436" fmla="*/ 709149 h 964605"/>
                  <a:gd name="connsiteX9-437" fmla="*/ 237702 w 1161149"/>
                  <a:gd name="connsiteY9-438" fmla="*/ 889031 h 964605"/>
                  <a:gd name="connsiteX10-439" fmla="*/ 12850 w 1161149"/>
                  <a:gd name="connsiteY10-440" fmla="*/ 724139 h 964605"/>
                  <a:gd name="connsiteX11-441" fmla="*/ 568217 w 1161149"/>
                  <a:gd name="connsiteY11-442" fmla="*/ 562099 h 964605"/>
                  <a:gd name="connsiteX0-443" fmla="*/ 612456 w 1161149"/>
                  <a:gd name="connsiteY0-444" fmla="*/ 409346 h 964605"/>
                  <a:gd name="connsiteX1-445" fmla="*/ 672417 w 1161149"/>
                  <a:gd name="connsiteY1-446" fmla="*/ 169503 h 964605"/>
                  <a:gd name="connsiteX2-447" fmla="*/ 970948 w 1161149"/>
                  <a:gd name="connsiteY2-448" fmla="*/ 704 h 964605"/>
                  <a:gd name="connsiteX3-449" fmla="*/ 1154373 w 1161149"/>
                  <a:gd name="connsiteY3-450" fmla="*/ 366010 h 964605"/>
                  <a:gd name="connsiteX4-451" fmla="*/ 822318 w 1161149"/>
                  <a:gd name="connsiteY4-452" fmla="*/ 499287 h 964605"/>
                  <a:gd name="connsiteX5-453" fmla="*/ 1137112 w 1161149"/>
                  <a:gd name="connsiteY5-454" fmla="*/ 709149 h 964605"/>
                  <a:gd name="connsiteX6-455" fmla="*/ 882279 w 1161149"/>
                  <a:gd name="connsiteY6-456" fmla="*/ 963982 h 964605"/>
                  <a:gd name="connsiteX7-457" fmla="*/ 657427 w 1161149"/>
                  <a:gd name="connsiteY7-458" fmla="*/ 709149 h 964605"/>
                  <a:gd name="connsiteX8-459" fmla="*/ 237702 w 1161149"/>
                  <a:gd name="connsiteY8-460" fmla="*/ 889031 h 964605"/>
                  <a:gd name="connsiteX9-461" fmla="*/ 12850 w 1161149"/>
                  <a:gd name="connsiteY9-462" fmla="*/ 724139 h 964605"/>
                  <a:gd name="connsiteX10-463" fmla="*/ 568217 w 1161149"/>
                  <a:gd name="connsiteY10-464" fmla="*/ 562099 h 964605"/>
                  <a:gd name="connsiteX0-465" fmla="*/ 672417 w 1161149"/>
                  <a:gd name="connsiteY0-466" fmla="*/ 169503 h 964605"/>
                  <a:gd name="connsiteX1-467" fmla="*/ 970948 w 1161149"/>
                  <a:gd name="connsiteY1-468" fmla="*/ 704 h 964605"/>
                  <a:gd name="connsiteX2-469" fmla="*/ 1154373 w 1161149"/>
                  <a:gd name="connsiteY2-470" fmla="*/ 366010 h 964605"/>
                  <a:gd name="connsiteX3-471" fmla="*/ 822318 w 1161149"/>
                  <a:gd name="connsiteY3-472" fmla="*/ 499287 h 964605"/>
                  <a:gd name="connsiteX4-473" fmla="*/ 1137112 w 1161149"/>
                  <a:gd name="connsiteY4-474" fmla="*/ 709149 h 964605"/>
                  <a:gd name="connsiteX5-475" fmla="*/ 882279 w 1161149"/>
                  <a:gd name="connsiteY5-476" fmla="*/ 963982 h 964605"/>
                  <a:gd name="connsiteX6-477" fmla="*/ 657427 w 1161149"/>
                  <a:gd name="connsiteY6-478" fmla="*/ 709149 h 964605"/>
                  <a:gd name="connsiteX7-479" fmla="*/ 237702 w 1161149"/>
                  <a:gd name="connsiteY7-480" fmla="*/ 889031 h 964605"/>
                  <a:gd name="connsiteX8-481" fmla="*/ 12850 w 1161149"/>
                  <a:gd name="connsiteY8-482" fmla="*/ 724139 h 964605"/>
                  <a:gd name="connsiteX9-483" fmla="*/ 568217 w 1161149"/>
                  <a:gd name="connsiteY9-484" fmla="*/ 562099 h 964605"/>
                  <a:gd name="connsiteX0-485" fmla="*/ 970948 w 1161149"/>
                  <a:gd name="connsiteY0-486" fmla="*/ 0 h 963901"/>
                  <a:gd name="connsiteX1-487" fmla="*/ 1154373 w 1161149"/>
                  <a:gd name="connsiteY1-488" fmla="*/ 365306 h 963901"/>
                  <a:gd name="connsiteX2-489" fmla="*/ 822318 w 1161149"/>
                  <a:gd name="connsiteY2-490" fmla="*/ 498583 h 963901"/>
                  <a:gd name="connsiteX3-491" fmla="*/ 1137112 w 1161149"/>
                  <a:gd name="connsiteY3-492" fmla="*/ 708445 h 963901"/>
                  <a:gd name="connsiteX4-493" fmla="*/ 882279 w 1161149"/>
                  <a:gd name="connsiteY4-494" fmla="*/ 963278 h 963901"/>
                  <a:gd name="connsiteX5-495" fmla="*/ 657427 w 1161149"/>
                  <a:gd name="connsiteY5-496" fmla="*/ 708445 h 963901"/>
                  <a:gd name="connsiteX6-497" fmla="*/ 237702 w 1161149"/>
                  <a:gd name="connsiteY6-498" fmla="*/ 888327 h 963901"/>
                  <a:gd name="connsiteX7-499" fmla="*/ 12850 w 1161149"/>
                  <a:gd name="connsiteY7-500" fmla="*/ 723435 h 963901"/>
                  <a:gd name="connsiteX8-501" fmla="*/ 568217 w 1161149"/>
                  <a:gd name="connsiteY8-502" fmla="*/ 561395 h 963901"/>
                  <a:gd name="connsiteX0-503" fmla="*/ 1154373 w 1154373"/>
                  <a:gd name="connsiteY0-504" fmla="*/ 0 h 598595"/>
                  <a:gd name="connsiteX1-505" fmla="*/ 822318 w 1154373"/>
                  <a:gd name="connsiteY1-506" fmla="*/ 133277 h 598595"/>
                  <a:gd name="connsiteX2-507" fmla="*/ 1137112 w 1154373"/>
                  <a:gd name="connsiteY2-508" fmla="*/ 343139 h 598595"/>
                  <a:gd name="connsiteX3-509" fmla="*/ 882279 w 1154373"/>
                  <a:gd name="connsiteY3-510" fmla="*/ 597972 h 598595"/>
                  <a:gd name="connsiteX4-511" fmla="*/ 657427 w 1154373"/>
                  <a:gd name="connsiteY4-512" fmla="*/ 343139 h 598595"/>
                  <a:gd name="connsiteX5-513" fmla="*/ 237702 w 1154373"/>
                  <a:gd name="connsiteY5-514" fmla="*/ 523021 h 598595"/>
                  <a:gd name="connsiteX6-515" fmla="*/ 12850 w 1154373"/>
                  <a:gd name="connsiteY6-516" fmla="*/ 358129 h 598595"/>
                  <a:gd name="connsiteX7-517" fmla="*/ 568217 w 1154373"/>
                  <a:gd name="connsiteY7-518" fmla="*/ 196089 h 598595"/>
                  <a:gd name="connsiteX0-519" fmla="*/ 822318 w 1138670"/>
                  <a:gd name="connsiteY0-520" fmla="*/ 0 h 465318"/>
                  <a:gd name="connsiteX1-521" fmla="*/ 1137112 w 1138670"/>
                  <a:gd name="connsiteY1-522" fmla="*/ 209862 h 465318"/>
                  <a:gd name="connsiteX2-523" fmla="*/ 882279 w 1138670"/>
                  <a:gd name="connsiteY2-524" fmla="*/ 464695 h 465318"/>
                  <a:gd name="connsiteX3-525" fmla="*/ 657427 w 1138670"/>
                  <a:gd name="connsiteY3-526" fmla="*/ 209862 h 465318"/>
                  <a:gd name="connsiteX4-527" fmla="*/ 237702 w 1138670"/>
                  <a:gd name="connsiteY4-528" fmla="*/ 389744 h 465318"/>
                  <a:gd name="connsiteX5-529" fmla="*/ 12850 w 1138670"/>
                  <a:gd name="connsiteY5-530" fmla="*/ 224852 h 465318"/>
                  <a:gd name="connsiteX6-531" fmla="*/ 568217 w 1138670"/>
                  <a:gd name="connsiteY6-532" fmla="*/ 62812 h 465318"/>
                  <a:gd name="connsiteX0-533" fmla="*/ 1137112 w 1138670"/>
                  <a:gd name="connsiteY0-534" fmla="*/ 147050 h 402506"/>
                  <a:gd name="connsiteX1-535" fmla="*/ 882279 w 1138670"/>
                  <a:gd name="connsiteY1-536" fmla="*/ 401883 h 402506"/>
                  <a:gd name="connsiteX2-537" fmla="*/ 657427 w 1138670"/>
                  <a:gd name="connsiteY2-538" fmla="*/ 147050 h 402506"/>
                  <a:gd name="connsiteX3-539" fmla="*/ 237702 w 1138670"/>
                  <a:gd name="connsiteY3-540" fmla="*/ 326932 h 402506"/>
                  <a:gd name="connsiteX4-541" fmla="*/ 12850 w 1138670"/>
                  <a:gd name="connsiteY4-542" fmla="*/ 162040 h 402506"/>
                  <a:gd name="connsiteX5-543" fmla="*/ 568217 w 1138670"/>
                  <a:gd name="connsiteY5-544" fmla="*/ 0 h 402506"/>
                  <a:gd name="connsiteX0-545" fmla="*/ 882279 w 882279"/>
                  <a:gd name="connsiteY0-546" fmla="*/ 401883 h 401883"/>
                  <a:gd name="connsiteX1-547" fmla="*/ 657427 w 882279"/>
                  <a:gd name="connsiteY1-548" fmla="*/ 147050 h 401883"/>
                  <a:gd name="connsiteX2-549" fmla="*/ 237702 w 882279"/>
                  <a:gd name="connsiteY2-550" fmla="*/ 326932 h 401883"/>
                  <a:gd name="connsiteX3-551" fmla="*/ 12850 w 882279"/>
                  <a:gd name="connsiteY3-552" fmla="*/ 162040 h 401883"/>
                  <a:gd name="connsiteX4-553" fmla="*/ 568217 w 882279"/>
                  <a:gd name="connsiteY4-554" fmla="*/ 0 h 401883"/>
                  <a:gd name="connsiteX0-555" fmla="*/ 657427 w 657427"/>
                  <a:gd name="connsiteY0-556" fmla="*/ 147050 h 326972"/>
                  <a:gd name="connsiteX1-557" fmla="*/ 237702 w 657427"/>
                  <a:gd name="connsiteY1-558" fmla="*/ 326932 h 326972"/>
                  <a:gd name="connsiteX2-559" fmla="*/ 12850 w 657427"/>
                  <a:gd name="connsiteY2-560" fmla="*/ 162040 h 326972"/>
                  <a:gd name="connsiteX3-561" fmla="*/ 568217 w 657427"/>
                  <a:gd name="connsiteY3-562" fmla="*/ 0 h 326972"/>
                </a:gdLst>
                <a:ahLst/>
                <a:cxnLst>
                  <a:cxn ang="0">
                    <a:pos x="connsiteX0-555" y="connsiteY0-556"/>
                  </a:cxn>
                  <a:cxn ang="0">
                    <a:pos x="connsiteX1-557" y="connsiteY1-558"/>
                  </a:cxn>
                  <a:cxn ang="0">
                    <a:pos x="connsiteX2-559" y="connsiteY2-560"/>
                  </a:cxn>
                  <a:cxn ang="0">
                    <a:pos x="connsiteX3-561" y="connsiteY3-562"/>
                  </a:cxn>
                </a:cxnLst>
                <a:rect l="l" t="t" r="r" b="b"/>
                <a:pathLst>
                  <a:path w="657427" h="326972">
                    <a:moveTo>
                      <a:pt x="657427" y="147050"/>
                    </a:moveTo>
                    <a:cubicBezTo>
                      <a:pt x="517519" y="207011"/>
                      <a:pt x="345131" y="324434"/>
                      <a:pt x="237702" y="326932"/>
                    </a:cubicBezTo>
                    <a:cubicBezTo>
                      <a:pt x="130273" y="329430"/>
                      <a:pt x="-49609" y="214505"/>
                      <a:pt x="12850" y="162040"/>
                    </a:cubicBezTo>
                    <a:lnTo>
                      <a:pt x="568217" y="0"/>
                    </a:lnTo>
                  </a:path>
                </a:pathLst>
              </a:custGeom>
              <a:grpFill/>
              <a:ln w="28575" cap="rnd">
                <a:solidFill>
                  <a:schemeClr val="tx1">
                    <a:lumMod val="65000"/>
                    <a:lumOff val="3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4000" noProof="1">
                  <a:solidFill>
                    <a:srgbClr val="605448"/>
                  </a:solidFill>
                  <a:cs typeface="+mn-ea"/>
                  <a:sym typeface="+mn-lt"/>
                </a:endParaRPr>
              </a:p>
            </p:txBody>
          </p:sp>
        </p:grpSp>
      </p:grpSp>
      <p:sp>
        <p:nvSpPr>
          <p:cNvPr id="146" name="文本框 145"/>
          <p:cNvSpPr txBox="1"/>
          <p:nvPr/>
        </p:nvSpPr>
        <p:spPr>
          <a:xfrm>
            <a:off x="1085059" y="1226426"/>
            <a:ext cx="7856186" cy="583565"/>
          </a:xfrm>
          <a:prstGeom prst="rect">
            <a:avLst/>
          </a:prstGeom>
          <a:noFill/>
        </p:spPr>
        <p:txBody>
          <a:bodyPr>
            <a:spAutoFit/>
          </a:bodyPr>
          <a:lstStyle/>
          <a:p>
            <a:r>
              <a:rPr lang="zh-CN" altLang="en-US" sz="3200" b="1" dirty="0">
                <a:solidFill>
                  <a:srgbClr val="595959"/>
                </a:solidFill>
                <a:latin typeface="+mn-lt"/>
                <a:ea typeface="+mn-ea"/>
                <a:cs typeface="+mn-ea"/>
                <a:sym typeface="+mn-lt"/>
              </a:rPr>
              <a:t>研究的意义</a:t>
            </a:r>
          </a:p>
        </p:txBody>
      </p:sp>
      <p:sp>
        <p:nvSpPr>
          <p:cNvPr id="2" name="文本框 1"/>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01 </a:t>
            </a:r>
            <a:r>
              <a:rPr lang="zh-CN" altLang="en-US" sz="3200" b="1">
                <a:solidFill>
                  <a:srgbClr val="0F863B"/>
                </a:solidFill>
                <a:latin typeface="黑体" panose="02010609060101010101" charset="-122"/>
                <a:ea typeface="黑体" panose="02010609060101010101" charset="-122"/>
              </a:rPr>
              <a:t>背景介绍</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500" fill="hold"/>
                                        <p:tgtEl>
                                          <p:spTgt spid="87"/>
                                        </p:tgtEl>
                                        <p:attrNameLst>
                                          <p:attrName>ppt_w</p:attrName>
                                        </p:attrNameLst>
                                      </p:cBhvr>
                                      <p:tavLst>
                                        <p:tav tm="0">
                                          <p:val>
                                            <p:fltVal val="0"/>
                                          </p:val>
                                        </p:tav>
                                        <p:tav tm="100000">
                                          <p:val>
                                            <p:strVal val="#ppt_w"/>
                                          </p:val>
                                        </p:tav>
                                      </p:tavLst>
                                    </p:anim>
                                    <p:anim calcmode="lin" valueType="num">
                                      <p:cBhvr>
                                        <p:cTn id="8" dur="500" fill="hold"/>
                                        <p:tgtEl>
                                          <p:spTgt spid="87"/>
                                        </p:tgtEl>
                                        <p:attrNameLst>
                                          <p:attrName>ppt_h</p:attrName>
                                        </p:attrNameLst>
                                      </p:cBhvr>
                                      <p:tavLst>
                                        <p:tav tm="0">
                                          <p:val>
                                            <p:fltVal val="0"/>
                                          </p:val>
                                        </p:tav>
                                        <p:tav tm="100000">
                                          <p:val>
                                            <p:strVal val="#ppt_h"/>
                                          </p:val>
                                        </p:tav>
                                      </p:tavLst>
                                    </p:anim>
                                    <p:animEffect transition="in" filter="fade">
                                      <p:cBhvr>
                                        <p:cTn id="9" dur="500"/>
                                        <p:tgtEl>
                                          <p:spTgt spid="87"/>
                                        </p:tgtEl>
                                      </p:cBhvr>
                                    </p:animEffect>
                                  </p:childTnLst>
                                </p:cTn>
                              </p:par>
                              <p:par>
                                <p:cTn id="10" presetID="53" presetClass="entr" presetSubtype="16" fill="hold" nodeType="withEffect">
                                  <p:stCondLst>
                                    <p:cond delay="100"/>
                                  </p:stCondLst>
                                  <p:childTnLst>
                                    <p:set>
                                      <p:cBhvr>
                                        <p:cTn id="11" dur="1" fill="hold">
                                          <p:stCondLst>
                                            <p:cond delay="0"/>
                                          </p:stCondLst>
                                        </p:cTn>
                                        <p:tgtEl>
                                          <p:spTgt spid="100"/>
                                        </p:tgtEl>
                                        <p:attrNameLst>
                                          <p:attrName>style.visibility</p:attrName>
                                        </p:attrNameLst>
                                      </p:cBhvr>
                                      <p:to>
                                        <p:strVal val="visible"/>
                                      </p:to>
                                    </p:set>
                                    <p:anim calcmode="lin" valueType="num">
                                      <p:cBhvr>
                                        <p:cTn id="12" dur="500" fill="hold"/>
                                        <p:tgtEl>
                                          <p:spTgt spid="100"/>
                                        </p:tgtEl>
                                        <p:attrNameLst>
                                          <p:attrName>ppt_w</p:attrName>
                                        </p:attrNameLst>
                                      </p:cBhvr>
                                      <p:tavLst>
                                        <p:tav tm="0">
                                          <p:val>
                                            <p:fltVal val="0"/>
                                          </p:val>
                                        </p:tav>
                                        <p:tav tm="100000">
                                          <p:val>
                                            <p:strVal val="#ppt_w"/>
                                          </p:val>
                                        </p:tav>
                                      </p:tavLst>
                                    </p:anim>
                                    <p:anim calcmode="lin" valueType="num">
                                      <p:cBhvr>
                                        <p:cTn id="13" dur="500" fill="hold"/>
                                        <p:tgtEl>
                                          <p:spTgt spid="100"/>
                                        </p:tgtEl>
                                        <p:attrNameLst>
                                          <p:attrName>ppt_h</p:attrName>
                                        </p:attrNameLst>
                                      </p:cBhvr>
                                      <p:tavLst>
                                        <p:tav tm="0">
                                          <p:val>
                                            <p:fltVal val="0"/>
                                          </p:val>
                                        </p:tav>
                                        <p:tav tm="100000">
                                          <p:val>
                                            <p:strVal val="#ppt_h"/>
                                          </p:val>
                                        </p:tav>
                                      </p:tavLst>
                                    </p:anim>
                                    <p:animEffect transition="in" filter="fade">
                                      <p:cBhvr>
                                        <p:cTn id="14" dur="500"/>
                                        <p:tgtEl>
                                          <p:spTgt spid="100"/>
                                        </p:tgtEl>
                                      </p:cBhvr>
                                    </p:animEffect>
                                  </p:childTnLst>
                                </p:cTn>
                              </p:par>
                              <p:par>
                                <p:cTn id="15" presetID="53" presetClass="entr" presetSubtype="16" fill="hold" nodeType="withEffect">
                                  <p:stCondLst>
                                    <p:cond delay="200"/>
                                  </p:stCondLst>
                                  <p:childTnLst>
                                    <p:set>
                                      <p:cBhvr>
                                        <p:cTn id="16" dur="1" fill="hold">
                                          <p:stCondLst>
                                            <p:cond delay="0"/>
                                          </p:stCondLst>
                                        </p:cTn>
                                        <p:tgtEl>
                                          <p:spTgt spid="109"/>
                                        </p:tgtEl>
                                        <p:attrNameLst>
                                          <p:attrName>style.visibility</p:attrName>
                                        </p:attrNameLst>
                                      </p:cBhvr>
                                      <p:to>
                                        <p:strVal val="visible"/>
                                      </p:to>
                                    </p:set>
                                    <p:anim calcmode="lin" valueType="num">
                                      <p:cBhvr>
                                        <p:cTn id="17" dur="500" fill="hold"/>
                                        <p:tgtEl>
                                          <p:spTgt spid="109"/>
                                        </p:tgtEl>
                                        <p:attrNameLst>
                                          <p:attrName>ppt_w</p:attrName>
                                        </p:attrNameLst>
                                      </p:cBhvr>
                                      <p:tavLst>
                                        <p:tav tm="0">
                                          <p:val>
                                            <p:fltVal val="0"/>
                                          </p:val>
                                        </p:tav>
                                        <p:tav tm="100000">
                                          <p:val>
                                            <p:strVal val="#ppt_w"/>
                                          </p:val>
                                        </p:tav>
                                      </p:tavLst>
                                    </p:anim>
                                    <p:anim calcmode="lin" valueType="num">
                                      <p:cBhvr>
                                        <p:cTn id="18" dur="500" fill="hold"/>
                                        <p:tgtEl>
                                          <p:spTgt spid="109"/>
                                        </p:tgtEl>
                                        <p:attrNameLst>
                                          <p:attrName>ppt_h</p:attrName>
                                        </p:attrNameLst>
                                      </p:cBhvr>
                                      <p:tavLst>
                                        <p:tav tm="0">
                                          <p:val>
                                            <p:fltVal val="0"/>
                                          </p:val>
                                        </p:tav>
                                        <p:tav tm="100000">
                                          <p:val>
                                            <p:strVal val="#ppt_h"/>
                                          </p:val>
                                        </p:tav>
                                      </p:tavLst>
                                    </p:anim>
                                    <p:animEffect transition="in" filter="fade">
                                      <p:cBhvr>
                                        <p:cTn id="19" dur="500"/>
                                        <p:tgtEl>
                                          <p:spTgt spid="109"/>
                                        </p:tgtEl>
                                      </p:cBhvr>
                                    </p:animEffect>
                                  </p:childTnLst>
                                </p:cTn>
                              </p:par>
                              <p:par>
                                <p:cTn id="20" presetID="53" presetClass="entr" presetSubtype="16" fill="hold" nodeType="withEffect">
                                  <p:stCondLst>
                                    <p:cond delay="300"/>
                                  </p:stCondLst>
                                  <p:childTnLst>
                                    <p:set>
                                      <p:cBhvr>
                                        <p:cTn id="21" dur="1" fill="hold">
                                          <p:stCondLst>
                                            <p:cond delay="0"/>
                                          </p:stCondLst>
                                        </p:cTn>
                                        <p:tgtEl>
                                          <p:spTgt spid="117"/>
                                        </p:tgtEl>
                                        <p:attrNameLst>
                                          <p:attrName>style.visibility</p:attrName>
                                        </p:attrNameLst>
                                      </p:cBhvr>
                                      <p:to>
                                        <p:strVal val="visible"/>
                                      </p:to>
                                    </p:set>
                                    <p:anim calcmode="lin" valueType="num">
                                      <p:cBhvr>
                                        <p:cTn id="22" dur="500" fill="hold"/>
                                        <p:tgtEl>
                                          <p:spTgt spid="117"/>
                                        </p:tgtEl>
                                        <p:attrNameLst>
                                          <p:attrName>ppt_w</p:attrName>
                                        </p:attrNameLst>
                                      </p:cBhvr>
                                      <p:tavLst>
                                        <p:tav tm="0">
                                          <p:val>
                                            <p:fltVal val="0"/>
                                          </p:val>
                                        </p:tav>
                                        <p:tav tm="100000">
                                          <p:val>
                                            <p:strVal val="#ppt_w"/>
                                          </p:val>
                                        </p:tav>
                                      </p:tavLst>
                                    </p:anim>
                                    <p:anim calcmode="lin" valueType="num">
                                      <p:cBhvr>
                                        <p:cTn id="23" dur="500" fill="hold"/>
                                        <p:tgtEl>
                                          <p:spTgt spid="117"/>
                                        </p:tgtEl>
                                        <p:attrNameLst>
                                          <p:attrName>ppt_h</p:attrName>
                                        </p:attrNameLst>
                                      </p:cBhvr>
                                      <p:tavLst>
                                        <p:tav tm="0">
                                          <p:val>
                                            <p:fltVal val="0"/>
                                          </p:val>
                                        </p:tav>
                                        <p:tav tm="100000">
                                          <p:val>
                                            <p:strVal val="#ppt_h"/>
                                          </p:val>
                                        </p:tav>
                                      </p:tavLst>
                                    </p:anim>
                                    <p:animEffect transition="in" filter="fade">
                                      <p:cBhvr>
                                        <p:cTn id="24" dur="500"/>
                                        <p:tgtEl>
                                          <p:spTgt spid="117"/>
                                        </p:tgtEl>
                                      </p:cBhvr>
                                    </p:animEffect>
                                  </p:childTnLst>
                                </p:cTn>
                              </p:par>
                            </p:childTnLst>
                          </p:cTn>
                        </p:par>
                        <p:par>
                          <p:cTn id="25" fill="hold">
                            <p:stCondLst>
                              <p:cond delay="500"/>
                            </p:stCondLst>
                            <p:childTnLst>
                              <p:par>
                                <p:cTn id="26" presetID="42" presetClass="entr" presetSubtype="0" fill="hold" grpId="0" nodeType="afterEffect">
                                  <p:stCondLst>
                                    <p:cond delay="0"/>
                                  </p:stCondLst>
                                  <p:childTnLst>
                                    <p:set>
                                      <p:cBhvr>
                                        <p:cTn id="27" dur="1" fill="hold">
                                          <p:stCondLst>
                                            <p:cond delay="0"/>
                                          </p:stCondLst>
                                        </p:cTn>
                                        <p:tgtEl>
                                          <p:spTgt spid="85"/>
                                        </p:tgtEl>
                                        <p:attrNameLst>
                                          <p:attrName>style.visibility</p:attrName>
                                        </p:attrNameLst>
                                      </p:cBhvr>
                                      <p:to>
                                        <p:strVal val="visible"/>
                                      </p:to>
                                    </p:set>
                                    <p:animEffect transition="in" filter="fade">
                                      <p:cBhvr>
                                        <p:cTn id="28" dur="1000"/>
                                        <p:tgtEl>
                                          <p:spTgt spid="85"/>
                                        </p:tgtEl>
                                      </p:cBhvr>
                                    </p:animEffect>
                                    <p:anim calcmode="lin" valueType="num">
                                      <p:cBhvr>
                                        <p:cTn id="29" dur="1000" fill="hold"/>
                                        <p:tgtEl>
                                          <p:spTgt spid="85"/>
                                        </p:tgtEl>
                                        <p:attrNameLst>
                                          <p:attrName>ppt_x</p:attrName>
                                        </p:attrNameLst>
                                      </p:cBhvr>
                                      <p:tavLst>
                                        <p:tav tm="0">
                                          <p:val>
                                            <p:strVal val="#ppt_x"/>
                                          </p:val>
                                        </p:tav>
                                        <p:tav tm="100000">
                                          <p:val>
                                            <p:strVal val="#ppt_x"/>
                                          </p:val>
                                        </p:tav>
                                      </p:tavLst>
                                    </p:anim>
                                    <p:anim calcmode="lin" valueType="num">
                                      <p:cBhvr>
                                        <p:cTn id="30" dur="1000" fill="hold"/>
                                        <p:tgtEl>
                                          <p:spTgt spid="85"/>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animEffect transition="in" filter="fade">
                                      <p:cBhvr>
                                        <p:cTn id="33" dur="1000"/>
                                        <p:tgtEl>
                                          <p:spTgt spid="94"/>
                                        </p:tgtEl>
                                      </p:cBhvr>
                                    </p:animEffect>
                                    <p:anim calcmode="lin" valueType="num">
                                      <p:cBhvr>
                                        <p:cTn id="34" dur="1000" fill="hold"/>
                                        <p:tgtEl>
                                          <p:spTgt spid="94"/>
                                        </p:tgtEl>
                                        <p:attrNameLst>
                                          <p:attrName>ppt_x</p:attrName>
                                        </p:attrNameLst>
                                      </p:cBhvr>
                                      <p:tavLst>
                                        <p:tav tm="0">
                                          <p:val>
                                            <p:strVal val="#ppt_x"/>
                                          </p:val>
                                        </p:tav>
                                        <p:tav tm="100000">
                                          <p:val>
                                            <p:strVal val="#ppt_x"/>
                                          </p:val>
                                        </p:tav>
                                      </p:tavLst>
                                    </p:anim>
                                    <p:anim calcmode="lin" valueType="num">
                                      <p:cBhvr>
                                        <p:cTn id="35" dur="1000" fill="hold"/>
                                        <p:tgtEl>
                                          <p:spTgt spid="94"/>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6"/>
                                        </p:tgtEl>
                                        <p:attrNameLst>
                                          <p:attrName>style.visibility</p:attrName>
                                        </p:attrNameLst>
                                      </p:cBhvr>
                                      <p:to>
                                        <p:strVal val="visible"/>
                                      </p:to>
                                    </p:set>
                                    <p:animEffect transition="in" filter="fade">
                                      <p:cBhvr>
                                        <p:cTn id="38" dur="1000"/>
                                        <p:tgtEl>
                                          <p:spTgt spid="96"/>
                                        </p:tgtEl>
                                      </p:cBhvr>
                                    </p:animEffect>
                                    <p:anim calcmode="lin" valueType="num">
                                      <p:cBhvr>
                                        <p:cTn id="39" dur="1000" fill="hold"/>
                                        <p:tgtEl>
                                          <p:spTgt spid="96"/>
                                        </p:tgtEl>
                                        <p:attrNameLst>
                                          <p:attrName>ppt_x</p:attrName>
                                        </p:attrNameLst>
                                      </p:cBhvr>
                                      <p:tavLst>
                                        <p:tav tm="0">
                                          <p:val>
                                            <p:strVal val="#ppt_x"/>
                                          </p:val>
                                        </p:tav>
                                        <p:tav tm="100000">
                                          <p:val>
                                            <p:strVal val="#ppt_x"/>
                                          </p:val>
                                        </p:tav>
                                      </p:tavLst>
                                    </p:anim>
                                    <p:anim calcmode="lin" valueType="num">
                                      <p:cBhvr>
                                        <p:cTn id="40" dur="1000" fill="hold"/>
                                        <p:tgtEl>
                                          <p:spTgt spid="9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fade">
                                      <p:cBhvr>
                                        <p:cTn id="43" dur="1000"/>
                                        <p:tgtEl>
                                          <p:spTgt spid="98"/>
                                        </p:tgtEl>
                                      </p:cBhvr>
                                    </p:animEffect>
                                    <p:anim calcmode="lin" valueType="num">
                                      <p:cBhvr>
                                        <p:cTn id="44" dur="1000" fill="hold"/>
                                        <p:tgtEl>
                                          <p:spTgt spid="98"/>
                                        </p:tgtEl>
                                        <p:attrNameLst>
                                          <p:attrName>ppt_x</p:attrName>
                                        </p:attrNameLst>
                                      </p:cBhvr>
                                      <p:tavLst>
                                        <p:tav tm="0">
                                          <p:val>
                                            <p:strVal val="#ppt_x"/>
                                          </p:val>
                                        </p:tav>
                                        <p:tav tm="100000">
                                          <p:val>
                                            <p:strVal val="#ppt_x"/>
                                          </p:val>
                                        </p:tav>
                                      </p:tavLst>
                                    </p:anim>
                                    <p:anim calcmode="lin" valueType="num">
                                      <p:cBhvr>
                                        <p:cTn id="45"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94" grpId="0"/>
      <p:bldP spid="96" grpId="0"/>
      <p:bldP spid="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19" y="-292"/>
            <a:ext cx="12193057" cy="6858594"/>
          </a:xfrm>
          <a:prstGeom prst="rect">
            <a:avLst/>
          </a:prstGeom>
        </p:spPr>
      </p:pic>
      <p:sp>
        <p:nvSpPr>
          <p:cNvPr id="5" name="椭圆 4"/>
          <p:cNvSpPr/>
          <p:nvPr/>
        </p:nvSpPr>
        <p:spPr>
          <a:xfrm>
            <a:off x="6604001" y="2376479"/>
            <a:ext cx="6045200" cy="6045200"/>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4685168" y="1957379"/>
            <a:ext cx="2821683" cy="3323987"/>
          </a:xfrm>
          <a:prstGeom prst="rect">
            <a:avLst/>
          </a:prstGeom>
          <a:noFill/>
        </p:spPr>
        <p:txBody>
          <a:bodyPr wrap="square" rtlCol="0">
            <a:spAutoFit/>
          </a:bodyPr>
          <a:lstStyle/>
          <a:p>
            <a:pPr algn="ctr"/>
            <a:r>
              <a:rPr lang="en-US" altLang="zh-CN" sz="7200" b="1" dirty="0">
                <a:ln>
                  <a:solidFill>
                    <a:srgbClr val="0F863B"/>
                  </a:solidFill>
                </a:ln>
                <a:solidFill>
                  <a:schemeClr val="bg1"/>
                </a:solidFill>
                <a:effectLst>
                  <a:outerShdw blurRad="38100" dist="38100" dir="2700000" algn="tl">
                    <a:srgbClr val="000000">
                      <a:alpha val="43137"/>
                    </a:srgbClr>
                  </a:outerShdw>
                </a:effectLst>
              </a:rPr>
              <a:t>PART</a:t>
            </a:r>
          </a:p>
          <a:p>
            <a:pPr algn="ctr"/>
            <a:r>
              <a:rPr lang="en-US" altLang="zh-CN" sz="13800" b="1" dirty="0">
                <a:ln>
                  <a:solidFill>
                    <a:srgbClr val="0F863B"/>
                  </a:solidFill>
                </a:ln>
                <a:solidFill>
                  <a:schemeClr val="bg1"/>
                </a:solidFill>
                <a:effectLst>
                  <a:outerShdw blurRad="38100" dist="38100" dir="2700000" algn="tl">
                    <a:srgbClr val="000000">
                      <a:alpha val="43137"/>
                    </a:srgbClr>
                  </a:outerShdw>
                </a:effectLst>
              </a:rPr>
              <a:t>02</a:t>
            </a:r>
            <a:endParaRPr lang="zh-CN" altLang="en-US" sz="13800" b="1" dirty="0">
              <a:ln>
                <a:solidFill>
                  <a:srgbClr val="0F863B"/>
                </a:solidFill>
              </a:ln>
              <a:solidFill>
                <a:schemeClr val="bg1"/>
              </a:solidFill>
              <a:effectLst>
                <a:outerShdw blurRad="38100" dist="38100" dir="2700000" algn="tl">
                  <a:srgbClr val="000000">
                    <a:alpha val="43137"/>
                  </a:srgbClr>
                </a:outerShdw>
              </a:effectLst>
            </a:endParaRPr>
          </a:p>
        </p:txBody>
      </p:sp>
      <p:sp>
        <p:nvSpPr>
          <p:cNvPr id="7" name="文本框 6"/>
          <p:cNvSpPr txBox="1"/>
          <p:nvPr/>
        </p:nvSpPr>
        <p:spPr>
          <a:xfrm>
            <a:off x="7995385" y="3974553"/>
            <a:ext cx="3230880" cy="1014730"/>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zh-CN" altLang="en-US" dirty="0">
                <a:ln>
                  <a:solidFill>
                    <a:srgbClr val="0F863B"/>
                  </a:solidFill>
                </a:ln>
              </a:rPr>
              <a:t>数据说明</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500" fill="hold"/>
                                        <p:tgtEl>
                                          <p:spTgt spid="6"/>
                                        </p:tgtEl>
                                        <p:attrNameLst>
                                          <p:attrName>ppt_w</p:attrName>
                                        </p:attrNameLst>
                                      </p:cBhvr>
                                      <p:tavLst>
                                        <p:tav tm="0">
                                          <p:val>
                                            <p:fltVal val="0"/>
                                          </p:val>
                                        </p:tav>
                                        <p:tav tm="100000">
                                          <p:val>
                                            <p:strVal val="#ppt_w"/>
                                          </p:val>
                                        </p:tav>
                                      </p:tavLst>
                                    </p:anim>
                                    <p:anim calcmode="lin" valueType="num">
                                      <p:cBhvr>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childTnLst>
                                </p:cTn>
                              </p:par>
                            </p:childTnLst>
                          </p:cTn>
                        </p:par>
                        <p:par>
                          <p:cTn id="13" fill="hold">
                            <p:stCondLst>
                              <p:cond delay="500"/>
                            </p:stCondLst>
                            <p:childTnLst>
                              <p:par>
                                <p:cTn id="14" presetID="2" presetClass="entr" presetSubtype="2" fill="hold" grpId="0" nodeType="afterEffect">
                                  <p:stCondLst>
                                    <p:cond delay="0"/>
                                  </p:stCondLst>
                                  <p:iterate type="lt">
                                    <p:tmPct val="10000"/>
                                  </p:iterate>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1+#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02 </a:t>
            </a:r>
            <a:r>
              <a:rPr lang="zh-CN" altLang="en-US" sz="3200" b="1">
                <a:solidFill>
                  <a:srgbClr val="0F863B"/>
                </a:solidFill>
                <a:latin typeface="黑体" panose="02010609060101010101" charset="-122"/>
                <a:ea typeface="黑体" panose="02010609060101010101" charset="-122"/>
              </a:rPr>
              <a:t>数据说明</a:t>
            </a:r>
          </a:p>
        </p:txBody>
      </p:sp>
      <p:sp>
        <p:nvSpPr>
          <p:cNvPr id="7" name="文本框 6"/>
          <p:cNvSpPr txBox="1"/>
          <p:nvPr/>
        </p:nvSpPr>
        <p:spPr>
          <a:xfrm>
            <a:off x="710565" y="1058545"/>
            <a:ext cx="10571480" cy="1337945"/>
          </a:xfrm>
          <a:prstGeom prst="rect">
            <a:avLst/>
          </a:prstGeom>
          <a:noFill/>
        </p:spPr>
        <p:txBody>
          <a:bodyPr wrap="square" rtlCol="0" anchor="t">
            <a:spAutoFit/>
          </a:bodyPr>
          <a:lstStyle/>
          <a:p>
            <a:pPr fontAlgn="auto">
              <a:lnSpc>
                <a:spcPct val="150000"/>
              </a:lnSpc>
            </a:pPr>
            <a:r>
              <a:rPr lang="en-US" altLang="zh-CN" dirty="0"/>
              <a:t>    </a:t>
            </a:r>
            <a:r>
              <a:rPr lang="zh-CN" altLang="en-US" dirty="0">
                <a:solidFill>
                  <a:srgbClr val="595959"/>
                </a:solidFill>
                <a:latin typeface="方正静蕾简体"/>
                <a:ea typeface="方正静蕾简体"/>
                <a:cs typeface="+mn-ea"/>
                <a:sym typeface="+mn-ea"/>
              </a:rPr>
              <a:t>本部分以华兴玻璃30秒钟数据为例进行分析。</a:t>
            </a:r>
            <a:r>
              <a:rPr lang="zh-CN" altLang="en-US" dirty="0">
                <a:solidFill>
                  <a:srgbClr val="595959"/>
                </a:solidFill>
                <a:latin typeface="方正静蕾简体"/>
                <a:ea typeface="方正静蕾简体"/>
                <a:cs typeface="+mn-ea"/>
              </a:rPr>
              <a:t>烟气部分数据的采集时间间隔有30秒和60分钟两种类型，包含数据采集的时间、采集时的气压，涉及的因子包含烟尘、烟流速、烟排量、烟温度、氧、氮氧化物、二氧化硫、64、time1共9个因子。</a:t>
            </a:r>
            <a:endParaRPr lang="zh-CN" altLang="en-US" dirty="0"/>
          </a:p>
        </p:txBody>
      </p:sp>
      <p:graphicFrame>
        <p:nvGraphicFramePr>
          <p:cNvPr id="9" name="表格 8"/>
          <p:cNvGraphicFramePr/>
          <p:nvPr>
            <p:custDataLst>
              <p:tags r:id="rId1"/>
            </p:custDataLst>
            <p:extLst>
              <p:ext uri="{D42A27DB-BD31-4B8C-83A1-F6EECF244321}">
                <p14:modId xmlns:p14="http://schemas.microsoft.com/office/powerpoint/2010/main" val="1298039188"/>
              </p:ext>
            </p:extLst>
          </p:nvPr>
        </p:nvGraphicFramePr>
        <p:xfrm>
          <a:off x="2224723" y="2484120"/>
          <a:ext cx="7793355" cy="3785870"/>
        </p:xfrm>
        <a:graphic>
          <a:graphicData uri="http://schemas.openxmlformats.org/drawingml/2006/table">
            <a:tbl>
              <a:tblPr firstRow="1" bandRow="1">
                <a:tableStyleId>{912C8C85-51F0-491E-9774-3900AFEF0FD7}</a:tableStyleId>
              </a:tblPr>
              <a:tblGrid>
                <a:gridCol w="1193165">
                  <a:extLst>
                    <a:ext uri="{9D8B030D-6E8A-4147-A177-3AD203B41FA5}">
                      <a16:colId xmlns:a16="http://schemas.microsoft.com/office/drawing/2014/main" val="20000"/>
                    </a:ext>
                  </a:extLst>
                </a:gridCol>
                <a:gridCol w="1597025">
                  <a:extLst>
                    <a:ext uri="{9D8B030D-6E8A-4147-A177-3AD203B41FA5}">
                      <a16:colId xmlns:a16="http://schemas.microsoft.com/office/drawing/2014/main" val="20001"/>
                    </a:ext>
                  </a:extLst>
                </a:gridCol>
                <a:gridCol w="3053715">
                  <a:extLst>
                    <a:ext uri="{9D8B030D-6E8A-4147-A177-3AD203B41FA5}">
                      <a16:colId xmlns:a16="http://schemas.microsoft.com/office/drawing/2014/main" val="20002"/>
                    </a:ext>
                  </a:extLst>
                </a:gridCol>
                <a:gridCol w="1949450">
                  <a:extLst>
                    <a:ext uri="{9D8B030D-6E8A-4147-A177-3AD203B41FA5}">
                      <a16:colId xmlns:a16="http://schemas.microsoft.com/office/drawing/2014/main" val="20003"/>
                    </a:ext>
                  </a:extLst>
                </a:gridCol>
              </a:tblGrid>
              <a:tr h="395605">
                <a:tc>
                  <a:txBody>
                    <a:bodyPr/>
                    <a:lstStyle/>
                    <a:p>
                      <a:pPr indent="0" algn="ctr">
                        <a:buNone/>
                      </a:pPr>
                      <a:r>
                        <a:rPr lang="en-US" sz="1800">
                          <a:solidFill>
                            <a:schemeClr val="bg1">
                              <a:lumMod val="95000"/>
                            </a:schemeClr>
                          </a:solidFill>
                          <a:latin typeface="黑体" panose="02010609060101010101" charset="-122"/>
                          <a:ea typeface="黑体" panose="02010609060101010101" charset="-122"/>
                        </a:rPr>
                        <a:t>字段名称</a:t>
                      </a:r>
                      <a:endParaRPr lang="en-US" altLang="en-US" sz="1800">
                        <a:solidFill>
                          <a:schemeClr val="bg1">
                            <a:lumMod val="95000"/>
                          </a:schemeClr>
                        </a:solidFill>
                        <a:latin typeface="黑体" panose="02010609060101010101" charset="-122"/>
                        <a:ea typeface="黑体" panose="02010609060101010101" charset="-122"/>
                      </a:endParaRPr>
                    </a:p>
                  </a:txBody>
                  <a:tcPr marL="68580" marR="68580" marT="0" marB="0">
                    <a:solidFill>
                      <a:srgbClr val="0F863B"/>
                    </a:solidFill>
                  </a:tcPr>
                </a:tc>
                <a:tc>
                  <a:txBody>
                    <a:bodyPr/>
                    <a:lstStyle/>
                    <a:p>
                      <a:pPr indent="0" algn="ctr">
                        <a:buNone/>
                      </a:pPr>
                      <a:r>
                        <a:rPr lang="en-US" sz="1800">
                          <a:solidFill>
                            <a:schemeClr val="bg1">
                              <a:lumMod val="95000"/>
                            </a:schemeClr>
                          </a:solidFill>
                          <a:latin typeface="黑体" panose="02010609060101010101" charset="-122"/>
                          <a:ea typeface="黑体" panose="02010609060101010101" charset="-122"/>
                        </a:rPr>
                        <a:t>详细说明</a:t>
                      </a:r>
                      <a:endParaRPr lang="en-US" altLang="en-US" sz="1800">
                        <a:solidFill>
                          <a:schemeClr val="bg1">
                            <a:lumMod val="95000"/>
                          </a:schemeClr>
                        </a:solidFill>
                        <a:latin typeface="黑体" panose="02010609060101010101" charset="-122"/>
                        <a:ea typeface="黑体" panose="02010609060101010101" charset="-122"/>
                      </a:endParaRPr>
                    </a:p>
                  </a:txBody>
                  <a:tcPr marL="68580" marR="68580" marT="0" marB="0">
                    <a:solidFill>
                      <a:srgbClr val="0F863B"/>
                    </a:solidFill>
                  </a:tcPr>
                </a:tc>
                <a:tc>
                  <a:txBody>
                    <a:bodyPr/>
                    <a:lstStyle/>
                    <a:p>
                      <a:pPr indent="0" algn="ctr">
                        <a:buNone/>
                      </a:pPr>
                      <a:r>
                        <a:rPr lang="en-US" sz="1800">
                          <a:solidFill>
                            <a:schemeClr val="bg1">
                              <a:lumMod val="95000"/>
                            </a:schemeClr>
                          </a:solidFill>
                          <a:latin typeface="黑体" panose="02010609060101010101" charset="-122"/>
                          <a:ea typeface="黑体" panose="02010609060101010101" charset="-122"/>
                        </a:rPr>
                        <a:t>取值范围</a:t>
                      </a:r>
                      <a:endParaRPr lang="en-US" altLang="en-US" sz="1800">
                        <a:solidFill>
                          <a:schemeClr val="bg1">
                            <a:lumMod val="95000"/>
                          </a:schemeClr>
                        </a:solidFill>
                        <a:latin typeface="黑体" panose="02010609060101010101" charset="-122"/>
                        <a:ea typeface="黑体" panose="02010609060101010101" charset="-122"/>
                      </a:endParaRPr>
                    </a:p>
                  </a:txBody>
                  <a:tcPr marL="68580" marR="68580" marT="0" marB="0">
                    <a:solidFill>
                      <a:srgbClr val="0F863B"/>
                    </a:solidFill>
                  </a:tcPr>
                </a:tc>
                <a:tc>
                  <a:txBody>
                    <a:bodyPr/>
                    <a:lstStyle/>
                    <a:p>
                      <a:pPr indent="0" algn="ctr">
                        <a:buNone/>
                      </a:pPr>
                      <a:r>
                        <a:rPr lang="en-US" sz="1800">
                          <a:solidFill>
                            <a:schemeClr val="bg1">
                              <a:lumMod val="95000"/>
                            </a:schemeClr>
                          </a:solidFill>
                          <a:latin typeface="黑体" panose="02010609060101010101" charset="-122"/>
                          <a:ea typeface="黑体" panose="02010609060101010101" charset="-122"/>
                        </a:rPr>
                        <a:t>备注</a:t>
                      </a:r>
                      <a:endParaRPr lang="en-US" altLang="en-US" sz="1800">
                        <a:solidFill>
                          <a:schemeClr val="bg1">
                            <a:lumMod val="95000"/>
                          </a:schemeClr>
                        </a:solidFill>
                        <a:latin typeface="黑体" panose="02010609060101010101" charset="-122"/>
                        <a:ea typeface="黑体" panose="02010609060101010101" charset="-122"/>
                      </a:endParaRPr>
                    </a:p>
                  </a:txBody>
                  <a:tcPr marL="68580" marR="68580" marT="0" marB="0">
                    <a:solidFill>
                      <a:srgbClr val="0F863B"/>
                    </a:solidFill>
                  </a:tcPr>
                </a:tc>
                <a:extLst>
                  <a:ext uri="{0D108BD9-81ED-4DB2-BD59-A6C34878D82A}">
                    <a16:rowId xmlns:a16="http://schemas.microsoft.com/office/drawing/2014/main" val="10000"/>
                  </a:ext>
                </a:extLst>
              </a:tr>
              <a:tr h="678180">
                <a:tc>
                  <a:txBody>
                    <a:bodyPr/>
                    <a:lstStyle/>
                    <a:p>
                      <a:pPr indent="0" algn="ctr">
                        <a:buNone/>
                      </a:pPr>
                      <a:r>
                        <a:rPr lang="en-US" sz="1800">
                          <a:latin typeface="黑体" panose="02010609060101010101" charset="-122"/>
                          <a:ea typeface="黑体" panose="02010609060101010101" charset="-122"/>
                        </a:rPr>
                        <a:t>Data Time</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间隔5分钟</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tc>
                  <a:txBody>
                    <a:bodyPr/>
                    <a:lstStyle/>
                    <a:p>
                      <a:pPr indent="0" algn="ctr">
                        <a:buNone/>
                      </a:pPr>
                      <a:r>
                        <a:rPr lang="en-US" sz="1800" dirty="0">
                          <a:latin typeface="黑体" panose="02010609060101010101" charset="-122"/>
                          <a:ea typeface="黑体" panose="02010609060101010101" charset="-122"/>
                        </a:rPr>
                        <a:t>2017-08-01 00:00:1~ 2018-08-01 00:25:1</a:t>
                      </a:r>
                      <a:endParaRPr lang="en-US" altLang="en-US" sz="1800" dirty="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 </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1"/>
                  </a:ext>
                </a:extLst>
              </a:tr>
              <a:tr h="338455">
                <a:tc>
                  <a:txBody>
                    <a:bodyPr/>
                    <a:lstStyle/>
                    <a:p>
                      <a:pPr indent="0" algn="ctr">
                        <a:buNone/>
                      </a:pPr>
                      <a:r>
                        <a:rPr lang="en-US" sz="1800">
                          <a:latin typeface="黑体" panose="02010609060101010101" charset="-122"/>
                          <a:ea typeface="黑体" panose="02010609060101010101" charset="-122"/>
                        </a:rPr>
                        <a:t>二氧化硫</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单位：mg/m3</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0~300</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标准：300</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2"/>
                  </a:ext>
                </a:extLst>
              </a:tr>
              <a:tr h="339090">
                <a:tc>
                  <a:txBody>
                    <a:bodyPr/>
                    <a:lstStyle/>
                    <a:p>
                      <a:pPr indent="0" algn="ctr">
                        <a:buNone/>
                      </a:pPr>
                      <a:r>
                        <a:rPr lang="en-US" sz="1800">
                          <a:latin typeface="黑体" panose="02010609060101010101" charset="-122"/>
                          <a:ea typeface="黑体" panose="02010609060101010101" charset="-122"/>
                        </a:rPr>
                        <a:t>气压</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Mpa</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-5000~328.83</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均值为-502.75</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3"/>
                  </a:ext>
                </a:extLst>
              </a:tr>
              <a:tr h="339090">
                <a:tc>
                  <a:txBody>
                    <a:bodyPr/>
                    <a:lstStyle/>
                    <a:p>
                      <a:pPr indent="0" algn="ctr">
                        <a:buNone/>
                      </a:pPr>
                      <a:r>
                        <a:rPr lang="en-US" sz="1800">
                          <a:latin typeface="黑体" panose="02010609060101010101" charset="-122"/>
                          <a:ea typeface="黑体" panose="02010609060101010101" charset="-122"/>
                        </a:rPr>
                        <a:t>氧</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0~21.13</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均值为15.77</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4"/>
                  </a:ext>
                </a:extLst>
              </a:tr>
              <a:tr h="339090">
                <a:tc>
                  <a:txBody>
                    <a:bodyPr/>
                    <a:lstStyle/>
                    <a:p>
                      <a:pPr indent="0" algn="ctr">
                        <a:buNone/>
                      </a:pPr>
                      <a:r>
                        <a:rPr lang="en-US" sz="1800">
                          <a:latin typeface="黑体" panose="02010609060101010101" charset="-122"/>
                          <a:ea typeface="黑体" panose="02010609060101010101" charset="-122"/>
                        </a:rPr>
                        <a:t>氮氧化物</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单位：mg/m3</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0~468.44</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标准：200</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5"/>
                  </a:ext>
                </a:extLst>
              </a:tr>
              <a:tr h="339090">
                <a:tc>
                  <a:txBody>
                    <a:bodyPr/>
                    <a:lstStyle/>
                    <a:p>
                      <a:pPr indent="0" algn="ctr">
                        <a:buNone/>
                      </a:pPr>
                      <a:r>
                        <a:rPr lang="en-US" sz="1800">
                          <a:latin typeface="黑体" panose="02010609060101010101" charset="-122"/>
                          <a:ea typeface="黑体" panose="02010609060101010101" charset="-122"/>
                        </a:rPr>
                        <a:t>烟尘</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单位：mg/m3</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0~32.93</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标准：30</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6"/>
                  </a:ext>
                </a:extLst>
              </a:tr>
              <a:tr h="339090">
                <a:tc>
                  <a:txBody>
                    <a:bodyPr/>
                    <a:lstStyle/>
                    <a:p>
                      <a:pPr indent="0" algn="ctr">
                        <a:buNone/>
                      </a:pPr>
                      <a:r>
                        <a:rPr lang="en-US" sz="1800">
                          <a:latin typeface="黑体" panose="02010609060101010101" charset="-122"/>
                          <a:ea typeface="黑体" panose="02010609060101010101" charset="-122"/>
                        </a:rPr>
                        <a:t>烟排量</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M3/s</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0~8.46</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均值为4.339</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7"/>
                  </a:ext>
                </a:extLst>
              </a:tr>
              <a:tr h="339090">
                <a:tc>
                  <a:txBody>
                    <a:bodyPr/>
                    <a:lstStyle/>
                    <a:p>
                      <a:pPr indent="0" algn="ctr">
                        <a:buNone/>
                      </a:pPr>
                      <a:r>
                        <a:rPr lang="en-US" altLang="en-US" sz="1800">
                          <a:latin typeface="黑体" panose="02010609060101010101" charset="-122"/>
                          <a:ea typeface="黑体" panose="02010609060101010101" charset="-122"/>
                        </a:rPr>
                        <a:t>烟流速</a:t>
                      </a:r>
                    </a:p>
                  </a:txBody>
                  <a:tcPr marL="68580" marR="68580" marT="0" marB="0"/>
                </a:tc>
                <a:tc>
                  <a:txBody>
                    <a:bodyPr/>
                    <a:lstStyle/>
                    <a:p>
                      <a:pPr indent="0" algn="ctr">
                        <a:buNone/>
                      </a:pPr>
                      <a:r>
                        <a:rPr lang="en-US" sz="1800">
                          <a:latin typeface="黑体" panose="02010609060101010101" charset="-122"/>
                          <a:ea typeface="黑体" panose="02010609060101010101" charset="-122"/>
                        </a:rPr>
                        <a:t>m/s</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0~30</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均值为20.88</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8"/>
                  </a:ext>
                </a:extLst>
              </a:tr>
              <a:tr h="339090">
                <a:tc>
                  <a:txBody>
                    <a:bodyPr/>
                    <a:lstStyle/>
                    <a:p>
                      <a:pPr indent="0" algn="ctr">
                        <a:buNone/>
                      </a:pPr>
                      <a:r>
                        <a:rPr lang="en-US" sz="1800">
                          <a:latin typeface="黑体" panose="02010609060101010101" charset="-122"/>
                          <a:ea typeface="黑体" panose="02010609060101010101" charset="-122"/>
                        </a:rPr>
                        <a:t>烟温度</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cs typeface="黑体" panose="02010609060101010101" charset="-122"/>
                        </a:rPr>
                        <a:t>°C</a:t>
                      </a:r>
                      <a:endParaRPr lang="en-US" altLang="en-US" sz="1800">
                        <a:latin typeface="黑体" panose="02010609060101010101" charset="-122"/>
                        <a:ea typeface="黑体" panose="02010609060101010101" charset="-122"/>
                        <a:cs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0~300</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dirty="0">
                          <a:latin typeface="黑体" panose="02010609060101010101" charset="-122"/>
                          <a:ea typeface="黑体" panose="02010609060101010101" charset="-122"/>
                          <a:cs typeface="黑体" panose="02010609060101010101" charset="-122"/>
                        </a:rPr>
                        <a:t>均值为86.29</a:t>
                      </a:r>
                      <a:endParaRPr lang="en-US" altLang="en-US" sz="1800" dirty="0">
                        <a:latin typeface="黑体" panose="02010609060101010101" charset="-122"/>
                        <a:ea typeface="黑体" panose="02010609060101010101" charset="-122"/>
                        <a:cs typeface="黑体" panose="02010609060101010101" charset="-122"/>
                      </a:endParaRPr>
                    </a:p>
                  </a:txBody>
                  <a:tcPr marL="68580" marR="68580" marT="0" marB="0"/>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文本框 419"/>
          <p:cNvSpPr txBox="1"/>
          <p:nvPr/>
        </p:nvSpPr>
        <p:spPr>
          <a:xfrm>
            <a:off x="108521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sp>
        <p:nvSpPr>
          <p:cNvPr id="421" name="文本框 420"/>
          <p:cNvSpPr txBox="1"/>
          <p:nvPr/>
        </p:nvSpPr>
        <p:spPr>
          <a:xfrm>
            <a:off x="118300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02 </a:t>
            </a:r>
            <a:r>
              <a:rPr lang="zh-CN" altLang="en-US" sz="3200" b="1">
                <a:solidFill>
                  <a:srgbClr val="0F863B"/>
                </a:solidFill>
                <a:latin typeface="黑体" panose="02010609060101010101" charset="-122"/>
                <a:ea typeface="黑体" panose="02010609060101010101" charset="-122"/>
              </a:rPr>
              <a:t>数据说明</a:t>
            </a:r>
          </a:p>
        </p:txBody>
      </p:sp>
      <p:graphicFrame>
        <p:nvGraphicFramePr>
          <p:cNvPr id="422" name="表格 421"/>
          <p:cNvGraphicFramePr/>
          <p:nvPr>
            <p:custDataLst>
              <p:tags r:id="rId1"/>
            </p:custDataLst>
          </p:nvPr>
        </p:nvGraphicFramePr>
        <p:xfrm>
          <a:off x="2560002" y="2342515"/>
          <a:ext cx="7160895" cy="3585845"/>
        </p:xfrm>
        <a:graphic>
          <a:graphicData uri="http://schemas.openxmlformats.org/drawingml/2006/table">
            <a:tbl>
              <a:tblPr firstRow="1" bandRow="1">
                <a:tableStyleId>{912C8C85-51F0-491E-9774-3900AFEF0FD7}</a:tableStyleId>
              </a:tblPr>
              <a:tblGrid>
                <a:gridCol w="1789430">
                  <a:extLst>
                    <a:ext uri="{9D8B030D-6E8A-4147-A177-3AD203B41FA5}">
                      <a16:colId xmlns:a16="http://schemas.microsoft.com/office/drawing/2014/main" val="20000"/>
                    </a:ext>
                  </a:extLst>
                </a:gridCol>
                <a:gridCol w="1789430">
                  <a:extLst>
                    <a:ext uri="{9D8B030D-6E8A-4147-A177-3AD203B41FA5}">
                      <a16:colId xmlns:a16="http://schemas.microsoft.com/office/drawing/2014/main" val="20001"/>
                    </a:ext>
                  </a:extLst>
                </a:gridCol>
                <a:gridCol w="1792605">
                  <a:extLst>
                    <a:ext uri="{9D8B030D-6E8A-4147-A177-3AD203B41FA5}">
                      <a16:colId xmlns:a16="http://schemas.microsoft.com/office/drawing/2014/main" val="20002"/>
                    </a:ext>
                  </a:extLst>
                </a:gridCol>
                <a:gridCol w="1789430">
                  <a:extLst>
                    <a:ext uri="{9D8B030D-6E8A-4147-A177-3AD203B41FA5}">
                      <a16:colId xmlns:a16="http://schemas.microsoft.com/office/drawing/2014/main" val="20003"/>
                    </a:ext>
                  </a:extLst>
                </a:gridCol>
              </a:tblGrid>
              <a:tr h="503555">
                <a:tc>
                  <a:txBody>
                    <a:bodyPr/>
                    <a:lstStyle/>
                    <a:p>
                      <a:pPr indent="0" algn="ctr">
                        <a:buNone/>
                      </a:pPr>
                      <a:r>
                        <a:rPr lang="en-US" sz="1800">
                          <a:latin typeface="黑体" panose="02010609060101010101" charset="-122"/>
                          <a:ea typeface="黑体" panose="02010609060101010101" charset="-122"/>
                        </a:rPr>
                        <a:t>指标</a:t>
                      </a:r>
                      <a:endParaRPr lang="en-US" altLang="en-US" sz="1800">
                        <a:latin typeface="黑体" panose="02010609060101010101" charset="-122"/>
                        <a:ea typeface="黑体" panose="02010609060101010101" charset="-122"/>
                      </a:endParaRPr>
                    </a:p>
                  </a:txBody>
                  <a:tcPr marL="68580" marR="68580" marT="0" marB="0">
                    <a:solidFill>
                      <a:srgbClr val="0F863B"/>
                    </a:solidFill>
                  </a:tcPr>
                </a:tc>
                <a:tc>
                  <a:txBody>
                    <a:bodyPr/>
                    <a:lstStyle/>
                    <a:p>
                      <a:pPr indent="0" algn="ctr">
                        <a:buNone/>
                      </a:pPr>
                      <a:r>
                        <a:rPr lang="en-US" sz="1800">
                          <a:latin typeface="黑体" panose="02010609060101010101" charset="-122"/>
                          <a:ea typeface="黑体" panose="02010609060101010101" charset="-122"/>
                        </a:rPr>
                        <a:t>氮氧化物</a:t>
                      </a:r>
                      <a:endParaRPr lang="en-US" altLang="en-US" sz="1800">
                        <a:latin typeface="黑体" panose="02010609060101010101" charset="-122"/>
                        <a:ea typeface="黑体" panose="02010609060101010101" charset="-122"/>
                      </a:endParaRPr>
                    </a:p>
                  </a:txBody>
                  <a:tcPr marL="68580" marR="68580" marT="0" marB="0">
                    <a:solidFill>
                      <a:srgbClr val="0F863B"/>
                    </a:solidFill>
                  </a:tcPr>
                </a:tc>
                <a:tc>
                  <a:txBody>
                    <a:bodyPr/>
                    <a:lstStyle/>
                    <a:p>
                      <a:pPr indent="0" algn="ctr">
                        <a:buNone/>
                      </a:pPr>
                      <a:r>
                        <a:rPr lang="en-US" sz="1800">
                          <a:latin typeface="黑体" panose="02010609060101010101" charset="-122"/>
                          <a:ea typeface="黑体" panose="02010609060101010101" charset="-122"/>
                        </a:rPr>
                        <a:t>二氧化硫</a:t>
                      </a:r>
                      <a:endParaRPr lang="en-US" altLang="en-US" sz="1800">
                        <a:latin typeface="黑体" panose="02010609060101010101" charset="-122"/>
                        <a:ea typeface="黑体" panose="02010609060101010101" charset="-122"/>
                      </a:endParaRPr>
                    </a:p>
                  </a:txBody>
                  <a:tcPr marL="68580" marR="68580" marT="0" marB="0">
                    <a:solidFill>
                      <a:srgbClr val="0F863B"/>
                    </a:solidFill>
                  </a:tcPr>
                </a:tc>
                <a:tc>
                  <a:txBody>
                    <a:bodyPr/>
                    <a:lstStyle/>
                    <a:p>
                      <a:pPr indent="0" algn="ctr">
                        <a:buNone/>
                      </a:pPr>
                      <a:r>
                        <a:rPr lang="en-US" sz="1800">
                          <a:latin typeface="黑体" panose="02010609060101010101" charset="-122"/>
                          <a:ea typeface="黑体" panose="02010609060101010101" charset="-122"/>
                        </a:rPr>
                        <a:t>烟尘</a:t>
                      </a:r>
                      <a:endParaRPr lang="en-US" altLang="en-US" sz="1800">
                        <a:latin typeface="黑体" panose="02010609060101010101" charset="-122"/>
                        <a:ea typeface="黑体" panose="02010609060101010101" charset="-122"/>
                      </a:endParaRPr>
                    </a:p>
                  </a:txBody>
                  <a:tcPr marL="68580" marR="68580" marT="0" marB="0">
                    <a:solidFill>
                      <a:srgbClr val="0F863B"/>
                    </a:solidFill>
                  </a:tcPr>
                </a:tc>
                <a:extLst>
                  <a:ext uri="{0D108BD9-81ED-4DB2-BD59-A6C34878D82A}">
                    <a16:rowId xmlns:a16="http://schemas.microsoft.com/office/drawing/2014/main" val="10000"/>
                  </a:ext>
                </a:extLst>
              </a:tr>
              <a:tr h="513715">
                <a:tc>
                  <a:txBody>
                    <a:bodyPr/>
                    <a:lstStyle/>
                    <a:p>
                      <a:pPr indent="0" algn="ctr">
                        <a:buNone/>
                      </a:pPr>
                      <a:r>
                        <a:rPr lang="en-US" sz="1800">
                          <a:latin typeface="黑体" panose="02010609060101010101" charset="-122"/>
                          <a:ea typeface="黑体" panose="02010609060101010101" charset="-122"/>
                        </a:rPr>
                        <a:t>Min</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0</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1"/>
                  </a:ext>
                </a:extLst>
              </a:tr>
              <a:tr h="513715">
                <a:tc>
                  <a:txBody>
                    <a:bodyPr/>
                    <a:lstStyle/>
                    <a:p>
                      <a:pPr indent="0" algn="ctr">
                        <a:buNone/>
                      </a:pPr>
                      <a:r>
                        <a:rPr lang="en-US" sz="1800">
                          <a:latin typeface="黑体" panose="02010609060101010101" charset="-122"/>
                          <a:ea typeface="黑体" panose="02010609060101010101" charset="-122"/>
                        </a:rPr>
                        <a:t>1st Qu</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3.43</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2</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6.28</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2"/>
                  </a:ext>
                </a:extLst>
              </a:tr>
              <a:tr h="513715">
                <a:tc>
                  <a:txBody>
                    <a:bodyPr/>
                    <a:lstStyle/>
                    <a:p>
                      <a:pPr indent="0" algn="ctr">
                        <a:buNone/>
                      </a:pPr>
                      <a:r>
                        <a:rPr lang="en-US" sz="1800">
                          <a:latin typeface="黑体" panose="02010609060101010101" charset="-122"/>
                          <a:ea typeface="黑体" panose="02010609060101010101" charset="-122"/>
                        </a:rPr>
                        <a:t>Median</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36.98</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20.11</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8.04</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3"/>
                  </a:ext>
                </a:extLst>
              </a:tr>
              <a:tr h="513715">
                <a:tc>
                  <a:txBody>
                    <a:bodyPr/>
                    <a:lstStyle/>
                    <a:p>
                      <a:pPr indent="0" algn="ctr">
                        <a:buNone/>
                      </a:pPr>
                      <a:r>
                        <a:rPr lang="en-US" sz="1800">
                          <a:latin typeface="黑体" panose="02010609060101010101" charset="-122"/>
                          <a:ea typeface="黑体" panose="02010609060101010101" charset="-122"/>
                        </a:rPr>
                        <a:t>Mean</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37.74</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38.06</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8.986</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4"/>
                  </a:ext>
                </a:extLst>
              </a:tr>
              <a:tr h="513715">
                <a:tc>
                  <a:txBody>
                    <a:bodyPr/>
                    <a:lstStyle/>
                    <a:p>
                      <a:pPr indent="0" algn="ctr">
                        <a:buNone/>
                      </a:pPr>
                      <a:r>
                        <a:rPr lang="en-US" sz="1800">
                          <a:latin typeface="黑体" panose="02010609060101010101" charset="-122"/>
                          <a:ea typeface="黑体" panose="02010609060101010101" charset="-122"/>
                        </a:rPr>
                        <a:t>3rd Qu</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67.66</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62.71</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11.280</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5"/>
                  </a:ext>
                </a:extLst>
              </a:tr>
              <a:tr h="513715">
                <a:tc>
                  <a:txBody>
                    <a:bodyPr/>
                    <a:lstStyle/>
                    <a:p>
                      <a:pPr indent="0" algn="ctr">
                        <a:buNone/>
                      </a:pPr>
                      <a:r>
                        <a:rPr lang="en-US" sz="1800">
                          <a:latin typeface="黑体" panose="02010609060101010101" charset="-122"/>
                          <a:ea typeface="黑体" panose="02010609060101010101" charset="-122"/>
                        </a:rPr>
                        <a:t>Max</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424.02</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1372.8</a:t>
                      </a:r>
                      <a:endParaRPr lang="en-US" altLang="en-US" sz="1800">
                        <a:latin typeface="黑体" panose="02010609060101010101" charset="-122"/>
                        <a:ea typeface="黑体" panose="02010609060101010101" charset="-122"/>
                      </a:endParaRPr>
                    </a:p>
                  </a:txBody>
                  <a:tcPr marL="68580" marR="68580" marT="0" marB="0"/>
                </a:tc>
                <a:tc>
                  <a:txBody>
                    <a:bodyPr/>
                    <a:lstStyle/>
                    <a:p>
                      <a:pPr indent="0" algn="ctr">
                        <a:buNone/>
                      </a:pPr>
                      <a:r>
                        <a:rPr lang="en-US" sz="1800">
                          <a:latin typeface="黑体" panose="02010609060101010101" charset="-122"/>
                          <a:ea typeface="黑体" panose="02010609060101010101" charset="-122"/>
                        </a:rPr>
                        <a:t>185.43</a:t>
                      </a:r>
                      <a:endParaRPr lang="en-US" altLang="en-US" sz="1800">
                        <a:latin typeface="黑体" panose="02010609060101010101" charset="-122"/>
                        <a:ea typeface="黑体" panose="02010609060101010101" charset="-122"/>
                      </a:endParaRPr>
                    </a:p>
                  </a:txBody>
                  <a:tcPr marL="68580" marR="68580" marT="0" marB="0"/>
                </a:tc>
                <a:extLst>
                  <a:ext uri="{0D108BD9-81ED-4DB2-BD59-A6C34878D82A}">
                    <a16:rowId xmlns:a16="http://schemas.microsoft.com/office/drawing/2014/main" val="10006"/>
                  </a:ext>
                </a:extLst>
              </a:tr>
            </a:tbl>
          </a:graphicData>
        </a:graphic>
      </p:graphicFrame>
      <p:sp>
        <p:nvSpPr>
          <p:cNvPr id="423" name="文本框 422"/>
          <p:cNvSpPr txBox="1"/>
          <p:nvPr/>
        </p:nvSpPr>
        <p:spPr>
          <a:xfrm>
            <a:off x="1085059" y="1226426"/>
            <a:ext cx="7856186" cy="583565"/>
          </a:xfrm>
          <a:prstGeom prst="rect">
            <a:avLst/>
          </a:prstGeom>
          <a:noFill/>
        </p:spPr>
        <p:txBody>
          <a:bodyPr>
            <a:spAutoFit/>
          </a:bodyPr>
          <a:lstStyle/>
          <a:p>
            <a:r>
              <a:rPr lang="zh-CN" altLang="en-US" sz="2000" dirty="0">
                <a:solidFill>
                  <a:srgbClr val="595959"/>
                </a:solidFill>
                <a:latin typeface="+mn-lt"/>
                <a:ea typeface="+mn-ea"/>
                <a:cs typeface="+mn-ea"/>
                <a:sym typeface="+mn-lt"/>
              </a:rPr>
              <a:t>氮氧化物</a:t>
            </a:r>
            <a:r>
              <a:rPr lang="en-US" altLang="zh-CN" sz="2000" dirty="0">
                <a:solidFill>
                  <a:srgbClr val="595959"/>
                </a:solidFill>
                <a:latin typeface="+mn-lt"/>
                <a:ea typeface="+mn-ea"/>
                <a:cs typeface="+mn-ea"/>
                <a:sym typeface="+mn-lt"/>
              </a:rPr>
              <a:t>,</a:t>
            </a:r>
            <a:r>
              <a:rPr lang="zh-CN" altLang="en-US" sz="2000" dirty="0">
                <a:solidFill>
                  <a:srgbClr val="595959"/>
                </a:solidFill>
                <a:latin typeface="+mn-lt"/>
                <a:ea typeface="+mn-ea"/>
                <a:cs typeface="+mn-ea"/>
                <a:sym typeface="+mn-lt"/>
              </a:rPr>
              <a:t>二氧化硫</a:t>
            </a:r>
            <a:r>
              <a:rPr lang="en-US" altLang="zh-CN" sz="2000" dirty="0">
                <a:solidFill>
                  <a:srgbClr val="595959"/>
                </a:solidFill>
                <a:latin typeface="+mn-lt"/>
                <a:ea typeface="+mn-ea"/>
                <a:cs typeface="+mn-ea"/>
                <a:sym typeface="+mn-lt"/>
              </a:rPr>
              <a:t>,</a:t>
            </a:r>
            <a:r>
              <a:rPr lang="zh-CN" altLang="en-US" sz="2000" dirty="0">
                <a:solidFill>
                  <a:srgbClr val="595959"/>
                </a:solidFill>
                <a:latin typeface="+mn-lt"/>
                <a:ea typeface="+mn-ea"/>
                <a:cs typeface="+mn-ea"/>
                <a:sym typeface="+mn-lt"/>
              </a:rPr>
              <a:t>烟尘数据基本描述</a:t>
            </a:r>
            <a:r>
              <a:rPr lang="zh-CN" altLang="en-US" sz="3200" b="1" dirty="0">
                <a:solidFill>
                  <a:srgbClr val="595959"/>
                </a:solidFill>
                <a:latin typeface="+mn-lt"/>
                <a:ea typeface="+mn-ea"/>
                <a:cs typeface="+mn-ea"/>
                <a:sym typeface="+mn-lt"/>
              </a:rPr>
              <a:t>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19" y="-292"/>
            <a:ext cx="12193057" cy="6858594"/>
          </a:xfrm>
          <a:prstGeom prst="rect">
            <a:avLst/>
          </a:prstGeom>
        </p:spPr>
      </p:pic>
      <p:sp>
        <p:nvSpPr>
          <p:cNvPr id="5" name="椭圆 4"/>
          <p:cNvSpPr/>
          <p:nvPr/>
        </p:nvSpPr>
        <p:spPr>
          <a:xfrm>
            <a:off x="6604001" y="2376479"/>
            <a:ext cx="6045200" cy="6045200"/>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4685168" y="1957379"/>
            <a:ext cx="2821683" cy="3323987"/>
          </a:xfrm>
          <a:prstGeom prst="rect">
            <a:avLst/>
          </a:prstGeom>
          <a:noFill/>
        </p:spPr>
        <p:txBody>
          <a:bodyPr wrap="square" rtlCol="0">
            <a:spAutoFit/>
          </a:bodyPr>
          <a:lstStyle/>
          <a:p>
            <a:pPr algn="ctr"/>
            <a:r>
              <a:rPr lang="en-US" altLang="zh-CN" sz="7200" b="1" dirty="0">
                <a:ln>
                  <a:solidFill>
                    <a:srgbClr val="0F863B"/>
                  </a:solidFill>
                </a:ln>
                <a:solidFill>
                  <a:schemeClr val="bg1"/>
                </a:solidFill>
                <a:effectLst>
                  <a:outerShdw blurRad="38100" dist="38100" dir="2700000" algn="tl">
                    <a:srgbClr val="000000">
                      <a:alpha val="43137"/>
                    </a:srgbClr>
                  </a:outerShdw>
                </a:effectLst>
              </a:rPr>
              <a:t>PART</a:t>
            </a:r>
          </a:p>
          <a:p>
            <a:pPr algn="ctr"/>
            <a:r>
              <a:rPr lang="en-US" altLang="zh-CN" sz="13800" b="1" dirty="0">
                <a:ln>
                  <a:solidFill>
                    <a:srgbClr val="0F863B"/>
                  </a:solidFill>
                </a:ln>
                <a:solidFill>
                  <a:schemeClr val="bg1"/>
                </a:solidFill>
                <a:effectLst>
                  <a:outerShdw blurRad="38100" dist="38100" dir="2700000" algn="tl">
                    <a:srgbClr val="000000">
                      <a:alpha val="43137"/>
                    </a:srgbClr>
                  </a:outerShdw>
                </a:effectLst>
              </a:rPr>
              <a:t>03</a:t>
            </a:r>
            <a:endParaRPr lang="zh-CN" altLang="en-US" sz="13800" b="1" dirty="0">
              <a:ln>
                <a:solidFill>
                  <a:srgbClr val="0F863B"/>
                </a:solidFill>
              </a:ln>
              <a:solidFill>
                <a:schemeClr val="bg1"/>
              </a:solidFill>
              <a:effectLst>
                <a:outerShdw blurRad="38100" dist="38100" dir="2700000" algn="tl">
                  <a:srgbClr val="000000">
                    <a:alpha val="43137"/>
                  </a:srgbClr>
                </a:outerShdw>
              </a:effectLst>
            </a:endParaRPr>
          </a:p>
        </p:txBody>
      </p:sp>
      <p:sp>
        <p:nvSpPr>
          <p:cNvPr id="7" name="文本框 6"/>
          <p:cNvSpPr txBox="1"/>
          <p:nvPr/>
        </p:nvSpPr>
        <p:spPr>
          <a:xfrm>
            <a:off x="7995385" y="3974553"/>
            <a:ext cx="3230880" cy="1014730"/>
          </a:xfrm>
          <a:prstGeom prst="rect">
            <a:avLst/>
          </a:prstGeom>
          <a:noFill/>
        </p:spPr>
        <p:txBody>
          <a:bodyPr wrap="none" rtlCol="0">
            <a:spAutoFit/>
          </a:bodyPr>
          <a:lstStyle>
            <a:defPPr>
              <a:defRPr lang="zh-CN"/>
            </a:defPPr>
            <a:lvl1pPr>
              <a:defRPr sz="6000">
                <a:blipFill>
                  <a:blip r:embed="rId4"/>
                  <a:stretch>
                    <a:fillRect/>
                  </a:stretch>
                </a:blipFill>
                <a:latin typeface="方正综艺简体" panose="02010601030101010101" pitchFamily="2" charset="-122"/>
                <a:ea typeface="方正综艺简体" panose="02010601030101010101" pitchFamily="2" charset="-122"/>
              </a:defRPr>
            </a:lvl1pPr>
          </a:lstStyle>
          <a:p>
            <a:r>
              <a:rPr lang="zh-CN" altLang="en-US" dirty="0">
                <a:ln>
                  <a:solidFill>
                    <a:srgbClr val="0F863B"/>
                  </a:solidFill>
                </a:ln>
              </a:rPr>
              <a:t>描述分析</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 presetClass="entr" presetSubtype="2"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pic>
        <p:nvPicPr>
          <p:cNvPr id="2" name="图片 1"/>
          <p:cNvPicPr>
            <a:picLocks noChangeAspect="1"/>
          </p:cNvPicPr>
          <p:nvPr/>
        </p:nvPicPr>
        <p:blipFill>
          <a:blip r:embed="rId3">
            <a:clrChange>
              <a:clrFrom>
                <a:srgbClr val="FFFFFF">
                  <a:alpha val="100000"/>
                </a:srgbClr>
              </a:clrFrom>
              <a:clrTo>
                <a:srgbClr val="FFFFFF">
                  <a:alpha val="100000"/>
                  <a:alpha val="0"/>
                </a:srgbClr>
              </a:clrTo>
            </a:clrChange>
          </a:blip>
          <a:srcRect t="2411" r="1304" b="1808"/>
          <a:stretch>
            <a:fillRect/>
          </a:stretch>
        </p:blipFill>
        <p:spPr>
          <a:xfrm>
            <a:off x="534035" y="2005965"/>
            <a:ext cx="4744720" cy="2846070"/>
          </a:xfrm>
          <a:prstGeom prst="rect">
            <a:avLst/>
          </a:prstGeom>
        </p:spPr>
      </p:pic>
      <p:pic>
        <p:nvPicPr>
          <p:cNvPr id="6" name="图片 6"/>
          <p:cNvPicPr>
            <a:picLocks noChangeAspect="1"/>
          </p:cNvPicPr>
          <p:nvPr/>
        </p:nvPicPr>
        <p:blipFill>
          <a:blip r:embed="rId4">
            <a:clrChange>
              <a:clrFrom>
                <a:srgbClr val="FFFFFF">
                  <a:alpha val="100000"/>
                </a:srgbClr>
              </a:clrFrom>
              <a:clrTo>
                <a:srgbClr val="FFFFFF">
                  <a:alpha val="100000"/>
                  <a:alpha val="0"/>
                </a:srgbClr>
              </a:clrTo>
            </a:clrChange>
          </a:blip>
          <a:srcRect b="2401"/>
          <a:stretch>
            <a:fillRect/>
          </a:stretch>
        </p:blipFill>
        <p:spPr>
          <a:xfrm>
            <a:off x="6204585" y="1586865"/>
            <a:ext cx="5353050" cy="3304540"/>
          </a:xfrm>
          <a:prstGeom prst="rect">
            <a:avLst/>
          </a:prstGeom>
        </p:spPr>
      </p:pic>
      <p:sp>
        <p:nvSpPr>
          <p:cNvPr id="100" name="文本框 99"/>
          <p:cNvSpPr txBox="1"/>
          <p:nvPr/>
        </p:nvSpPr>
        <p:spPr>
          <a:xfrm>
            <a:off x="1680210" y="4972685"/>
            <a:ext cx="5080000" cy="306705"/>
          </a:xfrm>
          <a:prstGeom prst="rect">
            <a:avLst/>
          </a:prstGeom>
          <a:noFill/>
          <a:ln w="9525">
            <a:noFill/>
          </a:ln>
        </p:spPr>
        <p:txBody>
          <a:bodyPr>
            <a:spAutoFit/>
          </a:bodyPr>
          <a:lstStyle/>
          <a:p>
            <a:pPr indent="0"/>
            <a:r>
              <a:rPr lang="zh-CN" altLang="en-US" sz="1400" b="1" dirty="0">
                <a:solidFill>
                  <a:srgbClr val="595959"/>
                </a:solidFill>
                <a:latin typeface="方正静蕾简体"/>
                <a:ea typeface="方正静蕾简体"/>
                <a:cs typeface="+mn-ea"/>
              </a:rPr>
              <a:t>氮氧化物分布折线图</a:t>
            </a:r>
            <a:endParaRPr lang="zh-CN" altLang="en-US"/>
          </a:p>
        </p:txBody>
      </p:sp>
      <p:sp>
        <p:nvSpPr>
          <p:cNvPr id="3" name="文本框 2"/>
          <p:cNvSpPr txBox="1"/>
          <p:nvPr/>
        </p:nvSpPr>
        <p:spPr>
          <a:xfrm>
            <a:off x="6689090" y="4949825"/>
            <a:ext cx="5080000" cy="306705"/>
          </a:xfrm>
          <a:prstGeom prst="rect">
            <a:avLst/>
          </a:prstGeom>
          <a:noFill/>
          <a:ln w="9525">
            <a:noFill/>
          </a:ln>
        </p:spPr>
        <p:txBody>
          <a:bodyPr>
            <a:spAutoFit/>
          </a:bodyPr>
          <a:lstStyle/>
          <a:p>
            <a:pPr indent="0" algn="ctr"/>
            <a:r>
              <a:rPr lang="zh-CN" altLang="en-US" sz="1400" b="1" dirty="0">
                <a:solidFill>
                  <a:srgbClr val="595959"/>
                </a:solidFill>
                <a:latin typeface="方正静蕾简体"/>
                <a:ea typeface="方正静蕾简体"/>
                <a:cs typeface="+mn-ea"/>
              </a:rPr>
              <a:t>氮氧化物频率分布直方图</a:t>
            </a:r>
          </a:p>
        </p:txBody>
      </p:sp>
      <p:sp>
        <p:nvSpPr>
          <p:cNvPr id="4" name="文本框 3"/>
          <p:cNvSpPr txBox="1"/>
          <p:nvPr/>
        </p:nvSpPr>
        <p:spPr>
          <a:xfrm>
            <a:off x="1031875" y="5407660"/>
            <a:ext cx="9897110" cy="1337945"/>
          </a:xfrm>
          <a:prstGeom prst="rect">
            <a:avLst/>
          </a:prstGeom>
          <a:noFill/>
          <a:ln w="9525">
            <a:noFill/>
          </a:ln>
        </p:spPr>
        <p:txBody>
          <a:bodyPr wrap="square">
            <a:spAutoFit/>
          </a:bodyPr>
          <a:lstStyle/>
          <a:p>
            <a:pPr indent="363220" fontAlgn="auto">
              <a:lnSpc>
                <a:spcPct val="150000"/>
              </a:lnSpc>
            </a:pPr>
            <a:r>
              <a:rPr lang="zh-CN" altLang="en-US" b="0" dirty="0">
                <a:solidFill>
                  <a:srgbClr val="595959"/>
                </a:solidFill>
                <a:latin typeface="方正静蕾简体"/>
                <a:ea typeface="方正静蕾简体"/>
                <a:cs typeface="+mn-ea"/>
              </a:rPr>
              <a:t>氮氧化物分布折线图我们观测到华兴玻璃氮氧化物的分布波动较大，2016年10月有一个超高值。氮氧化物频率分布直方图，我们得出华兴玻璃氮氧化物排放量绝大多数小于20，排放量20到160之间的次数呈正态分布。</a:t>
            </a:r>
            <a:endParaRPr lang="zh-CN" altLang="en-US" dirty="0"/>
          </a:p>
        </p:txBody>
      </p:sp>
      <p:sp>
        <p:nvSpPr>
          <p:cNvPr id="5" name="文本框 4"/>
          <p:cNvSpPr txBox="1"/>
          <p:nvPr/>
        </p:nvSpPr>
        <p:spPr>
          <a:xfrm>
            <a:off x="1031875" y="1098550"/>
            <a:ext cx="5080000" cy="521970"/>
          </a:xfrm>
          <a:prstGeom prst="rect">
            <a:avLst/>
          </a:prstGeom>
          <a:noFill/>
          <a:ln w="9525">
            <a:noFill/>
          </a:ln>
        </p:spPr>
        <p:txBody>
          <a:bodyPr>
            <a:spAutoFit/>
          </a:bodyPr>
          <a:lstStyle/>
          <a:p>
            <a:pPr algn="l">
              <a:buClrTx/>
              <a:buSzTx/>
              <a:buFontTx/>
            </a:pPr>
            <a:r>
              <a:rPr lang="zh-CN" altLang="en-US" sz="2800" b="1" dirty="0">
                <a:solidFill>
                  <a:srgbClr val="595959"/>
                </a:solidFill>
                <a:cs typeface="+mn-ea"/>
              </a:rPr>
              <a:t>氮氧化物</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sp>
        <p:nvSpPr>
          <p:cNvPr id="100" name="文本框 99"/>
          <p:cNvSpPr txBox="1"/>
          <p:nvPr/>
        </p:nvSpPr>
        <p:spPr>
          <a:xfrm>
            <a:off x="1812290" y="4918710"/>
            <a:ext cx="5080000" cy="306705"/>
          </a:xfrm>
          <a:prstGeom prst="rect">
            <a:avLst/>
          </a:prstGeom>
          <a:noFill/>
          <a:ln w="9525">
            <a:noFill/>
          </a:ln>
        </p:spPr>
        <p:txBody>
          <a:bodyPr>
            <a:spAutoFit/>
          </a:bodyPr>
          <a:lstStyle/>
          <a:p>
            <a:pPr indent="0"/>
            <a:r>
              <a:rPr lang="zh-CN" altLang="en-US" sz="1400" b="1" dirty="0">
                <a:solidFill>
                  <a:srgbClr val="595959"/>
                </a:solidFill>
                <a:latin typeface="方正静蕾简体"/>
                <a:ea typeface="方正静蕾简体"/>
                <a:cs typeface="+mn-ea"/>
              </a:rPr>
              <a:t>二氧化硫分布折线图</a:t>
            </a:r>
          </a:p>
        </p:txBody>
      </p:sp>
      <p:sp>
        <p:nvSpPr>
          <p:cNvPr id="3" name="文本框 2"/>
          <p:cNvSpPr txBox="1"/>
          <p:nvPr/>
        </p:nvSpPr>
        <p:spPr>
          <a:xfrm>
            <a:off x="6689090" y="4949825"/>
            <a:ext cx="5080000" cy="275590"/>
          </a:xfrm>
          <a:prstGeom prst="rect">
            <a:avLst/>
          </a:prstGeom>
          <a:noFill/>
          <a:ln w="9525">
            <a:noFill/>
          </a:ln>
        </p:spPr>
        <p:txBody>
          <a:bodyPr>
            <a:spAutoFit/>
          </a:bodyPr>
          <a:lstStyle/>
          <a:p>
            <a:pPr algn="ctr">
              <a:buClrTx/>
              <a:buSzTx/>
              <a:buFontTx/>
            </a:pPr>
            <a:r>
              <a:rPr lang="zh-CN" altLang="en-US" sz="1400" b="1" dirty="0">
                <a:solidFill>
                  <a:srgbClr val="595959"/>
                </a:solidFill>
                <a:latin typeface="方正静蕾简体"/>
                <a:ea typeface="方正静蕾简体"/>
                <a:cs typeface="+mn-ea"/>
              </a:rPr>
              <a:t>二氧化硫频率分布直方图</a:t>
            </a:r>
          </a:p>
        </p:txBody>
      </p:sp>
      <p:sp>
        <p:nvSpPr>
          <p:cNvPr id="4" name="文本框 3"/>
          <p:cNvSpPr txBox="1"/>
          <p:nvPr/>
        </p:nvSpPr>
        <p:spPr>
          <a:xfrm>
            <a:off x="1031875" y="5377180"/>
            <a:ext cx="9897110" cy="1337945"/>
          </a:xfrm>
          <a:prstGeom prst="rect">
            <a:avLst/>
          </a:prstGeom>
          <a:noFill/>
          <a:ln w="9525">
            <a:noFill/>
          </a:ln>
        </p:spPr>
        <p:txBody>
          <a:bodyPr wrap="square">
            <a:spAutoFit/>
          </a:bodyPr>
          <a:lstStyle/>
          <a:p>
            <a:pPr indent="363220" fontAlgn="auto">
              <a:lnSpc>
                <a:spcPct val="150000"/>
              </a:lnSpc>
            </a:pPr>
            <a:r>
              <a:rPr lang="zh-CN" altLang="en-US" b="0" dirty="0">
                <a:solidFill>
                  <a:srgbClr val="595959"/>
                </a:solidFill>
                <a:latin typeface="方正静蕾简体"/>
                <a:ea typeface="方正静蕾简体"/>
                <a:cs typeface="+mn-ea"/>
              </a:rPr>
              <a:t>二氧化硫分布折线图我们观测到华兴玻璃二氧化硫的分布相对平稳，2017年7月和18年的3月各一个超高值。二氧化硫频率分布直方图，我们得出华兴玻璃二氧化硫排放量绝大多数处于100以内，排放量100到200之间的次数较少，200至300之间的次数非常少。</a:t>
            </a:r>
          </a:p>
        </p:txBody>
      </p:sp>
      <p:sp>
        <p:nvSpPr>
          <p:cNvPr id="5" name="文本框 4"/>
          <p:cNvSpPr txBox="1"/>
          <p:nvPr/>
        </p:nvSpPr>
        <p:spPr>
          <a:xfrm>
            <a:off x="1031875" y="1098550"/>
            <a:ext cx="5080000" cy="521970"/>
          </a:xfrm>
          <a:prstGeom prst="rect">
            <a:avLst/>
          </a:prstGeom>
          <a:noFill/>
          <a:ln w="9525">
            <a:noFill/>
          </a:ln>
        </p:spPr>
        <p:txBody>
          <a:bodyPr>
            <a:spAutoFit/>
          </a:bodyPr>
          <a:lstStyle/>
          <a:p>
            <a:pPr algn="l">
              <a:buClrTx/>
              <a:buSzTx/>
              <a:buFontTx/>
            </a:pPr>
            <a:r>
              <a:rPr lang="zh-CN" altLang="en-US" sz="2800" b="1" dirty="0">
                <a:solidFill>
                  <a:srgbClr val="595959"/>
                </a:solidFill>
                <a:cs typeface="+mn-ea"/>
              </a:rPr>
              <a:t>二氧化硫</a:t>
            </a:r>
          </a:p>
        </p:txBody>
      </p:sp>
      <p:pic>
        <p:nvPicPr>
          <p:cNvPr id="7" name="图片 2"/>
          <p:cNvPicPr>
            <a:picLocks noChangeAspect="1"/>
          </p:cNvPicPr>
          <p:nvPr/>
        </p:nvPicPr>
        <p:blipFill>
          <a:blip r:embed="rId3">
            <a:clrChange>
              <a:clrFrom>
                <a:srgbClr val="FFFFFF">
                  <a:alpha val="100000"/>
                </a:srgbClr>
              </a:clrFrom>
              <a:clrTo>
                <a:srgbClr val="FFFFFF">
                  <a:alpha val="100000"/>
                  <a:alpha val="0"/>
                </a:srgbClr>
              </a:clrTo>
            </a:clrChange>
          </a:blip>
          <a:srcRect t="2505" r="2222"/>
          <a:stretch>
            <a:fillRect/>
          </a:stretch>
        </p:blipFill>
        <p:spPr>
          <a:xfrm>
            <a:off x="675640" y="1908810"/>
            <a:ext cx="4470400" cy="2767965"/>
          </a:xfrm>
          <a:prstGeom prst="rect">
            <a:avLst/>
          </a:prstGeom>
        </p:spPr>
      </p:pic>
      <p:pic>
        <p:nvPicPr>
          <p:cNvPr id="8" name="图片 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6219825" y="1620520"/>
            <a:ext cx="5342255" cy="3298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sp>
        <p:nvSpPr>
          <p:cNvPr id="100" name="文本框 99"/>
          <p:cNvSpPr txBox="1"/>
          <p:nvPr/>
        </p:nvSpPr>
        <p:spPr>
          <a:xfrm>
            <a:off x="1812290" y="4918710"/>
            <a:ext cx="5080000" cy="306705"/>
          </a:xfrm>
          <a:prstGeom prst="rect">
            <a:avLst/>
          </a:prstGeom>
          <a:noFill/>
          <a:ln w="9525">
            <a:noFill/>
          </a:ln>
        </p:spPr>
        <p:txBody>
          <a:bodyPr>
            <a:spAutoFit/>
          </a:bodyPr>
          <a:lstStyle/>
          <a:p>
            <a:pPr indent="0"/>
            <a:r>
              <a:rPr lang="zh-CN" altLang="en-US" sz="1400" b="1" dirty="0">
                <a:solidFill>
                  <a:srgbClr val="595959"/>
                </a:solidFill>
                <a:latin typeface="方正静蕾简体"/>
                <a:ea typeface="方正静蕾简体"/>
                <a:cs typeface="+mn-ea"/>
              </a:rPr>
              <a:t>烟尘分布折线图</a:t>
            </a:r>
          </a:p>
        </p:txBody>
      </p:sp>
      <p:sp>
        <p:nvSpPr>
          <p:cNvPr id="3" name="文本框 2"/>
          <p:cNvSpPr txBox="1"/>
          <p:nvPr/>
        </p:nvSpPr>
        <p:spPr>
          <a:xfrm>
            <a:off x="6719570" y="4933950"/>
            <a:ext cx="5080000" cy="306705"/>
          </a:xfrm>
          <a:prstGeom prst="rect">
            <a:avLst/>
          </a:prstGeom>
          <a:noFill/>
          <a:ln w="9525">
            <a:noFill/>
          </a:ln>
        </p:spPr>
        <p:txBody>
          <a:bodyPr>
            <a:spAutoFit/>
          </a:bodyPr>
          <a:lstStyle/>
          <a:p>
            <a:pPr algn="ctr">
              <a:buClrTx/>
              <a:buSzTx/>
              <a:buFontTx/>
            </a:pPr>
            <a:r>
              <a:rPr lang="zh-CN" altLang="en-US" sz="1400" b="1" dirty="0">
                <a:solidFill>
                  <a:srgbClr val="595959"/>
                </a:solidFill>
                <a:latin typeface="方正静蕾简体"/>
                <a:ea typeface="方正静蕾简体"/>
                <a:cs typeface="+mn-ea"/>
              </a:rPr>
              <a:t>烟尘频率分布直方图</a:t>
            </a:r>
          </a:p>
        </p:txBody>
      </p:sp>
      <p:sp>
        <p:nvSpPr>
          <p:cNvPr id="4" name="文本框 3"/>
          <p:cNvSpPr txBox="1"/>
          <p:nvPr/>
        </p:nvSpPr>
        <p:spPr>
          <a:xfrm>
            <a:off x="1031875" y="5356860"/>
            <a:ext cx="9897110" cy="1337945"/>
          </a:xfrm>
          <a:prstGeom prst="rect">
            <a:avLst/>
          </a:prstGeom>
          <a:noFill/>
          <a:ln w="9525">
            <a:noFill/>
          </a:ln>
        </p:spPr>
        <p:txBody>
          <a:bodyPr wrap="square">
            <a:spAutoFit/>
          </a:bodyPr>
          <a:lstStyle/>
          <a:p>
            <a:pPr indent="363220" fontAlgn="auto">
              <a:lnSpc>
                <a:spcPct val="150000"/>
              </a:lnSpc>
            </a:pPr>
            <a:r>
              <a:rPr lang="zh-CN" altLang="en-US" b="0" dirty="0">
                <a:solidFill>
                  <a:srgbClr val="595959"/>
                </a:solidFill>
                <a:latin typeface="方正静蕾简体"/>
                <a:ea typeface="方正静蕾简体"/>
                <a:cs typeface="+mn-ea"/>
              </a:rPr>
              <a:t>烟尘分布折线图我们观测到华兴玻璃烟尘的分布相对稳定，2017年6月至7月测量值较高，10月至12月其中有从测量值高值，18年3月份之后测量值有增加的趋势。烟尘频率分布直方图，我们得出华兴玻璃烟尘排放量绝大多数处于50以内。 </a:t>
            </a:r>
          </a:p>
        </p:txBody>
      </p:sp>
      <p:sp>
        <p:nvSpPr>
          <p:cNvPr id="5" name="文本框 4"/>
          <p:cNvSpPr txBox="1"/>
          <p:nvPr/>
        </p:nvSpPr>
        <p:spPr>
          <a:xfrm>
            <a:off x="1031875" y="1098550"/>
            <a:ext cx="5080000" cy="521970"/>
          </a:xfrm>
          <a:prstGeom prst="rect">
            <a:avLst/>
          </a:prstGeom>
          <a:noFill/>
          <a:ln w="9525">
            <a:noFill/>
          </a:ln>
        </p:spPr>
        <p:txBody>
          <a:bodyPr>
            <a:spAutoFit/>
          </a:bodyPr>
          <a:lstStyle/>
          <a:p>
            <a:pPr algn="l">
              <a:buClrTx/>
              <a:buSzTx/>
              <a:buFontTx/>
            </a:pPr>
            <a:r>
              <a:rPr lang="zh-CN" altLang="en-US" sz="2800" b="1" dirty="0">
                <a:solidFill>
                  <a:srgbClr val="595959"/>
                </a:solidFill>
                <a:cs typeface="+mn-ea"/>
              </a:rPr>
              <a:t>烟尘</a:t>
            </a:r>
          </a:p>
        </p:txBody>
      </p:sp>
      <p:pic>
        <p:nvPicPr>
          <p:cNvPr id="2" name="图片 3"/>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568325" y="1721485"/>
            <a:ext cx="4910455" cy="3011170"/>
          </a:xfrm>
          <a:prstGeom prst="rect">
            <a:avLst/>
          </a:prstGeom>
        </p:spPr>
      </p:pic>
      <p:pic>
        <p:nvPicPr>
          <p:cNvPr id="6" name="图片 5"/>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6202045" y="1486535"/>
            <a:ext cx="5455920" cy="3432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6004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sp>
        <p:nvSpPr>
          <p:cNvPr id="5" name="文本框 4"/>
          <p:cNvSpPr txBox="1"/>
          <p:nvPr/>
        </p:nvSpPr>
        <p:spPr>
          <a:xfrm>
            <a:off x="1031875" y="1098550"/>
            <a:ext cx="5080000" cy="953135"/>
          </a:xfrm>
          <a:prstGeom prst="rect">
            <a:avLst/>
          </a:prstGeom>
          <a:noFill/>
          <a:ln w="9525">
            <a:noFill/>
          </a:ln>
        </p:spPr>
        <p:txBody>
          <a:bodyPr>
            <a:spAutoFit/>
          </a:bodyPr>
          <a:lstStyle/>
          <a:p>
            <a:pPr>
              <a:buClrTx/>
              <a:buSzTx/>
              <a:buFontTx/>
            </a:pPr>
            <a:r>
              <a:rPr lang="zh-CN" altLang="en-US" sz="2800" b="1" dirty="0">
                <a:solidFill>
                  <a:srgbClr val="595959"/>
                </a:solidFill>
                <a:cs typeface="+mn-ea"/>
                <a:sym typeface="+mn-ea"/>
              </a:rPr>
              <a:t>各因子间的相关分析</a:t>
            </a:r>
            <a:endParaRPr lang="zh-CN" altLang="en-US" sz="2800"/>
          </a:p>
          <a:p>
            <a:pPr>
              <a:buClrTx/>
              <a:buSzTx/>
              <a:buFontTx/>
            </a:pPr>
            <a:endParaRPr lang="zh-CN" altLang="en-US" sz="2800" b="1" dirty="0">
              <a:solidFill>
                <a:srgbClr val="595959"/>
              </a:solidFill>
              <a:cs typeface="+mn-ea"/>
            </a:endParaRPr>
          </a:p>
        </p:txBody>
      </p:sp>
      <p:pic>
        <p:nvPicPr>
          <p:cNvPr id="8" name="图片 8"/>
          <p:cNvPicPr>
            <a:picLocks noChangeAspect="1"/>
          </p:cNvPicPr>
          <p:nvPr/>
        </p:nvPicPr>
        <p:blipFill>
          <a:blip r:embed="rId3">
            <a:clrChange>
              <a:clrFrom>
                <a:srgbClr val="FFFFFF">
                  <a:alpha val="100000"/>
                </a:srgbClr>
              </a:clrFrom>
              <a:clrTo>
                <a:srgbClr val="FFFFFF">
                  <a:alpha val="100000"/>
                  <a:alpha val="0"/>
                </a:srgbClr>
              </a:clrTo>
            </a:clrChange>
          </a:blip>
          <a:srcRect t="3357"/>
          <a:stretch>
            <a:fillRect/>
          </a:stretch>
        </p:blipFill>
        <p:spPr>
          <a:xfrm>
            <a:off x="541020" y="1767840"/>
            <a:ext cx="5247005" cy="4606925"/>
          </a:xfrm>
          <a:prstGeom prst="rect">
            <a:avLst/>
          </a:prstGeom>
          <a:ln>
            <a:noFill/>
          </a:ln>
        </p:spPr>
      </p:pic>
      <p:sp>
        <p:nvSpPr>
          <p:cNvPr id="2" name="文本框 1"/>
          <p:cNvSpPr txBox="1"/>
          <p:nvPr/>
        </p:nvSpPr>
        <p:spPr>
          <a:xfrm>
            <a:off x="6111875" y="2051685"/>
            <a:ext cx="4816475" cy="2999740"/>
          </a:xfrm>
          <a:prstGeom prst="rect">
            <a:avLst/>
          </a:prstGeom>
          <a:noFill/>
          <a:ln w="9525">
            <a:noFill/>
          </a:ln>
        </p:spPr>
        <p:txBody>
          <a:bodyPr wrap="square">
            <a:spAutoFit/>
          </a:bodyPr>
          <a:lstStyle/>
          <a:p>
            <a:pPr indent="0" fontAlgn="auto">
              <a:lnSpc>
                <a:spcPct val="150000"/>
              </a:lnSpc>
            </a:pPr>
            <a:r>
              <a:rPr lang="en-US" altLang="zh-CN" sz="1800" b="0" dirty="0">
                <a:solidFill>
                  <a:srgbClr val="595959"/>
                </a:solidFill>
                <a:latin typeface="方正静蕾简体"/>
                <a:ea typeface="方正静蕾简体"/>
                <a:cs typeface="+mn-ea"/>
              </a:rPr>
              <a:t>     </a:t>
            </a:r>
            <a:r>
              <a:rPr lang="zh-CN" altLang="en-US" sz="1800" b="0" dirty="0">
                <a:solidFill>
                  <a:srgbClr val="595959"/>
                </a:solidFill>
                <a:latin typeface="方正静蕾简体"/>
                <a:ea typeface="方正静蕾简体"/>
                <a:cs typeface="+mn-ea"/>
              </a:rPr>
              <a:t>左图为因子数据相关系数矩阵图，我们得出二氧化硫、氧、氮氧化物、烟排量、烟流速、烟温度等变量之间存在相关性。我们发现氮氧化物和二氧化硫相关性最高，他们是正相关，相互促进；氧和氮氧化物负相关性最高；也许是因为发生了相关的化学反应，导致了相关性的变化。</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sp>
        <p:nvSpPr>
          <p:cNvPr id="5" name="文本框 4"/>
          <p:cNvSpPr txBox="1"/>
          <p:nvPr/>
        </p:nvSpPr>
        <p:spPr>
          <a:xfrm>
            <a:off x="1031875" y="109855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cs typeface="+mn-ea"/>
                <a:sym typeface="+mn-ea"/>
              </a:rPr>
              <a:t>各因子间的相关系数的变化</a:t>
            </a:r>
            <a:r>
              <a:rPr lang="en-US" altLang="zh-CN" sz="2800" b="1" dirty="0">
                <a:solidFill>
                  <a:srgbClr val="595959"/>
                </a:solidFill>
                <a:cs typeface="+mn-ea"/>
                <a:sym typeface="+mn-ea"/>
              </a:rPr>
              <a:t>——</a:t>
            </a:r>
            <a:r>
              <a:rPr lang="zh-CN" altLang="en-US" sz="2800" b="1" dirty="0">
                <a:solidFill>
                  <a:srgbClr val="595959"/>
                </a:solidFill>
                <a:cs typeface="+mn-ea"/>
                <a:sym typeface="+mn-ea"/>
              </a:rPr>
              <a:t>二氧化硫与烟温度</a:t>
            </a:r>
            <a:r>
              <a:rPr lang="en-US" altLang="zh-CN" sz="2800" b="1" dirty="0">
                <a:solidFill>
                  <a:srgbClr val="595959"/>
                </a:solidFill>
                <a:cs typeface="+mn-ea"/>
                <a:sym typeface="+mn-ea"/>
              </a:rPr>
              <a:t>,</a:t>
            </a:r>
            <a:r>
              <a:rPr lang="zh-CN" altLang="en-US" sz="2800" b="1" dirty="0">
                <a:solidFill>
                  <a:srgbClr val="595959"/>
                </a:solidFill>
                <a:cs typeface="+mn-ea"/>
                <a:sym typeface="+mn-ea"/>
              </a:rPr>
              <a:t>烟流速</a:t>
            </a:r>
          </a:p>
        </p:txBody>
      </p:sp>
      <p:sp>
        <p:nvSpPr>
          <p:cNvPr id="100" name="文本框 99"/>
          <p:cNvSpPr txBox="1"/>
          <p:nvPr/>
        </p:nvSpPr>
        <p:spPr>
          <a:xfrm>
            <a:off x="678180" y="5221923"/>
            <a:ext cx="5080000" cy="874407"/>
          </a:xfrm>
          <a:prstGeom prst="rect">
            <a:avLst/>
          </a:prstGeom>
          <a:noFill/>
          <a:ln w="9525">
            <a:noFill/>
          </a:ln>
        </p:spPr>
        <p:txBody>
          <a:bodyPr>
            <a:spAutoFit/>
          </a:bodyPr>
          <a:lstStyle/>
          <a:p>
            <a:pPr indent="0" fontAlgn="auto">
              <a:lnSpc>
                <a:spcPct val="150000"/>
              </a:lnSpc>
            </a:pPr>
            <a:r>
              <a:rPr lang="en-US" altLang="zh-CN" b="0" dirty="0">
                <a:solidFill>
                  <a:srgbClr val="595959"/>
                </a:solidFill>
                <a:latin typeface="方正静蕾简体"/>
                <a:ea typeface="方正静蕾简体"/>
                <a:cs typeface="+mn-ea"/>
              </a:rPr>
              <a:t>    </a:t>
            </a:r>
            <a:r>
              <a:rPr lang="zh-CN" altLang="en-US" b="0" dirty="0">
                <a:solidFill>
                  <a:srgbClr val="595959"/>
                </a:solidFill>
                <a:latin typeface="方正静蕾简体"/>
                <a:ea typeface="方正静蕾简体"/>
                <a:cs typeface="+mn-ea"/>
              </a:rPr>
              <a:t>从上图看出：二氧化硫与烟流速在</a:t>
            </a:r>
            <a:r>
              <a:rPr lang="en-US" altLang="zh-CN" dirty="0">
                <a:solidFill>
                  <a:srgbClr val="595959"/>
                </a:solidFill>
                <a:latin typeface="方正静蕾简体"/>
                <a:ea typeface="方正静蕾简体"/>
                <a:cs typeface="+mn-ea"/>
              </a:rPr>
              <a:t>5</a:t>
            </a:r>
            <a:r>
              <a:rPr lang="zh-CN" altLang="en-US" dirty="0">
                <a:solidFill>
                  <a:srgbClr val="595959"/>
                </a:solidFill>
                <a:latin typeface="方正静蕾简体"/>
                <a:ea typeface="方正静蕾简体"/>
                <a:cs typeface="+mn-ea"/>
              </a:rPr>
              <a:t>月份相关性最高</a:t>
            </a:r>
            <a:endParaRPr lang="zh-CN" altLang="en-US" b="0" dirty="0">
              <a:solidFill>
                <a:srgbClr val="595959"/>
              </a:solidFill>
              <a:latin typeface="方正静蕾简体"/>
              <a:ea typeface="方正静蕾简体"/>
              <a:cs typeface="+mn-ea"/>
            </a:endParaRPr>
          </a:p>
        </p:txBody>
      </p:sp>
      <p:sp>
        <p:nvSpPr>
          <p:cNvPr id="2" name="文本框 1"/>
          <p:cNvSpPr txBox="1"/>
          <p:nvPr/>
        </p:nvSpPr>
        <p:spPr>
          <a:xfrm>
            <a:off x="6550660" y="5141278"/>
            <a:ext cx="5080000" cy="874407"/>
          </a:xfrm>
          <a:prstGeom prst="rect">
            <a:avLst/>
          </a:prstGeom>
          <a:noFill/>
          <a:ln w="9525">
            <a:noFill/>
          </a:ln>
        </p:spPr>
        <p:txBody>
          <a:bodyPr>
            <a:spAutoFit/>
          </a:bodyPr>
          <a:lstStyle/>
          <a:p>
            <a:pPr indent="0" fontAlgn="auto">
              <a:lnSpc>
                <a:spcPct val="150000"/>
              </a:lnSpc>
            </a:pPr>
            <a:r>
              <a:rPr lang="en-US" altLang="zh-CN" sz="1800" b="0" dirty="0">
                <a:solidFill>
                  <a:srgbClr val="595959"/>
                </a:solidFill>
                <a:latin typeface="方正静蕾简体"/>
                <a:ea typeface="方正静蕾简体"/>
                <a:cs typeface="+mn-ea"/>
              </a:rPr>
              <a:t>   </a:t>
            </a:r>
            <a:r>
              <a:rPr lang="zh-CN" altLang="en-US" sz="1800" b="0" dirty="0">
                <a:solidFill>
                  <a:srgbClr val="595959"/>
                </a:solidFill>
                <a:latin typeface="方正静蕾简体"/>
                <a:ea typeface="方正静蕾简体"/>
                <a:cs typeface="+mn-ea"/>
              </a:rPr>
              <a:t>从上图看出：二氧化硫与烟温度在</a:t>
            </a:r>
            <a:r>
              <a:rPr lang="en-US" altLang="zh-CN" sz="1800" b="0" dirty="0">
                <a:solidFill>
                  <a:srgbClr val="595959"/>
                </a:solidFill>
                <a:latin typeface="方正静蕾简体"/>
                <a:ea typeface="方正静蕾简体"/>
                <a:cs typeface="+mn-ea"/>
              </a:rPr>
              <a:t>5</a:t>
            </a:r>
            <a:r>
              <a:rPr lang="zh-CN" altLang="en-US" sz="1800" b="0" dirty="0">
                <a:solidFill>
                  <a:srgbClr val="595959"/>
                </a:solidFill>
                <a:latin typeface="方正静蕾简体"/>
                <a:ea typeface="方正静蕾简体"/>
                <a:cs typeface="+mn-ea"/>
              </a:rPr>
              <a:t>月份相关性最高</a:t>
            </a:r>
          </a:p>
        </p:txBody>
      </p:sp>
      <p:pic>
        <p:nvPicPr>
          <p:cNvPr id="11" name="图片 11"/>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607060" y="1828800"/>
            <a:ext cx="5221605" cy="3225165"/>
          </a:xfrm>
          <a:prstGeom prst="rect">
            <a:avLst/>
          </a:prstGeom>
          <a:noFill/>
          <a:ln>
            <a:noFill/>
          </a:ln>
        </p:spPr>
      </p:pic>
      <p:pic>
        <p:nvPicPr>
          <p:cNvPr id="12" name="图片 12"/>
          <p:cNvPicPr>
            <a:picLocks noChangeAspect="1" noChangeArrowheads="1"/>
          </p:cNvPicPr>
          <p:nvPr/>
        </p:nvPicPr>
        <p:blipFill>
          <a:blip r:embed="rId4">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6346190" y="1790065"/>
            <a:ext cx="5284470" cy="32639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2635885"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03 </a:t>
            </a:r>
            <a:r>
              <a:rPr lang="zh-CN" altLang="en-US" sz="3200" b="1">
                <a:solidFill>
                  <a:srgbClr val="0F863B"/>
                </a:solidFill>
                <a:latin typeface="黑体" panose="02010609060101010101" charset="-122"/>
                <a:ea typeface="黑体" panose="02010609060101010101" charset="-122"/>
              </a:rPr>
              <a:t>描述分析</a:t>
            </a:r>
          </a:p>
        </p:txBody>
      </p:sp>
      <p:sp>
        <p:nvSpPr>
          <p:cNvPr id="5" name="文本框 4"/>
          <p:cNvSpPr txBox="1"/>
          <p:nvPr/>
        </p:nvSpPr>
        <p:spPr>
          <a:xfrm>
            <a:off x="1031875" y="109855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cs typeface="+mn-ea"/>
                <a:sym typeface="+mn-ea"/>
              </a:rPr>
              <a:t>二氧化硫数据深入观察</a:t>
            </a:r>
            <a:r>
              <a:rPr lang="en-US" altLang="zh-CN" sz="2800" b="1" dirty="0">
                <a:solidFill>
                  <a:srgbClr val="595959"/>
                </a:solidFill>
                <a:cs typeface="+mn-ea"/>
                <a:sym typeface="+mn-ea"/>
              </a:rPr>
              <a:t>——</a:t>
            </a:r>
            <a:r>
              <a:rPr lang="zh-CN" altLang="en-US" sz="2800" b="1" dirty="0">
                <a:solidFill>
                  <a:srgbClr val="595959"/>
                </a:solidFill>
                <a:cs typeface="+mn-ea"/>
                <a:sym typeface="+mn-ea"/>
              </a:rPr>
              <a:t>超标</a:t>
            </a:r>
            <a:r>
              <a:rPr lang="en-US" altLang="zh-CN" sz="2800" b="1" dirty="0">
                <a:solidFill>
                  <a:srgbClr val="595959"/>
                </a:solidFill>
                <a:cs typeface="+mn-ea"/>
                <a:sym typeface="+mn-ea"/>
              </a:rPr>
              <a:t>&amp;</a:t>
            </a:r>
            <a:r>
              <a:rPr lang="zh-CN" altLang="en-US" sz="2800" b="1" dirty="0">
                <a:solidFill>
                  <a:srgbClr val="595959"/>
                </a:solidFill>
                <a:cs typeface="+mn-ea"/>
                <a:sym typeface="+mn-ea"/>
              </a:rPr>
              <a:t>恒定</a:t>
            </a:r>
          </a:p>
        </p:txBody>
      </p:sp>
      <p:sp>
        <p:nvSpPr>
          <p:cNvPr id="100" name="文本框 99"/>
          <p:cNvSpPr txBox="1"/>
          <p:nvPr/>
        </p:nvSpPr>
        <p:spPr>
          <a:xfrm>
            <a:off x="1016000" y="5890895"/>
            <a:ext cx="5080000" cy="458908"/>
          </a:xfrm>
          <a:prstGeom prst="rect">
            <a:avLst/>
          </a:prstGeom>
          <a:noFill/>
          <a:ln w="9525">
            <a:noFill/>
          </a:ln>
        </p:spPr>
        <p:txBody>
          <a:bodyPr>
            <a:spAutoFit/>
          </a:bodyPr>
          <a:lstStyle/>
          <a:p>
            <a:pPr indent="0" fontAlgn="auto">
              <a:lnSpc>
                <a:spcPct val="150000"/>
              </a:lnSpc>
            </a:pPr>
            <a:r>
              <a:rPr lang="zh-CN" altLang="en-US" b="0" dirty="0">
                <a:solidFill>
                  <a:srgbClr val="595959"/>
                </a:solidFill>
                <a:latin typeface="方正静蕾简体"/>
                <a:ea typeface="方正静蕾简体"/>
                <a:cs typeface="+mn-ea"/>
              </a:rPr>
              <a:t>连续值超标最长时间前后</a:t>
            </a:r>
            <a:r>
              <a:rPr lang="en-US" altLang="zh-CN" b="0" dirty="0">
                <a:solidFill>
                  <a:srgbClr val="595959"/>
                </a:solidFill>
                <a:latin typeface="方正静蕾简体"/>
                <a:ea typeface="方正静蕾简体"/>
                <a:cs typeface="+mn-ea"/>
              </a:rPr>
              <a:t>1</a:t>
            </a:r>
            <a:r>
              <a:rPr lang="zh-CN" altLang="en-US" b="0" dirty="0">
                <a:solidFill>
                  <a:srgbClr val="595959"/>
                </a:solidFill>
                <a:latin typeface="方正静蕾简体"/>
                <a:ea typeface="方正静蕾简体"/>
                <a:cs typeface="+mn-ea"/>
              </a:rPr>
              <a:t>个小时的散点图</a:t>
            </a:r>
          </a:p>
        </p:txBody>
      </p:sp>
      <p:sp>
        <p:nvSpPr>
          <p:cNvPr id="2" name="文本框 1"/>
          <p:cNvSpPr txBox="1"/>
          <p:nvPr/>
        </p:nvSpPr>
        <p:spPr>
          <a:xfrm>
            <a:off x="6700562" y="5890895"/>
            <a:ext cx="5080000" cy="458908"/>
          </a:xfrm>
          <a:prstGeom prst="rect">
            <a:avLst/>
          </a:prstGeom>
          <a:noFill/>
          <a:ln w="9525">
            <a:noFill/>
          </a:ln>
        </p:spPr>
        <p:txBody>
          <a:bodyPr>
            <a:spAutoFit/>
          </a:bodyPr>
          <a:lstStyle/>
          <a:p>
            <a:pPr indent="0" fontAlgn="auto">
              <a:lnSpc>
                <a:spcPct val="150000"/>
              </a:lnSpc>
            </a:pPr>
            <a:r>
              <a:rPr lang="zh-CN" altLang="en-US" sz="1800" b="0" dirty="0">
                <a:solidFill>
                  <a:srgbClr val="595959"/>
                </a:solidFill>
                <a:latin typeface="方正静蕾简体"/>
                <a:ea typeface="方正静蕾简体"/>
                <a:cs typeface="+mn-ea"/>
              </a:rPr>
              <a:t>连续值恒定最长时间前后</a:t>
            </a:r>
            <a:r>
              <a:rPr lang="en-US" altLang="zh-CN" sz="1800" b="0" dirty="0">
                <a:solidFill>
                  <a:srgbClr val="595959"/>
                </a:solidFill>
                <a:latin typeface="方正静蕾简体"/>
                <a:ea typeface="方正静蕾简体"/>
                <a:cs typeface="+mn-ea"/>
              </a:rPr>
              <a:t>1</a:t>
            </a:r>
            <a:r>
              <a:rPr lang="zh-CN" altLang="en-US" sz="1800" b="0" dirty="0">
                <a:solidFill>
                  <a:srgbClr val="595959"/>
                </a:solidFill>
                <a:latin typeface="方正静蕾简体"/>
                <a:ea typeface="方正静蕾简体"/>
                <a:cs typeface="+mn-ea"/>
              </a:rPr>
              <a:t>个小时的散点图</a:t>
            </a:r>
          </a:p>
        </p:txBody>
      </p:sp>
      <p:pic>
        <p:nvPicPr>
          <p:cNvPr id="8" name="图片 7" descr="23590393d1a6818afddc299b2dd01f4"/>
          <p:cNvPicPr/>
          <p:nvPr/>
        </p:nvPicPr>
        <p:blipFill rotWithShape="1">
          <a:blip r:embed="rId3">
            <a:clrChange>
              <a:clrFrom>
                <a:srgbClr val="FFFFFF">
                  <a:alpha val="100000"/>
                </a:srgbClr>
              </a:clrFrom>
              <a:clrTo>
                <a:srgbClr val="FFFFFF">
                  <a:alpha val="100000"/>
                  <a:alpha val="0"/>
                </a:srgbClr>
              </a:clrTo>
            </a:clrChange>
          </a:blip>
          <a:srcRect l="773" r="-1"/>
          <a:stretch/>
        </p:blipFill>
        <p:spPr>
          <a:xfrm>
            <a:off x="717451" y="2048110"/>
            <a:ext cx="5040729" cy="3711340"/>
          </a:xfrm>
          <a:prstGeom prst="rect">
            <a:avLst/>
          </a:prstGeom>
        </p:spPr>
      </p:pic>
      <p:pic>
        <p:nvPicPr>
          <p:cNvPr id="9" name="图片 8" descr="ddfdf7487d2df4aba564b2b77f629ec"/>
          <p:cNvPicPr/>
          <p:nvPr/>
        </p:nvPicPr>
        <p:blipFill rotWithShape="1">
          <a:blip r:embed="rId4">
            <a:clrChange>
              <a:clrFrom>
                <a:srgbClr val="FFFFFF">
                  <a:alpha val="100000"/>
                </a:srgbClr>
              </a:clrFrom>
              <a:clrTo>
                <a:srgbClr val="FFFFFF">
                  <a:alpha val="100000"/>
                  <a:alpha val="0"/>
                </a:srgbClr>
              </a:clrTo>
            </a:clrChange>
          </a:blip>
          <a:srcRect r="2523"/>
          <a:stretch/>
        </p:blipFill>
        <p:spPr>
          <a:xfrm>
            <a:off x="6203852" y="2048110"/>
            <a:ext cx="5178475" cy="37113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p:cNvPicPr>
            <a:picLocks noChangeAspect="1"/>
          </p:cNvPicPr>
          <p:nvPr/>
        </p:nvPicPr>
        <p:blipFill rotWithShape="1">
          <a:blip r:embed="rId3">
            <a:extLst>
              <a:ext uri="{96DAC541-7B7A-43D3-8B79-37D633B846F1}">
                <asvg:svgBlip xmlns:asvg="http://schemas.microsoft.com/office/drawing/2016/SVG/main" r:embed="rId4"/>
              </a:ext>
            </a:extLst>
          </a:blip>
          <a:srcRect t="19307" r="-1" b="24865"/>
          <a:stretch>
            <a:fillRect/>
          </a:stretch>
        </p:blipFill>
        <p:spPr>
          <a:xfrm>
            <a:off x="20" y="10"/>
            <a:ext cx="12191980" cy="6857990"/>
          </a:xfrm>
          <a:prstGeom prst="rect">
            <a:avLst/>
          </a:prstGeom>
        </p:spPr>
      </p:pic>
      <p:sp>
        <p:nvSpPr>
          <p:cNvPr id="5" name="椭圆 4"/>
          <p:cNvSpPr/>
          <p:nvPr/>
        </p:nvSpPr>
        <p:spPr>
          <a:xfrm>
            <a:off x="6604001" y="2376479"/>
            <a:ext cx="6045200" cy="6045200"/>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4685168" y="1957379"/>
            <a:ext cx="2821683" cy="3323987"/>
          </a:xfrm>
          <a:prstGeom prst="rect">
            <a:avLst/>
          </a:prstGeom>
          <a:noFill/>
        </p:spPr>
        <p:txBody>
          <a:bodyPr wrap="square" rtlCol="0">
            <a:spAutoFit/>
          </a:bodyPr>
          <a:lstStyle/>
          <a:p>
            <a:pPr algn="ctr"/>
            <a:r>
              <a:rPr lang="en-US" altLang="zh-CN" sz="7200" b="1" dirty="0">
                <a:ln>
                  <a:solidFill>
                    <a:srgbClr val="0F863B"/>
                  </a:solidFill>
                </a:ln>
                <a:solidFill>
                  <a:schemeClr val="bg1"/>
                </a:solidFill>
                <a:effectLst>
                  <a:outerShdw blurRad="38100" dist="38100" dir="2700000" algn="tl">
                    <a:srgbClr val="000000">
                      <a:alpha val="43137"/>
                    </a:srgbClr>
                  </a:outerShdw>
                </a:effectLst>
              </a:rPr>
              <a:t>PART</a:t>
            </a:r>
          </a:p>
          <a:p>
            <a:pPr algn="ctr"/>
            <a:r>
              <a:rPr lang="en-US" altLang="zh-CN" sz="13800" b="1" dirty="0">
                <a:ln>
                  <a:solidFill>
                    <a:srgbClr val="0F863B"/>
                  </a:solidFill>
                </a:ln>
                <a:solidFill>
                  <a:schemeClr val="bg1"/>
                </a:solidFill>
                <a:effectLst>
                  <a:outerShdw blurRad="38100" dist="38100" dir="2700000" algn="tl">
                    <a:srgbClr val="000000">
                      <a:alpha val="43137"/>
                    </a:srgbClr>
                  </a:outerShdw>
                </a:effectLst>
              </a:rPr>
              <a:t>04</a:t>
            </a:r>
            <a:endParaRPr lang="zh-CN" altLang="en-US" sz="13800" b="1" dirty="0">
              <a:ln>
                <a:solidFill>
                  <a:srgbClr val="0F863B"/>
                </a:solidFill>
              </a:ln>
              <a:solidFill>
                <a:schemeClr val="bg1"/>
              </a:solidFill>
              <a:effectLst>
                <a:outerShdw blurRad="38100" dist="38100" dir="2700000" algn="tl">
                  <a:srgbClr val="000000">
                    <a:alpha val="43137"/>
                  </a:srgbClr>
                </a:outerShdw>
              </a:effectLst>
            </a:endParaRPr>
          </a:p>
        </p:txBody>
      </p:sp>
      <p:sp>
        <p:nvSpPr>
          <p:cNvPr id="7" name="文本框 6"/>
          <p:cNvSpPr txBox="1"/>
          <p:nvPr/>
        </p:nvSpPr>
        <p:spPr>
          <a:xfrm>
            <a:off x="6757770" y="4461598"/>
            <a:ext cx="5516880" cy="1014730"/>
          </a:xfrm>
          <a:prstGeom prst="rect">
            <a:avLst/>
          </a:prstGeom>
          <a:noFill/>
        </p:spPr>
        <p:txBody>
          <a:bodyPr wrap="none" rtlCol="0">
            <a:spAutoFit/>
          </a:bodyPr>
          <a:lstStyle>
            <a:defPPr>
              <a:defRPr lang="zh-CN"/>
            </a:defPPr>
            <a:lvl1pPr>
              <a:defRPr sz="6000">
                <a:blipFill>
                  <a:blip r:embed="rId5"/>
                  <a:stretch>
                    <a:fillRect/>
                  </a:stretch>
                </a:blipFill>
                <a:latin typeface="方正综艺简体" panose="02010601030101010101" pitchFamily="2" charset="-122"/>
                <a:ea typeface="方正综艺简体" panose="02010601030101010101" pitchFamily="2" charset="-122"/>
              </a:defRPr>
            </a:lvl1pPr>
          </a:lstStyle>
          <a:p>
            <a:r>
              <a:rPr lang="zh-CN" altLang="en-US" dirty="0">
                <a:ln>
                  <a:solidFill>
                    <a:srgbClr val="0F863B"/>
                  </a:solidFill>
                </a:ln>
              </a:rPr>
              <a:t>模型预测与优化</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 presetClass="entr" presetSubtype="2"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4" name="图片 3"/>
          <p:cNvPicPr/>
          <p:nvPr/>
        </p:nvPicPr>
        <p:blipFill>
          <a:blip r:embed="rId3">
            <a:clrChange>
              <a:clrFrom>
                <a:srgbClr val="FFFFFF">
                  <a:alpha val="100000"/>
                </a:srgbClr>
              </a:clrFrom>
              <a:clrTo>
                <a:srgbClr val="FFFFFF">
                  <a:alpha val="100000"/>
                  <a:alpha val="0"/>
                </a:srgbClr>
              </a:clrTo>
            </a:clrChange>
          </a:blip>
          <a:stretch>
            <a:fillRect/>
          </a:stretch>
        </p:blipFill>
        <p:spPr>
          <a:xfrm>
            <a:off x="700502" y="2374900"/>
            <a:ext cx="5907405" cy="3319780"/>
          </a:xfrm>
          <a:prstGeom prst="rect">
            <a:avLst/>
          </a:prstGeom>
        </p:spPr>
      </p:pic>
      <p:sp>
        <p:nvSpPr>
          <p:cNvPr id="2" name="文本框 1"/>
          <p:cNvSpPr txBox="1"/>
          <p:nvPr/>
        </p:nvSpPr>
        <p:spPr>
          <a:xfrm>
            <a:off x="6977575" y="2982057"/>
            <a:ext cx="4107766" cy="1705403"/>
          </a:xfrm>
          <a:prstGeom prst="rect">
            <a:avLst/>
          </a:prstGeom>
          <a:noFill/>
        </p:spPr>
        <p:txBody>
          <a:bodyPr wrap="square" rtlCol="0" anchor="t">
            <a:spAutoFit/>
          </a:bodyPr>
          <a:lstStyle/>
          <a:p>
            <a:pPr fontAlgn="auto">
              <a:lnSpc>
                <a:spcPct val="150000"/>
              </a:lnSpc>
            </a:pPr>
            <a:r>
              <a:rPr lang="en-US" altLang="zh-CN" kern="100" dirty="0">
                <a:latin typeface="等线" panose="02010600030101010101" charset="-122"/>
                <a:ea typeface="宋体" panose="02010600030101010101" pitchFamily="2" charset="-122"/>
                <a:cs typeface="Times New Roman" panose="02020603050405020304" pitchFamily="18" charset="0"/>
                <a:sym typeface="+mn-ea"/>
              </a:rPr>
              <a:t>       </a:t>
            </a:r>
            <a:r>
              <a:rPr lang="zh-CN" altLang="en-US" dirty="0">
                <a:solidFill>
                  <a:srgbClr val="595959"/>
                </a:solidFill>
                <a:latin typeface="方正静蕾简体"/>
                <a:ea typeface="方正静蕾简体"/>
                <a:cs typeface="+mn-ea"/>
                <a:sym typeface="+mn-ea"/>
              </a:rPr>
              <a:t>通过时序图可以看出二氧化硫日数据序列围绕着20附近在上下有界波动，可以初步判断为平稳序列，为判断是否为平稳序列，我们做以下单位根检验。</a:t>
            </a:r>
            <a:endParaRPr lang="zh-CN" altLang="en-US" dirty="0">
              <a:solidFill>
                <a:srgbClr val="595959"/>
              </a:solidFill>
              <a:latin typeface="方正静蕾简体"/>
              <a:ea typeface="方正静蕾简体"/>
              <a:cs typeface="+mn-ea"/>
            </a:endParaRPr>
          </a:p>
        </p:txBody>
      </p:sp>
      <p:sp>
        <p:nvSpPr>
          <p:cNvPr id="5" name="文本框 4"/>
          <p:cNvSpPr txBox="1"/>
          <p:nvPr/>
        </p:nvSpPr>
        <p:spPr>
          <a:xfrm>
            <a:off x="930275" y="139319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二氧化硫日数据时序图</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sp>
        <p:nvSpPr>
          <p:cNvPr id="2" name="矩形 1"/>
          <p:cNvSpPr/>
          <p:nvPr/>
        </p:nvSpPr>
        <p:spPr>
          <a:xfrm>
            <a:off x="1693098" y="1984294"/>
            <a:ext cx="8106033" cy="1753235"/>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单位根检验是构造统计量进行序列平稳性检验的最常用方法。它的理论基础是：如果序列是平稳的，那么该序列的所有特征根都应该在单位圆外。基于这个性质构造的序列平稳性检验方法叫作单位根检验。</a:t>
            </a:r>
            <a:endParaRPr lang="zh-CN" altLang="en-US" sz="1800" dirty="0">
              <a:solidFill>
                <a:srgbClr val="595959"/>
              </a:solidFill>
              <a:latin typeface="方正静蕾简体"/>
              <a:ea typeface="方正静蕾简体"/>
              <a:cs typeface="+mn-ea"/>
            </a:endParaRPr>
          </a:p>
          <a:p>
            <a:pPr marL="266700" indent="266700" algn="just">
              <a:lnSpc>
                <a:spcPct val="150000"/>
              </a:lnSpc>
            </a:pPr>
            <a:r>
              <a:rPr lang="zh-CN" altLang="en-US" dirty="0">
                <a:solidFill>
                  <a:srgbClr val="595959"/>
                </a:solidFill>
                <a:latin typeface="方正静蕾简体"/>
                <a:ea typeface="方正静蕾简体"/>
                <a:cs typeface="+mn-ea"/>
              </a:rPr>
              <a:t>ADF检验</a:t>
            </a:r>
            <a:endParaRPr lang="zh-CN" altLang="en-US" sz="1800" dirty="0">
              <a:solidFill>
                <a:srgbClr val="595959"/>
              </a:solidFill>
              <a:latin typeface="方正静蕾简体"/>
              <a:ea typeface="方正静蕾简体"/>
              <a:cs typeface="+mn-ea"/>
            </a:endParaRPr>
          </a:p>
        </p:txBody>
      </p:sp>
      <p:pic>
        <p:nvPicPr>
          <p:cNvPr id="3" name="图片 2"/>
          <p:cNvPicPr/>
          <p:nvPr/>
        </p:nvPicPr>
        <p:blipFill>
          <a:blip r:embed="rId3">
            <a:clrChange>
              <a:clrFrom>
                <a:srgbClr val="FFFFFF">
                  <a:alpha val="100000"/>
                </a:srgbClr>
              </a:clrFrom>
              <a:clrTo>
                <a:srgbClr val="FFFFFF">
                  <a:alpha val="100000"/>
                  <a:alpha val="0"/>
                </a:srgbClr>
              </a:clrTo>
            </a:clrChange>
          </a:blip>
          <a:stretch>
            <a:fillRect/>
          </a:stretch>
        </p:blipFill>
        <p:spPr>
          <a:xfrm>
            <a:off x="3085465" y="3584575"/>
            <a:ext cx="5739765" cy="1535430"/>
          </a:xfrm>
          <a:prstGeom prst="rect">
            <a:avLst/>
          </a:prstGeom>
        </p:spPr>
      </p:pic>
      <p:sp>
        <p:nvSpPr>
          <p:cNvPr id="5" name="矩形 4"/>
          <p:cNvSpPr/>
          <p:nvPr/>
        </p:nvSpPr>
        <p:spPr>
          <a:xfrm>
            <a:off x="1631916" y="5120176"/>
            <a:ext cx="9662984" cy="874407"/>
          </a:xfrm>
          <a:prstGeom prst="rect">
            <a:avLst/>
          </a:prstGeom>
        </p:spPr>
        <p:txBody>
          <a:bodyPr wrap="square">
            <a:spAutoFit/>
          </a:bodyPr>
          <a:lstStyle/>
          <a:p>
            <a:pPr indent="304800" algn="just" fontAlgn="auto">
              <a:lnSpc>
                <a:spcPct val="150000"/>
              </a:lnSpc>
            </a:pPr>
            <a:r>
              <a:rPr lang="en-US" altLang="zh-CN" dirty="0">
                <a:solidFill>
                  <a:srgbClr val="595959"/>
                </a:solidFill>
                <a:latin typeface="方正静蕾简体"/>
                <a:ea typeface="方正静蕾简体"/>
                <a:cs typeface="+mn-ea"/>
              </a:rPr>
              <a:t>    </a:t>
            </a:r>
            <a:r>
              <a:rPr lang="zh-CN" altLang="en-US" dirty="0">
                <a:solidFill>
                  <a:srgbClr val="595959"/>
                </a:solidFill>
                <a:latin typeface="方正静蕾简体"/>
                <a:ea typeface="方正静蕾简体"/>
                <a:cs typeface="+mn-ea"/>
              </a:rPr>
              <a:t>因为检验得P值为0.1406，大于显著性水平0.05。所以可以认为该序列非平稳。</a:t>
            </a:r>
            <a:endParaRPr lang="zh-CN" altLang="en-US" sz="1800" dirty="0">
              <a:solidFill>
                <a:srgbClr val="595959"/>
              </a:solidFill>
              <a:latin typeface="方正静蕾简体"/>
              <a:ea typeface="方正静蕾简体"/>
              <a:cs typeface="+mn-ea"/>
            </a:endParaRPr>
          </a:p>
          <a:p>
            <a:pPr indent="304800" algn="just" fontAlgn="auto">
              <a:lnSpc>
                <a:spcPct val="150000"/>
              </a:lnSpc>
            </a:pPr>
            <a:r>
              <a:rPr lang="zh-CN" altLang="en-US" dirty="0">
                <a:solidFill>
                  <a:srgbClr val="595959"/>
                </a:solidFill>
                <a:latin typeface="方正静蕾简体"/>
                <a:ea typeface="方正静蕾简体"/>
                <a:cs typeface="+mn-ea"/>
              </a:rPr>
              <a:t>由上检验可知，该二氧化硫日数据序列为非平稳序列，这里我们需要做一阶差分。</a:t>
            </a:r>
            <a:endParaRPr lang="zh-CN" altLang="en-US" sz="1800" dirty="0">
              <a:solidFill>
                <a:srgbClr val="595959"/>
              </a:solidFill>
              <a:latin typeface="方正静蕾简体"/>
              <a:ea typeface="方正静蕾简体"/>
              <a:cs typeface="+mn-ea"/>
            </a:endParaRPr>
          </a:p>
        </p:txBody>
      </p:sp>
      <p:sp>
        <p:nvSpPr>
          <p:cNvPr id="6" name="文本框 5"/>
          <p:cNvSpPr txBox="1"/>
          <p:nvPr/>
        </p:nvSpPr>
        <p:spPr>
          <a:xfrm>
            <a:off x="930275" y="139319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单位根检验</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2" name="图片 1"/>
          <p:cNvPicPr/>
          <p:nvPr/>
        </p:nvPicPr>
        <p:blipFill>
          <a:blip r:embed="rId3">
            <a:clrChange>
              <a:clrFrom>
                <a:srgbClr val="FFFFFF">
                  <a:alpha val="100000"/>
                </a:srgbClr>
              </a:clrFrom>
              <a:clrTo>
                <a:srgbClr val="FFFFFF">
                  <a:alpha val="100000"/>
                  <a:alpha val="0"/>
                </a:srgbClr>
              </a:clrTo>
            </a:clrChange>
          </a:blip>
          <a:stretch>
            <a:fillRect/>
          </a:stretch>
        </p:blipFill>
        <p:spPr>
          <a:xfrm>
            <a:off x="154305" y="2109470"/>
            <a:ext cx="5313680" cy="3491230"/>
          </a:xfrm>
          <a:prstGeom prst="rect">
            <a:avLst/>
          </a:prstGeom>
        </p:spPr>
      </p:pic>
      <p:pic>
        <p:nvPicPr>
          <p:cNvPr id="3" name="图片 2"/>
          <p:cNvPicPr/>
          <p:nvPr/>
        </p:nvPicPr>
        <p:blipFill rotWithShape="1">
          <a:blip r:embed="rId4">
            <a:clrChange>
              <a:clrFrom>
                <a:srgbClr val="FFFFFF">
                  <a:alpha val="100000"/>
                </a:srgbClr>
              </a:clrFrom>
              <a:clrTo>
                <a:srgbClr val="FFFFFF">
                  <a:alpha val="100000"/>
                  <a:alpha val="0"/>
                </a:srgbClr>
              </a:clrTo>
            </a:clrChange>
          </a:blip>
          <a:srcRect l="542" r="5385"/>
          <a:stretch>
            <a:fillRect/>
          </a:stretch>
        </p:blipFill>
        <p:spPr bwMode="auto">
          <a:xfrm>
            <a:off x="5875020" y="2510790"/>
            <a:ext cx="5900420" cy="2078990"/>
          </a:xfrm>
          <a:prstGeom prst="rect">
            <a:avLst/>
          </a:prstGeom>
          <a:ln>
            <a:noFill/>
          </a:ln>
        </p:spPr>
      </p:pic>
      <p:sp>
        <p:nvSpPr>
          <p:cNvPr id="4" name="矩形 3"/>
          <p:cNvSpPr/>
          <p:nvPr/>
        </p:nvSpPr>
        <p:spPr>
          <a:xfrm>
            <a:off x="3001652" y="5857641"/>
            <a:ext cx="6188075" cy="506730"/>
          </a:xfrm>
          <a:prstGeom prst="rect">
            <a:avLst/>
          </a:prstGeom>
        </p:spPr>
        <p:txBody>
          <a:bodyPr wrap="none">
            <a:spAutoFit/>
          </a:bodyPr>
          <a:lstStyle/>
          <a:p>
            <a:pPr indent="304800" algn="just">
              <a:lnSpc>
                <a:spcPct val="150000"/>
              </a:lnSpc>
            </a:pPr>
            <a:r>
              <a:rPr lang="zh-CN" altLang="en-US" dirty="0">
                <a:solidFill>
                  <a:srgbClr val="595959"/>
                </a:solidFill>
                <a:latin typeface="方正静蕾简体"/>
                <a:ea typeface="方正静蕾简体"/>
                <a:cs typeface="+mn-ea"/>
              </a:rPr>
              <a:t>由ADF检验和KPSS检验均得出差分后的序列为平稳序列。</a:t>
            </a:r>
            <a:endParaRPr lang="zh-CN" altLang="zh-CN" sz="1400" kern="100" dirty="0">
              <a:effectLst/>
              <a:latin typeface="等线" panose="02010600030101010101" charset="-122"/>
              <a:ea typeface="等线" panose="02010600030101010101" charset="-122"/>
              <a:cs typeface="Times New Roman" panose="02020603050405020304" pitchFamily="18" charset="0"/>
            </a:endParaRPr>
          </a:p>
        </p:txBody>
      </p:sp>
      <p:sp>
        <p:nvSpPr>
          <p:cNvPr id="6" name="文本框 5"/>
          <p:cNvSpPr txBox="1"/>
          <p:nvPr/>
        </p:nvSpPr>
        <p:spPr>
          <a:xfrm>
            <a:off x="930275" y="139319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一阶差分</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3" name="图片 2"/>
          <p:cNvPicPr/>
          <p:nvPr/>
        </p:nvPicPr>
        <p:blipFill rotWithShape="1">
          <a:blip r:embed="rId3">
            <a:clrChange>
              <a:clrFrom>
                <a:srgbClr val="FFFFFF">
                  <a:alpha val="100000"/>
                </a:srgbClr>
              </a:clrFrom>
              <a:clrTo>
                <a:srgbClr val="FFFFFF">
                  <a:alpha val="100000"/>
                  <a:alpha val="0"/>
                </a:srgbClr>
              </a:clrTo>
            </a:clrChange>
          </a:blip>
          <a:srcRect t="2470" b="3112"/>
          <a:stretch>
            <a:fillRect/>
          </a:stretch>
        </p:blipFill>
        <p:spPr bwMode="auto">
          <a:xfrm>
            <a:off x="159385" y="2168525"/>
            <a:ext cx="6830060" cy="3844925"/>
          </a:xfrm>
          <a:prstGeom prst="rect">
            <a:avLst/>
          </a:prstGeom>
          <a:ln>
            <a:noFill/>
          </a:ln>
        </p:spPr>
      </p:pic>
      <p:sp>
        <p:nvSpPr>
          <p:cNvPr id="4" name="矩形 3"/>
          <p:cNvSpPr/>
          <p:nvPr/>
        </p:nvSpPr>
        <p:spPr>
          <a:xfrm>
            <a:off x="7456805" y="2230755"/>
            <a:ext cx="4078703" cy="3367397"/>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观察 ACF 图,延迟一阶之后所有自相关系数迅速落入两倍标准差范围内小幅波动，表现为</a:t>
            </a:r>
            <a:r>
              <a:rPr lang="en-US" altLang="zh-CN" dirty="0">
                <a:solidFill>
                  <a:srgbClr val="595959"/>
                </a:solidFill>
                <a:latin typeface="方正静蕾简体"/>
                <a:ea typeface="方正静蕾简体"/>
                <a:cs typeface="+mn-ea"/>
              </a:rPr>
              <a:t>3</a:t>
            </a:r>
            <a:r>
              <a:rPr lang="zh-CN" altLang="en-US" dirty="0">
                <a:solidFill>
                  <a:srgbClr val="595959"/>
                </a:solidFill>
                <a:latin typeface="方正静蕾简体"/>
                <a:ea typeface="方正静蕾简体"/>
                <a:cs typeface="+mn-ea"/>
              </a:rPr>
              <a:t>阶截尾性质；观察 PACF 图可以看出延迟阶数上的偏自相关系数缓慢衰减到零附近，表现出拖尾的性质。故可建立 MA模型。该模型自回归阶数为3，差分阶数为1，移动平均阶数为0。</a:t>
            </a:r>
            <a:endParaRPr lang="zh-CN" altLang="en-US" sz="1800" dirty="0">
              <a:solidFill>
                <a:srgbClr val="595959"/>
              </a:solidFill>
              <a:latin typeface="方正静蕾简体"/>
              <a:ea typeface="方正静蕾简体"/>
              <a:cs typeface="+mn-ea"/>
            </a:endParaRPr>
          </a:p>
        </p:txBody>
      </p:sp>
      <p:sp>
        <p:nvSpPr>
          <p:cNvPr id="6" name="文本框 5"/>
          <p:cNvSpPr txBox="1"/>
          <p:nvPr/>
        </p:nvSpPr>
        <p:spPr>
          <a:xfrm>
            <a:off x="930275" y="1393190"/>
            <a:ext cx="9319895" cy="953135"/>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根据判断模型定阶</a:t>
            </a:r>
            <a:endParaRPr lang="zh-CN" altLang="zh-CN" sz="2800" kern="100" dirty="0">
              <a:effectLst/>
              <a:latin typeface="等线" panose="02010600030101010101" charset="-122"/>
              <a:ea typeface="等线" panose="02010600030101010101" charset="-122"/>
              <a:cs typeface="Times New Roman" panose="02020603050405020304" pitchFamily="18" charset="0"/>
            </a:endParaRPr>
          </a:p>
          <a:p>
            <a:pPr>
              <a:buClrTx/>
              <a:buSzTx/>
              <a:buFontTx/>
            </a:pPr>
            <a:endParaRPr lang="zh-CN" altLang="en-US" sz="2800" b="1" dirty="0">
              <a:solidFill>
                <a:srgbClr val="595959"/>
              </a:solidFill>
              <a:latin typeface="方正静蕾简体"/>
              <a:ea typeface="方正静蕾简体"/>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3" name="图片 2"/>
          <p:cNvPicPr/>
          <p:nvPr/>
        </p:nvPicPr>
        <p:blipFill>
          <a:blip r:embed="rId4">
            <a:clrChange>
              <a:clrFrom>
                <a:srgbClr val="FFFFFF">
                  <a:alpha val="100000"/>
                </a:srgbClr>
              </a:clrFrom>
              <a:clrTo>
                <a:srgbClr val="FFFFFF">
                  <a:alpha val="100000"/>
                  <a:alpha val="0"/>
                </a:srgbClr>
              </a:clrTo>
            </a:clrChange>
          </a:blip>
          <a:stretch>
            <a:fillRect/>
          </a:stretch>
        </p:blipFill>
        <p:spPr>
          <a:xfrm>
            <a:off x="489000" y="1951334"/>
            <a:ext cx="4448175" cy="1679575"/>
          </a:xfrm>
          <a:prstGeom prst="rect">
            <a:avLst/>
          </a:prstGeom>
        </p:spPr>
      </p:pic>
      <p:pic>
        <p:nvPicPr>
          <p:cNvPr id="7" name="图片 6"/>
          <p:cNvPicPr/>
          <p:nvPr/>
        </p:nvPicPr>
        <p:blipFill>
          <a:blip r:embed="rId5">
            <a:clrChange>
              <a:clrFrom>
                <a:srgbClr val="FFFFFF">
                  <a:alpha val="100000"/>
                </a:srgbClr>
              </a:clrFrom>
              <a:clrTo>
                <a:srgbClr val="FFFFFF">
                  <a:alpha val="100000"/>
                  <a:alpha val="0"/>
                </a:srgbClr>
              </a:clrTo>
            </a:clrChange>
          </a:blip>
          <a:stretch>
            <a:fillRect/>
          </a:stretch>
        </p:blipFill>
        <p:spPr>
          <a:xfrm>
            <a:off x="6615430" y="1745615"/>
            <a:ext cx="4448175" cy="1885315"/>
          </a:xfrm>
          <a:prstGeom prst="rect">
            <a:avLst/>
          </a:prstGeom>
        </p:spPr>
      </p:pic>
      <p:sp>
        <p:nvSpPr>
          <p:cNvPr id="6" name="文本框 5"/>
          <p:cNvSpPr txBox="1"/>
          <p:nvPr/>
        </p:nvSpPr>
        <p:spPr>
          <a:xfrm>
            <a:off x="488950" y="134239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手动建模</a:t>
            </a:r>
          </a:p>
        </p:txBody>
      </p:sp>
      <p:sp>
        <p:nvSpPr>
          <p:cNvPr id="5" name="文本框 4"/>
          <p:cNvSpPr txBox="1"/>
          <p:nvPr/>
        </p:nvSpPr>
        <p:spPr>
          <a:xfrm>
            <a:off x="6544310" y="1223645"/>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自动建模</a:t>
            </a:r>
          </a:p>
        </p:txBody>
      </p:sp>
      <p:graphicFrame>
        <p:nvGraphicFramePr>
          <p:cNvPr id="8" name="表格 7"/>
          <p:cNvGraphicFramePr>
            <a:graphicFrameLocks noGrp="1"/>
          </p:cNvGraphicFramePr>
          <p:nvPr>
            <p:custDataLst>
              <p:tags r:id="rId1"/>
            </p:custDataLst>
          </p:nvPr>
        </p:nvGraphicFramePr>
        <p:xfrm>
          <a:off x="622690" y="4719186"/>
          <a:ext cx="4179570" cy="1331595"/>
        </p:xfrm>
        <a:graphic>
          <a:graphicData uri="http://schemas.openxmlformats.org/drawingml/2006/table">
            <a:tbl>
              <a:tblPr firstRow="1" firstCol="1" bandRow="1">
                <a:tableStyleId>{93296810-A885-4BE3-A3E7-6D5BEEA58F35}</a:tableStyleId>
              </a:tblPr>
              <a:tblGrid>
                <a:gridCol w="1127125">
                  <a:extLst>
                    <a:ext uri="{9D8B030D-6E8A-4147-A177-3AD203B41FA5}">
                      <a16:colId xmlns:a16="http://schemas.microsoft.com/office/drawing/2014/main" val="20000"/>
                    </a:ext>
                  </a:extLst>
                </a:gridCol>
                <a:gridCol w="1582420">
                  <a:extLst>
                    <a:ext uri="{9D8B030D-6E8A-4147-A177-3AD203B41FA5}">
                      <a16:colId xmlns:a16="http://schemas.microsoft.com/office/drawing/2014/main" val="20001"/>
                    </a:ext>
                  </a:extLst>
                </a:gridCol>
                <a:gridCol w="1470025">
                  <a:extLst>
                    <a:ext uri="{9D8B030D-6E8A-4147-A177-3AD203B41FA5}">
                      <a16:colId xmlns:a16="http://schemas.microsoft.com/office/drawing/2014/main" val="20002"/>
                    </a:ext>
                  </a:extLst>
                </a:gridCol>
              </a:tblGrid>
              <a:tr h="443865">
                <a:tc>
                  <a:txBody>
                    <a:bodyPr/>
                    <a:lstStyle/>
                    <a:p>
                      <a:pPr algn="ctr">
                        <a:lnSpc>
                          <a:spcPct val="150000"/>
                        </a:lnSpc>
                      </a:pPr>
                      <a:r>
                        <a:rPr lang="en-US" sz="1200" kern="100" dirty="0">
                          <a:effectLst/>
                        </a:rPr>
                        <a:t> </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solidFill>
                      <a:srgbClr val="0F863B"/>
                    </a:solidFill>
                  </a:tcPr>
                </a:tc>
                <a:tc>
                  <a:txBody>
                    <a:bodyPr/>
                    <a:lstStyle/>
                    <a:p>
                      <a:pPr algn="ctr">
                        <a:lnSpc>
                          <a:spcPct val="150000"/>
                        </a:lnSpc>
                      </a:pPr>
                      <a:r>
                        <a:rPr lang="en-US" sz="1200" kern="100">
                          <a:effectLst/>
                        </a:rPr>
                        <a:t>Fit1</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solidFill>
                      <a:srgbClr val="0F863B"/>
                    </a:solidFill>
                  </a:tcPr>
                </a:tc>
                <a:tc>
                  <a:txBody>
                    <a:bodyPr/>
                    <a:lstStyle/>
                    <a:p>
                      <a:pPr algn="ctr">
                        <a:lnSpc>
                          <a:spcPct val="150000"/>
                        </a:lnSpc>
                      </a:pPr>
                      <a:r>
                        <a:rPr lang="en-US" sz="1200" kern="100">
                          <a:effectLst/>
                        </a:rPr>
                        <a:t>Fit2</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solidFill>
                      <a:srgbClr val="0F863B"/>
                    </a:solidFill>
                  </a:tcPr>
                </a:tc>
                <a:extLst>
                  <a:ext uri="{0D108BD9-81ED-4DB2-BD59-A6C34878D82A}">
                    <a16:rowId xmlns:a16="http://schemas.microsoft.com/office/drawing/2014/main" val="10000"/>
                  </a:ext>
                </a:extLst>
              </a:tr>
              <a:tr h="443865">
                <a:tc>
                  <a:txBody>
                    <a:bodyPr/>
                    <a:lstStyle/>
                    <a:p>
                      <a:pPr algn="ctr">
                        <a:lnSpc>
                          <a:spcPct val="150000"/>
                        </a:lnSpc>
                      </a:pPr>
                      <a:r>
                        <a:rPr lang="en-US" sz="1200" kern="100">
                          <a:effectLst/>
                        </a:rPr>
                        <a:t>AIC</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solidFill>
                      <a:srgbClr val="0F863B"/>
                    </a:solidFill>
                  </a:tcPr>
                </a:tc>
                <a:tc>
                  <a:txBody>
                    <a:bodyPr/>
                    <a:lstStyle/>
                    <a:p>
                      <a:pPr algn="ctr">
                        <a:lnSpc>
                          <a:spcPct val="150000"/>
                        </a:lnSpc>
                      </a:pPr>
                      <a:r>
                        <a:rPr lang="en-US" sz="1200" kern="100">
                          <a:effectLst/>
                        </a:rPr>
                        <a:t>10</a:t>
                      </a:r>
                      <a:r>
                        <a:rPr lang="en-US" sz="1050" kern="100">
                          <a:effectLst/>
                        </a:rPr>
                        <a:t>71.922</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pPr>
                      <a:r>
                        <a:rPr lang="en-US" sz="1200" kern="100">
                          <a:effectLst/>
                        </a:rPr>
                        <a:t>1036.746</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43865">
                <a:tc>
                  <a:txBody>
                    <a:bodyPr/>
                    <a:lstStyle/>
                    <a:p>
                      <a:pPr algn="ctr">
                        <a:lnSpc>
                          <a:spcPct val="150000"/>
                        </a:lnSpc>
                      </a:pPr>
                      <a:r>
                        <a:rPr lang="en-US" sz="1200" kern="100">
                          <a:effectLst/>
                        </a:rPr>
                        <a:t>BIC</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solidFill>
                      <a:srgbClr val="0F863B"/>
                    </a:solidFill>
                  </a:tcPr>
                </a:tc>
                <a:tc>
                  <a:txBody>
                    <a:bodyPr/>
                    <a:lstStyle/>
                    <a:p>
                      <a:pPr algn="ctr">
                        <a:lnSpc>
                          <a:spcPct val="150000"/>
                        </a:lnSpc>
                      </a:pPr>
                      <a:r>
                        <a:rPr lang="en-US" sz="1200" kern="100">
                          <a:effectLst/>
                        </a:rPr>
                        <a:t>10</a:t>
                      </a:r>
                      <a:r>
                        <a:rPr lang="en-US" sz="1050" kern="100">
                          <a:effectLst/>
                        </a:rPr>
                        <a:t>84.07</a:t>
                      </a:r>
                      <a:endParaRPr lang="zh-CN" sz="105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50000"/>
                        </a:lnSpc>
                      </a:pPr>
                      <a:r>
                        <a:rPr lang="en-US" sz="1200" kern="100" dirty="0">
                          <a:effectLst/>
                        </a:rPr>
                        <a:t>1048.92</a:t>
                      </a:r>
                      <a:endParaRPr lang="zh-CN" sz="105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9" name="文本框 8"/>
          <p:cNvSpPr txBox="1"/>
          <p:nvPr/>
        </p:nvSpPr>
        <p:spPr>
          <a:xfrm>
            <a:off x="622935" y="4069080"/>
            <a:ext cx="9319895" cy="521970"/>
          </a:xfrm>
          <a:prstGeom prst="rect">
            <a:avLst/>
          </a:prstGeom>
          <a:noFill/>
          <a:ln w="9525">
            <a:noFill/>
          </a:ln>
        </p:spPr>
        <p:txBody>
          <a:bodyPr wrap="square">
            <a:spAutoFit/>
          </a:bodyPr>
          <a:lstStyle/>
          <a:p>
            <a:pPr>
              <a:buClrTx/>
              <a:buSzTx/>
              <a:buFontTx/>
            </a:pPr>
            <a:r>
              <a:rPr lang="zh-CN" altLang="en-US" sz="2800" b="1" dirty="0">
                <a:solidFill>
                  <a:srgbClr val="595959"/>
                </a:solidFill>
                <a:latin typeface="方正静蕾简体"/>
                <a:ea typeface="方正静蕾简体"/>
                <a:cs typeface="+mn-ea"/>
                <a:sym typeface="+mn-ea"/>
              </a:rPr>
              <a:t>模型效果对比</a:t>
            </a:r>
          </a:p>
        </p:txBody>
      </p:sp>
      <p:sp>
        <p:nvSpPr>
          <p:cNvPr id="10" name="矩形 9"/>
          <p:cNvSpPr/>
          <p:nvPr/>
        </p:nvSpPr>
        <p:spPr>
          <a:xfrm>
            <a:off x="6717746" y="4591034"/>
            <a:ext cx="3792837" cy="1337945"/>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根据上表aic和bic值手动建模的模型效果比自动建模的模型效果，我们选取arima(3,1,0)做预测。</a:t>
            </a:r>
            <a:endParaRPr lang="zh-CN" altLang="zh-CN" sz="1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3" name="图片 2"/>
          <p:cNvPicPr/>
          <p:nvPr/>
        </p:nvPicPr>
        <p:blipFill>
          <a:blip r:embed="rId3">
            <a:clrChange>
              <a:clrFrom>
                <a:srgbClr val="FFFFFF">
                  <a:alpha val="100000"/>
                </a:srgbClr>
              </a:clrFrom>
              <a:clrTo>
                <a:srgbClr val="FFFFFF">
                  <a:alpha val="100000"/>
                  <a:alpha val="0"/>
                </a:srgbClr>
              </a:clrTo>
            </a:clrChange>
          </a:blip>
          <a:stretch>
            <a:fillRect/>
          </a:stretch>
        </p:blipFill>
        <p:spPr>
          <a:xfrm>
            <a:off x="566737" y="2524174"/>
            <a:ext cx="5598795" cy="3434715"/>
          </a:xfrm>
          <a:prstGeom prst="rect">
            <a:avLst/>
          </a:prstGeom>
        </p:spPr>
      </p:pic>
      <p:sp>
        <p:nvSpPr>
          <p:cNvPr id="6" name="文本框 5"/>
          <p:cNvSpPr txBox="1"/>
          <p:nvPr/>
        </p:nvSpPr>
        <p:spPr>
          <a:xfrm>
            <a:off x="930275" y="1393190"/>
            <a:ext cx="9319895" cy="953135"/>
          </a:xfrm>
          <a:prstGeom prst="rect">
            <a:avLst/>
          </a:prstGeom>
          <a:noFill/>
          <a:ln w="9525">
            <a:noFill/>
          </a:ln>
        </p:spPr>
        <p:txBody>
          <a:bodyPr wrap="square">
            <a:spAutoFit/>
          </a:bodyPr>
          <a:lstStyle/>
          <a:p>
            <a:pPr algn="l">
              <a:buClrTx/>
              <a:buSzTx/>
              <a:buFontTx/>
            </a:pPr>
            <a:r>
              <a:rPr lang="zh-CN" altLang="en-US" sz="2800" b="1" dirty="0">
                <a:solidFill>
                  <a:srgbClr val="595959"/>
                </a:solidFill>
                <a:latin typeface="方正静蕾简体"/>
                <a:ea typeface="方正静蕾简体"/>
                <a:cs typeface="+mn-ea"/>
              </a:rPr>
              <a:t>预测10期效果展示</a:t>
            </a:r>
          </a:p>
          <a:p>
            <a:pPr>
              <a:buClrTx/>
              <a:buSzTx/>
              <a:buFontTx/>
            </a:pPr>
            <a:endParaRPr lang="zh-CN" altLang="en-US" sz="2800" b="1" dirty="0">
              <a:solidFill>
                <a:srgbClr val="595959"/>
              </a:solidFill>
              <a:latin typeface="方正静蕾简体"/>
              <a:ea typeface="方正静蕾简体"/>
              <a:cs typeface="+mn-ea"/>
              <a:sym typeface="+mn-ea"/>
            </a:endParaRPr>
          </a:p>
        </p:txBody>
      </p:sp>
      <p:sp>
        <p:nvSpPr>
          <p:cNvPr id="5" name="矩形 4"/>
          <p:cNvSpPr/>
          <p:nvPr/>
        </p:nvSpPr>
        <p:spPr>
          <a:xfrm>
            <a:off x="6545580" y="2711450"/>
            <a:ext cx="4947725" cy="2168525"/>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由上图10期的预测值和真实值对比可得，我们的模型效果并不理想，误差也比较大，可能是训练数据量较小，模型还不完善。如果后续有大规模预测需求，需要进一步探索，调整模型以达到小误差模式。</a:t>
            </a:r>
            <a:endParaRPr lang="zh-CN" altLang="en-US" sz="1800" dirty="0">
              <a:solidFill>
                <a:srgbClr val="595959"/>
              </a:solidFill>
              <a:latin typeface="方正静蕾简体"/>
              <a:ea typeface="方正静蕾简体"/>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2" name="图片 1"/>
          <p:cNvPicPr/>
          <p:nvPr/>
        </p:nvPicPr>
        <p:blipFill>
          <a:blip r:embed="rId3">
            <a:clrChange>
              <a:clrFrom>
                <a:srgbClr val="FFFFFF">
                  <a:alpha val="100000"/>
                </a:srgbClr>
              </a:clrFrom>
              <a:clrTo>
                <a:srgbClr val="FFFFFF">
                  <a:alpha val="100000"/>
                  <a:alpha val="0"/>
                </a:srgbClr>
              </a:clrTo>
            </a:clrChange>
          </a:blip>
          <a:stretch>
            <a:fillRect/>
          </a:stretch>
        </p:blipFill>
        <p:spPr>
          <a:xfrm>
            <a:off x="1566853" y="2043800"/>
            <a:ext cx="4057650" cy="1590675"/>
          </a:xfrm>
          <a:prstGeom prst="rect">
            <a:avLst/>
          </a:prstGeom>
        </p:spPr>
      </p:pic>
      <p:pic>
        <p:nvPicPr>
          <p:cNvPr id="3" name="图片 2"/>
          <p:cNvPicPr/>
          <p:nvPr/>
        </p:nvPicPr>
        <p:blipFill>
          <a:blip r:embed="rId4">
            <a:clrChange>
              <a:clrFrom>
                <a:srgbClr val="FFFFFF">
                  <a:alpha val="100000"/>
                </a:srgbClr>
              </a:clrFrom>
              <a:clrTo>
                <a:srgbClr val="FFFFFF">
                  <a:alpha val="100000"/>
                  <a:alpha val="0"/>
                </a:srgbClr>
              </a:clrTo>
            </a:clrChange>
          </a:blip>
          <a:stretch>
            <a:fillRect/>
          </a:stretch>
        </p:blipFill>
        <p:spPr>
          <a:xfrm>
            <a:off x="6437630" y="1316398"/>
            <a:ext cx="4377055" cy="2724150"/>
          </a:xfrm>
          <a:prstGeom prst="rect">
            <a:avLst/>
          </a:prstGeom>
        </p:spPr>
      </p:pic>
      <p:pic>
        <p:nvPicPr>
          <p:cNvPr id="4" name="图片 3"/>
          <p:cNvPicPr/>
          <p:nvPr/>
        </p:nvPicPr>
        <p:blipFill>
          <a:blip r:embed="rId5">
            <a:clrChange>
              <a:clrFrom>
                <a:srgbClr val="FFFFFF">
                  <a:alpha val="100000"/>
                </a:srgbClr>
              </a:clrFrom>
              <a:clrTo>
                <a:srgbClr val="FFFFFF">
                  <a:alpha val="100000"/>
                  <a:alpha val="0"/>
                </a:srgbClr>
              </a:clrTo>
            </a:clrChange>
          </a:blip>
          <a:stretch>
            <a:fillRect/>
          </a:stretch>
        </p:blipFill>
        <p:spPr>
          <a:xfrm>
            <a:off x="1077903" y="3855763"/>
            <a:ext cx="4304030" cy="2676525"/>
          </a:xfrm>
          <a:prstGeom prst="rect">
            <a:avLst/>
          </a:prstGeom>
        </p:spPr>
      </p:pic>
      <p:pic>
        <p:nvPicPr>
          <p:cNvPr id="5" name="图片 4"/>
          <p:cNvPicPr/>
          <p:nvPr/>
        </p:nvPicPr>
        <p:blipFill>
          <a:blip r:embed="rId6">
            <a:clrChange>
              <a:clrFrom>
                <a:srgbClr val="FFFFFF">
                  <a:alpha val="100000"/>
                </a:srgbClr>
              </a:clrFrom>
              <a:clrTo>
                <a:srgbClr val="FFFFFF">
                  <a:alpha val="100000"/>
                  <a:alpha val="0"/>
                </a:srgbClr>
              </a:clrTo>
            </a:clrChange>
          </a:blip>
          <a:stretch>
            <a:fillRect/>
          </a:stretch>
        </p:blipFill>
        <p:spPr>
          <a:xfrm>
            <a:off x="6521587" y="4040433"/>
            <a:ext cx="4210050" cy="2534400"/>
          </a:xfrm>
          <a:prstGeom prst="rect">
            <a:avLst/>
          </a:prstGeom>
        </p:spPr>
      </p:pic>
      <p:sp>
        <p:nvSpPr>
          <p:cNvPr id="6" name="文本框 5"/>
          <p:cNvSpPr txBox="1"/>
          <p:nvPr/>
        </p:nvSpPr>
        <p:spPr>
          <a:xfrm>
            <a:off x="594995" y="1221105"/>
            <a:ext cx="9319895" cy="953135"/>
          </a:xfrm>
          <a:prstGeom prst="rect">
            <a:avLst/>
          </a:prstGeom>
          <a:noFill/>
          <a:ln w="9525">
            <a:noFill/>
          </a:ln>
        </p:spPr>
        <p:txBody>
          <a:bodyPr wrap="square">
            <a:spAutoFit/>
          </a:bodyPr>
          <a:lstStyle/>
          <a:p>
            <a:pPr algn="l">
              <a:buClrTx/>
              <a:buSzTx/>
              <a:buFontTx/>
            </a:pPr>
            <a:r>
              <a:rPr lang="zh-CN" altLang="en-US" sz="2800" b="1" dirty="0">
                <a:solidFill>
                  <a:srgbClr val="595959"/>
                </a:solidFill>
                <a:latin typeface="方正静蕾简体"/>
                <a:ea typeface="方正静蕾简体"/>
                <a:cs typeface="+mn-ea"/>
                <a:sym typeface="+mn-ea"/>
              </a:rPr>
              <a:t>2倍异常值剔除补全后建模：</a:t>
            </a:r>
            <a:endParaRPr lang="zh-CN" altLang="en-US" sz="2800" b="1" dirty="0">
              <a:solidFill>
                <a:srgbClr val="595959"/>
              </a:solidFill>
              <a:latin typeface="方正静蕾简体"/>
              <a:ea typeface="方正静蕾简体"/>
              <a:cs typeface="+mn-ea"/>
            </a:endParaRPr>
          </a:p>
          <a:p>
            <a:pPr>
              <a:buClrTx/>
              <a:buSzTx/>
              <a:buFontTx/>
            </a:pPr>
            <a:endParaRPr lang="zh-CN" altLang="en-US" sz="2800" b="1" dirty="0">
              <a:solidFill>
                <a:srgbClr val="595959"/>
              </a:solidFill>
              <a:latin typeface="方正静蕾简体"/>
              <a:ea typeface="方正静蕾简体"/>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6" name="图片 5"/>
          <p:cNvPicPr/>
          <p:nvPr/>
        </p:nvPicPr>
        <p:blipFill>
          <a:blip r:embed="rId3">
            <a:clrChange>
              <a:clrFrom>
                <a:srgbClr val="FFFFFF">
                  <a:alpha val="100000"/>
                </a:srgbClr>
              </a:clrFrom>
              <a:clrTo>
                <a:srgbClr val="FFFFFF">
                  <a:alpha val="100000"/>
                  <a:alpha val="0"/>
                </a:srgbClr>
              </a:clrTo>
            </a:clrChange>
          </a:blip>
          <a:stretch>
            <a:fillRect/>
          </a:stretch>
        </p:blipFill>
        <p:spPr>
          <a:xfrm>
            <a:off x="1375445" y="1869860"/>
            <a:ext cx="3981450" cy="1571625"/>
          </a:xfrm>
          <a:prstGeom prst="rect">
            <a:avLst/>
          </a:prstGeom>
        </p:spPr>
      </p:pic>
      <p:pic>
        <p:nvPicPr>
          <p:cNvPr id="7" name="图片 6"/>
          <p:cNvPicPr/>
          <p:nvPr/>
        </p:nvPicPr>
        <p:blipFill>
          <a:blip r:embed="rId4">
            <a:clrChange>
              <a:clrFrom>
                <a:srgbClr val="FFFFFF">
                  <a:alpha val="100000"/>
                </a:srgbClr>
              </a:clrFrom>
              <a:clrTo>
                <a:srgbClr val="FFFFFF">
                  <a:alpha val="100000"/>
                  <a:alpha val="0"/>
                </a:srgbClr>
              </a:clrTo>
            </a:clrChange>
          </a:blip>
          <a:stretch>
            <a:fillRect/>
          </a:stretch>
        </p:blipFill>
        <p:spPr>
          <a:xfrm>
            <a:off x="6311900" y="1221356"/>
            <a:ext cx="4162425" cy="2538095"/>
          </a:xfrm>
          <a:prstGeom prst="rect">
            <a:avLst/>
          </a:prstGeom>
        </p:spPr>
      </p:pic>
      <p:pic>
        <p:nvPicPr>
          <p:cNvPr id="8" name="图片 7"/>
          <p:cNvPicPr/>
          <p:nvPr/>
        </p:nvPicPr>
        <p:blipFill>
          <a:blip r:embed="rId5">
            <a:clrChange>
              <a:clrFrom>
                <a:srgbClr val="FFFFFF">
                  <a:alpha val="100000"/>
                </a:srgbClr>
              </a:clrFrom>
              <a:clrTo>
                <a:srgbClr val="FFFFFF">
                  <a:alpha val="100000"/>
                  <a:alpha val="0"/>
                </a:srgbClr>
              </a:clrTo>
            </a:clrChange>
          </a:blip>
          <a:stretch>
            <a:fillRect/>
          </a:stretch>
        </p:blipFill>
        <p:spPr>
          <a:xfrm>
            <a:off x="1082675" y="3519805"/>
            <a:ext cx="4274185" cy="2679700"/>
          </a:xfrm>
          <a:prstGeom prst="rect">
            <a:avLst/>
          </a:prstGeom>
        </p:spPr>
      </p:pic>
      <p:pic>
        <p:nvPicPr>
          <p:cNvPr id="9" name="图片 8"/>
          <p:cNvPicPr/>
          <p:nvPr/>
        </p:nvPicPr>
        <p:blipFill>
          <a:blip r:embed="rId6">
            <a:clrChange>
              <a:clrFrom>
                <a:srgbClr val="FFFFFF">
                  <a:alpha val="100000"/>
                </a:srgbClr>
              </a:clrFrom>
              <a:clrTo>
                <a:srgbClr val="FFFFFF">
                  <a:alpha val="100000"/>
                  <a:alpha val="0"/>
                </a:srgbClr>
              </a:clrTo>
            </a:clrChange>
          </a:blip>
          <a:stretch>
            <a:fillRect/>
          </a:stretch>
        </p:blipFill>
        <p:spPr>
          <a:xfrm>
            <a:off x="6311900" y="3649345"/>
            <a:ext cx="4156710" cy="2550160"/>
          </a:xfrm>
          <a:prstGeom prst="rect">
            <a:avLst/>
          </a:prstGeom>
        </p:spPr>
      </p:pic>
      <p:sp>
        <p:nvSpPr>
          <p:cNvPr id="10" name="文本框 9"/>
          <p:cNvSpPr txBox="1"/>
          <p:nvPr/>
        </p:nvSpPr>
        <p:spPr>
          <a:xfrm>
            <a:off x="594995" y="1221105"/>
            <a:ext cx="9319895" cy="953135"/>
          </a:xfrm>
          <a:prstGeom prst="rect">
            <a:avLst/>
          </a:prstGeom>
          <a:noFill/>
          <a:ln w="9525">
            <a:noFill/>
          </a:ln>
        </p:spPr>
        <p:txBody>
          <a:bodyPr wrap="square">
            <a:spAutoFit/>
          </a:bodyPr>
          <a:lstStyle/>
          <a:p>
            <a:pPr algn="l">
              <a:buClrTx/>
              <a:buSzTx/>
              <a:buFontTx/>
            </a:pPr>
            <a:r>
              <a:rPr lang="zh-CN" altLang="en-US" sz="2800" b="1" dirty="0">
                <a:solidFill>
                  <a:srgbClr val="595959"/>
                </a:solidFill>
                <a:latin typeface="方正静蕾简体"/>
                <a:ea typeface="方正静蕾简体"/>
                <a:cs typeface="+mn-ea"/>
                <a:sym typeface="+mn-ea"/>
              </a:rPr>
              <a:t>1.5倍异常值剔除补全后建模</a:t>
            </a:r>
            <a:r>
              <a:rPr lang="zh-CN" altLang="zh-CN" sz="2800" kern="100" dirty="0">
                <a:latin typeface="等线" panose="02010600030101010101" charset="-122"/>
                <a:ea typeface="宋体" panose="02010600030101010101" pitchFamily="2" charset="-122"/>
                <a:cs typeface="Times New Roman" panose="02020603050405020304" pitchFamily="18" charset="0"/>
                <a:sym typeface="+mn-ea"/>
              </a:rPr>
              <a:t>：</a:t>
            </a:r>
            <a:endParaRPr lang="zh-CN" altLang="en-US" sz="2800" b="1" dirty="0">
              <a:solidFill>
                <a:srgbClr val="595959"/>
              </a:solidFill>
              <a:latin typeface="方正静蕾简体"/>
              <a:ea typeface="方正静蕾简体"/>
              <a:cs typeface="+mn-ea"/>
            </a:endParaRPr>
          </a:p>
          <a:p>
            <a:pPr>
              <a:buClrTx/>
              <a:buSzTx/>
              <a:buFontTx/>
            </a:pPr>
            <a:endParaRPr lang="zh-CN" altLang="en-US" sz="2800" b="1" dirty="0">
              <a:solidFill>
                <a:srgbClr val="595959"/>
              </a:solidFill>
              <a:latin typeface="方正静蕾简体"/>
              <a:ea typeface="方正静蕾简体"/>
              <a:cs typeface="+mn-ea"/>
              <a:sym typeface="+mn-ea"/>
            </a:endParaRPr>
          </a:p>
        </p:txBody>
      </p:sp>
      <p:sp>
        <p:nvSpPr>
          <p:cNvPr id="12" name="矩形 11"/>
          <p:cNvSpPr/>
          <p:nvPr/>
        </p:nvSpPr>
        <p:spPr>
          <a:xfrm>
            <a:off x="1456055" y="6199505"/>
            <a:ext cx="9280525" cy="506730"/>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由上图剔除异常值后建模所得，可见如此操作并不能提高预测效果，反而使误差更大了。</a:t>
            </a:r>
            <a:endParaRPr lang="zh-CN" altLang="zh-CN" sz="1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3" name="图片 2"/>
          <p:cNvPicPr/>
          <p:nvPr/>
        </p:nvPicPr>
        <p:blipFill rotWithShape="1">
          <a:blip r:embed="rId3">
            <a:clrChange>
              <a:clrFrom>
                <a:srgbClr val="FFFFFF">
                  <a:alpha val="100000"/>
                </a:srgbClr>
              </a:clrFrom>
              <a:clrTo>
                <a:srgbClr val="FFFFFF">
                  <a:alpha val="100000"/>
                  <a:alpha val="0"/>
                </a:srgbClr>
              </a:clrTo>
            </a:clrChange>
          </a:blip>
          <a:srcRect l="1405"/>
          <a:stretch>
            <a:fillRect/>
          </a:stretch>
        </p:blipFill>
        <p:spPr bwMode="auto">
          <a:xfrm>
            <a:off x="1538926" y="1949188"/>
            <a:ext cx="4010025" cy="1513840"/>
          </a:xfrm>
          <a:prstGeom prst="rect">
            <a:avLst/>
          </a:prstGeom>
          <a:ln>
            <a:noFill/>
          </a:ln>
        </p:spPr>
      </p:pic>
      <p:pic>
        <p:nvPicPr>
          <p:cNvPr id="4" name="图片 3"/>
          <p:cNvPicPr/>
          <p:nvPr/>
        </p:nvPicPr>
        <p:blipFill>
          <a:blip r:embed="rId4">
            <a:clrChange>
              <a:clrFrom>
                <a:srgbClr val="FFFFFF">
                  <a:alpha val="100000"/>
                </a:srgbClr>
              </a:clrFrom>
              <a:clrTo>
                <a:srgbClr val="FFFFFF">
                  <a:alpha val="100000"/>
                  <a:alpha val="0"/>
                </a:srgbClr>
              </a:clrTo>
            </a:clrChange>
          </a:blip>
          <a:stretch>
            <a:fillRect/>
          </a:stretch>
        </p:blipFill>
        <p:spPr>
          <a:xfrm>
            <a:off x="6642737" y="1342431"/>
            <a:ext cx="3812944" cy="2409825"/>
          </a:xfrm>
          <a:prstGeom prst="rect">
            <a:avLst/>
          </a:prstGeom>
        </p:spPr>
      </p:pic>
      <p:pic>
        <p:nvPicPr>
          <p:cNvPr id="6" name="图片 5"/>
          <p:cNvPicPr/>
          <p:nvPr/>
        </p:nvPicPr>
        <p:blipFill>
          <a:blip r:embed="rId5">
            <a:clrChange>
              <a:clrFrom>
                <a:srgbClr val="FFFFFF">
                  <a:alpha val="100000"/>
                </a:srgbClr>
              </a:clrFrom>
              <a:clrTo>
                <a:srgbClr val="FFFFFF">
                  <a:alpha val="100000"/>
                  <a:alpha val="0"/>
                </a:srgbClr>
              </a:clrTo>
            </a:clrChange>
          </a:blip>
          <a:stretch>
            <a:fillRect/>
          </a:stretch>
        </p:blipFill>
        <p:spPr>
          <a:xfrm>
            <a:off x="950595" y="3686175"/>
            <a:ext cx="4598670" cy="2716530"/>
          </a:xfrm>
          <a:prstGeom prst="rect">
            <a:avLst/>
          </a:prstGeom>
        </p:spPr>
      </p:pic>
      <p:pic>
        <p:nvPicPr>
          <p:cNvPr id="9" name="图片 8"/>
          <p:cNvPicPr/>
          <p:nvPr/>
        </p:nvPicPr>
        <p:blipFill>
          <a:blip r:embed="rId6">
            <a:clrChange>
              <a:clrFrom>
                <a:srgbClr val="FFFFFF">
                  <a:alpha val="100000"/>
                </a:srgbClr>
              </a:clrFrom>
              <a:clrTo>
                <a:srgbClr val="FFFFFF">
                  <a:alpha val="100000"/>
                  <a:alpha val="0"/>
                </a:srgbClr>
              </a:clrTo>
            </a:clrChange>
          </a:blip>
          <a:stretch>
            <a:fillRect/>
          </a:stretch>
        </p:blipFill>
        <p:spPr>
          <a:xfrm>
            <a:off x="6479311" y="3925322"/>
            <a:ext cx="3976370" cy="2237740"/>
          </a:xfrm>
          <a:prstGeom prst="rect">
            <a:avLst/>
          </a:prstGeom>
        </p:spPr>
      </p:pic>
      <p:sp>
        <p:nvSpPr>
          <p:cNvPr id="10" name="矩形 9"/>
          <p:cNvSpPr/>
          <p:nvPr/>
        </p:nvSpPr>
        <p:spPr>
          <a:xfrm>
            <a:off x="1853362" y="6402727"/>
            <a:ext cx="8485724" cy="368300"/>
          </a:xfrm>
          <a:prstGeom prst="rect">
            <a:avLst/>
          </a:prstGeom>
        </p:spPr>
        <p:txBody>
          <a:bodyPr wrap="square">
            <a:spAutoFit/>
          </a:bodyPr>
          <a:lstStyle/>
          <a:p>
            <a:r>
              <a:rPr lang="en-US" altLang="zh-CN" kern="100" dirty="0">
                <a:latin typeface="等线" panose="02010600030101010101" charset="-122"/>
                <a:ea typeface="宋体" panose="02010600030101010101" pitchFamily="2" charset="-122"/>
                <a:cs typeface="Times New Roman" panose="02020603050405020304" pitchFamily="18" charset="0"/>
              </a:rPr>
              <a:t> </a:t>
            </a:r>
            <a:r>
              <a:rPr lang="zh-CN" altLang="en-US" dirty="0">
                <a:solidFill>
                  <a:srgbClr val="595959"/>
                </a:solidFill>
                <a:latin typeface="方正静蕾简体"/>
                <a:ea typeface="方正静蕾简体"/>
                <a:cs typeface="+mn-ea"/>
              </a:rPr>
              <a:t>我们选取预测前一月的数据进行建模训练，预测效果并没有提升，误差仍然很大。</a:t>
            </a:r>
          </a:p>
        </p:txBody>
      </p:sp>
      <p:sp>
        <p:nvSpPr>
          <p:cNvPr id="2" name="文本框 1"/>
          <p:cNvSpPr txBox="1"/>
          <p:nvPr/>
        </p:nvSpPr>
        <p:spPr>
          <a:xfrm>
            <a:off x="740770" y="1169365"/>
            <a:ext cx="9319895" cy="1383665"/>
          </a:xfrm>
          <a:prstGeom prst="rect">
            <a:avLst/>
          </a:prstGeom>
          <a:noFill/>
          <a:ln w="9525">
            <a:noFill/>
          </a:ln>
        </p:spPr>
        <p:txBody>
          <a:bodyPr wrap="square">
            <a:spAutoFit/>
          </a:bodyPr>
          <a:lstStyle/>
          <a:p>
            <a:pPr algn="l">
              <a:buClrTx/>
              <a:buSzTx/>
              <a:buFontTx/>
            </a:pPr>
            <a:r>
              <a:rPr lang="zh-CN" altLang="en-US" sz="2800" b="1" dirty="0">
                <a:solidFill>
                  <a:srgbClr val="595959"/>
                </a:solidFill>
                <a:latin typeface="方正静蕾简体"/>
                <a:ea typeface="方正静蕾简体"/>
                <a:cs typeface="+mn-ea"/>
                <a:sym typeface="+mn-ea"/>
              </a:rPr>
              <a:t>一个月训练集</a:t>
            </a:r>
            <a:endParaRPr lang="zh-CN" altLang="en-US" sz="2800" b="1" dirty="0">
              <a:solidFill>
                <a:srgbClr val="595959"/>
              </a:solidFill>
              <a:latin typeface="方正静蕾简体"/>
              <a:ea typeface="方正静蕾简体"/>
              <a:cs typeface="+mn-ea"/>
            </a:endParaRPr>
          </a:p>
          <a:p>
            <a:pPr algn="l">
              <a:buClrTx/>
              <a:buSzTx/>
              <a:buFontTx/>
            </a:pPr>
            <a:endParaRPr lang="zh-CN" altLang="en-US" sz="2800" b="1" dirty="0">
              <a:solidFill>
                <a:srgbClr val="595959"/>
              </a:solidFill>
              <a:latin typeface="方正静蕾简体"/>
              <a:ea typeface="方正静蕾简体"/>
              <a:cs typeface="+mn-ea"/>
            </a:endParaRPr>
          </a:p>
          <a:p>
            <a:pPr>
              <a:buClrTx/>
              <a:buSzTx/>
              <a:buFontTx/>
            </a:pPr>
            <a:endParaRPr lang="zh-CN" altLang="en-US" sz="2800" b="1" dirty="0">
              <a:solidFill>
                <a:srgbClr val="595959"/>
              </a:solidFill>
              <a:latin typeface="方正静蕾简体"/>
              <a:ea typeface="方正静蕾简体"/>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2" name="图片 1"/>
          <p:cNvPicPr/>
          <p:nvPr/>
        </p:nvPicPr>
        <p:blipFill>
          <a:blip r:embed="rId3">
            <a:clrChange>
              <a:clrFrom>
                <a:srgbClr val="FFFFFF">
                  <a:alpha val="100000"/>
                </a:srgbClr>
              </a:clrFrom>
              <a:clrTo>
                <a:srgbClr val="FFFFFF">
                  <a:alpha val="100000"/>
                  <a:alpha val="0"/>
                </a:srgbClr>
              </a:clrTo>
            </a:clrChange>
          </a:blip>
          <a:stretch>
            <a:fillRect/>
          </a:stretch>
        </p:blipFill>
        <p:spPr>
          <a:xfrm>
            <a:off x="1672427" y="1997983"/>
            <a:ext cx="3876675" cy="1543050"/>
          </a:xfrm>
          <a:prstGeom prst="rect">
            <a:avLst/>
          </a:prstGeom>
        </p:spPr>
      </p:pic>
      <p:pic>
        <p:nvPicPr>
          <p:cNvPr id="61" name="图片 60"/>
          <p:cNvPicPr/>
          <p:nvPr/>
        </p:nvPicPr>
        <p:blipFill>
          <a:blip r:embed="rId4">
            <a:clrChange>
              <a:clrFrom>
                <a:srgbClr val="FFFFFF">
                  <a:alpha val="100000"/>
                </a:srgbClr>
              </a:clrFrom>
              <a:clrTo>
                <a:srgbClr val="FFFFFF">
                  <a:alpha val="100000"/>
                  <a:alpha val="0"/>
                </a:srgbClr>
              </a:clrTo>
            </a:clrChange>
          </a:blip>
          <a:stretch>
            <a:fillRect/>
          </a:stretch>
        </p:blipFill>
        <p:spPr>
          <a:xfrm>
            <a:off x="6916892" y="1667510"/>
            <a:ext cx="3571403" cy="2204085"/>
          </a:xfrm>
          <a:prstGeom prst="rect">
            <a:avLst/>
          </a:prstGeom>
        </p:spPr>
      </p:pic>
      <p:pic>
        <p:nvPicPr>
          <p:cNvPr id="67" name="图片 66"/>
          <p:cNvPicPr/>
          <p:nvPr/>
        </p:nvPicPr>
        <p:blipFill>
          <a:blip r:embed="rId5">
            <a:clrChange>
              <a:clrFrom>
                <a:srgbClr val="FFFFFF">
                  <a:alpha val="100000"/>
                </a:srgbClr>
              </a:clrFrom>
              <a:clrTo>
                <a:srgbClr val="FFFFFF">
                  <a:alpha val="100000"/>
                  <a:alpha val="0"/>
                </a:srgbClr>
              </a:clrTo>
            </a:clrChange>
          </a:blip>
          <a:stretch>
            <a:fillRect/>
          </a:stretch>
        </p:blipFill>
        <p:spPr>
          <a:xfrm>
            <a:off x="1313180" y="3479800"/>
            <a:ext cx="4105910" cy="2718435"/>
          </a:xfrm>
          <a:prstGeom prst="rect">
            <a:avLst/>
          </a:prstGeom>
        </p:spPr>
      </p:pic>
      <p:pic>
        <p:nvPicPr>
          <p:cNvPr id="68" name="图片 67"/>
          <p:cNvPicPr/>
          <p:nvPr/>
        </p:nvPicPr>
        <p:blipFill>
          <a:blip r:embed="rId6">
            <a:clrChange>
              <a:clrFrom>
                <a:srgbClr val="FFFFFF">
                  <a:alpha val="100000"/>
                </a:srgbClr>
              </a:clrFrom>
              <a:clrTo>
                <a:srgbClr val="FFFFFF">
                  <a:alpha val="100000"/>
                  <a:alpha val="0"/>
                </a:srgbClr>
              </a:clrTo>
            </a:clrChange>
          </a:blip>
          <a:stretch>
            <a:fillRect/>
          </a:stretch>
        </p:blipFill>
        <p:spPr>
          <a:xfrm>
            <a:off x="6786880" y="3871595"/>
            <a:ext cx="3667125" cy="2209800"/>
          </a:xfrm>
          <a:prstGeom prst="rect">
            <a:avLst/>
          </a:prstGeom>
        </p:spPr>
      </p:pic>
      <p:sp>
        <p:nvSpPr>
          <p:cNvPr id="69" name="矩形 68"/>
          <p:cNvSpPr/>
          <p:nvPr/>
        </p:nvSpPr>
        <p:spPr>
          <a:xfrm>
            <a:off x="1964690" y="5935980"/>
            <a:ext cx="8489315" cy="922020"/>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我们选取了预测前一周的数据进行建模训练，预测效果有一定的提升。 说明这样选取训练集还是可取的。</a:t>
            </a:r>
            <a:endParaRPr lang="zh-CN" altLang="en-US" sz="1800" dirty="0">
              <a:solidFill>
                <a:srgbClr val="595959"/>
              </a:solidFill>
              <a:latin typeface="方正静蕾简体"/>
              <a:ea typeface="方正静蕾简体"/>
              <a:cs typeface="+mn-ea"/>
            </a:endParaRPr>
          </a:p>
        </p:txBody>
      </p:sp>
      <p:sp>
        <p:nvSpPr>
          <p:cNvPr id="3" name="矩形 2"/>
          <p:cNvSpPr/>
          <p:nvPr/>
        </p:nvSpPr>
        <p:spPr>
          <a:xfrm>
            <a:off x="807691" y="1084853"/>
            <a:ext cx="1325880" cy="506730"/>
          </a:xfrm>
          <a:prstGeom prst="rect">
            <a:avLst/>
          </a:prstGeom>
        </p:spPr>
        <p:txBody>
          <a:bodyPr wrap="none">
            <a:spAutoFit/>
          </a:bodyPr>
          <a:lstStyle/>
          <a:p>
            <a:pPr algn="just">
              <a:lnSpc>
                <a:spcPct val="150000"/>
              </a:lnSpc>
            </a:pPr>
            <a:r>
              <a:rPr lang="zh-CN" altLang="en-US" sz="2800" b="1" dirty="0">
                <a:solidFill>
                  <a:srgbClr val="595959"/>
                </a:solidFill>
                <a:latin typeface="方正静蕾简体"/>
                <a:ea typeface="方正静蕾简体"/>
                <a:cs typeface="+mn-ea"/>
              </a:rPr>
              <a:t>一周训练集</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5" name="图片 4"/>
          <p:cNvPicPr/>
          <p:nvPr/>
        </p:nvPicPr>
        <p:blipFill>
          <a:blip r:embed="rId3">
            <a:clrChange>
              <a:clrFrom>
                <a:srgbClr val="FFFFFF">
                  <a:alpha val="100000"/>
                </a:srgbClr>
              </a:clrFrom>
              <a:clrTo>
                <a:srgbClr val="FFFFFF">
                  <a:alpha val="100000"/>
                  <a:alpha val="0"/>
                </a:srgbClr>
              </a:clrTo>
            </a:clrChange>
          </a:blip>
          <a:stretch>
            <a:fillRect/>
          </a:stretch>
        </p:blipFill>
        <p:spPr>
          <a:xfrm>
            <a:off x="965538" y="1840230"/>
            <a:ext cx="5274310" cy="2109470"/>
          </a:xfrm>
          <a:prstGeom prst="rect">
            <a:avLst/>
          </a:prstGeom>
        </p:spPr>
      </p:pic>
      <p:pic>
        <p:nvPicPr>
          <p:cNvPr id="6" name="图片 5"/>
          <p:cNvPicPr/>
          <p:nvPr/>
        </p:nvPicPr>
        <p:blipFill>
          <a:blip r:embed="rId4">
            <a:clrChange>
              <a:clrFrom>
                <a:srgbClr val="FFFFFF">
                  <a:alpha val="100000"/>
                </a:srgbClr>
              </a:clrFrom>
              <a:clrTo>
                <a:srgbClr val="FFFFFF">
                  <a:alpha val="100000"/>
                  <a:alpha val="0"/>
                </a:srgbClr>
              </a:clrTo>
            </a:clrChange>
          </a:blip>
          <a:stretch>
            <a:fillRect/>
          </a:stretch>
        </p:blipFill>
        <p:spPr>
          <a:xfrm>
            <a:off x="6877685" y="1712595"/>
            <a:ext cx="4203700" cy="2599055"/>
          </a:xfrm>
          <a:prstGeom prst="rect">
            <a:avLst/>
          </a:prstGeom>
        </p:spPr>
      </p:pic>
      <p:pic>
        <p:nvPicPr>
          <p:cNvPr id="7" name="图片 6"/>
          <p:cNvPicPr/>
          <p:nvPr/>
        </p:nvPicPr>
        <p:blipFill>
          <a:blip r:embed="rId5">
            <a:clrChange>
              <a:clrFrom>
                <a:srgbClr val="FFFFFF">
                  <a:alpha val="100000"/>
                </a:srgbClr>
              </a:clrFrom>
              <a:clrTo>
                <a:srgbClr val="FFFFFF">
                  <a:alpha val="100000"/>
                  <a:alpha val="0"/>
                </a:srgbClr>
              </a:clrTo>
            </a:clrChange>
          </a:blip>
          <a:stretch>
            <a:fillRect/>
          </a:stretch>
        </p:blipFill>
        <p:spPr>
          <a:xfrm>
            <a:off x="965835" y="4014470"/>
            <a:ext cx="4351020" cy="2526030"/>
          </a:xfrm>
          <a:prstGeom prst="rect">
            <a:avLst/>
          </a:prstGeom>
        </p:spPr>
      </p:pic>
      <p:pic>
        <p:nvPicPr>
          <p:cNvPr id="8" name="图片 7"/>
          <p:cNvPicPr/>
          <p:nvPr/>
        </p:nvPicPr>
        <p:blipFill>
          <a:blip r:embed="rId6">
            <a:clrChange>
              <a:clrFrom>
                <a:srgbClr val="FFFFFF">
                  <a:alpha val="100000"/>
                </a:srgbClr>
              </a:clrFrom>
              <a:clrTo>
                <a:srgbClr val="FFFFFF">
                  <a:alpha val="100000"/>
                  <a:alpha val="0"/>
                </a:srgbClr>
              </a:clrTo>
            </a:clrChange>
          </a:blip>
          <a:stretch>
            <a:fillRect/>
          </a:stretch>
        </p:blipFill>
        <p:spPr>
          <a:xfrm>
            <a:off x="7071620" y="4583431"/>
            <a:ext cx="4010025" cy="1533525"/>
          </a:xfrm>
          <a:prstGeom prst="rect">
            <a:avLst/>
          </a:prstGeom>
        </p:spPr>
      </p:pic>
      <p:sp>
        <p:nvSpPr>
          <p:cNvPr id="9" name="矩形 8"/>
          <p:cNvSpPr/>
          <p:nvPr/>
        </p:nvSpPr>
        <p:spPr>
          <a:xfrm>
            <a:off x="798264" y="1019353"/>
            <a:ext cx="2011680" cy="506730"/>
          </a:xfrm>
          <a:prstGeom prst="rect">
            <a:avLst/>
          </a:prstGeom>
        </p:spPr>
        <p:txBody>
          <a:bodyPr wrap="none">
            <a:spAutoFit/>
          </a:bodyPr>
          <a:lstStyle/>
          <a:p>
            <a:pPr algn="just">
              <a:lnSpc>
                <a:spcPct val="150000"/>
              </a:lnSpc>
            </a:pPr>
            <a:r>
              <a:rPr lang="zh-CN" altLang="en-US" sz="2800" b="1" dirty="0">
                <a:solidFill>
                  <a:srgbClr val="595959"/>
                </a:solidFill>
                <a:latin typeface="方正静蕾简体"/>
                <a:ea typeface="方正静蕾简体"/>
                <a:cs typeface="+mn-ea"/>
              </a:rPr>
              <a:t>建立简单指数平滑</a:t>
            </a:r>
            <a:endParaRPr lang="zh-CN" altLang="zh-CN" sz="1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a:solidFill>
                  <a:srgbClr val="0F863B"/>
                </a:solidFill>
                <a:latin typeface="黑体" panose="02010609060101010101" charset="-122"/>
                <a:ea typeface="黑体" panose="02010609060101010101" charset="-122"/>
              </a:rPr>
              <a:t>04 </a:t>
            </a:r>
            <a:r>
              <a:rPr lang="zh-CN" altLang="en-US" sz="3200" b="1">
                <a:solidFill>
                  <a:srgbClr val="0F863B"/>
                </a:solidFill>
                <a:latin typeface="黑体" panose="02010609060101010101" charset="-122"/>
                <a:ea typeface="黑体" panose="02010609060101010101" charset="-122"/>
              </a:rPr>
              <a:t>模型预测与优化</a:t>
            </a:r>
          </a:p>
        </p:txBody>
      </p:sp>
      <p:pic>
        <p:nvPicPr>
          <p:cNvPr id="4" name="图片 3"/>
          <p:cNvPicPr/>
          <p:nvPr/>
        </p:nvPicPr>
        <p:blipFill>
          <a:blip r:embed="rId3">
            <a:clrChange>
              <a:clrFrom>
                <a:srgbClr val="FFFFFF">
                  <a:alpha val="100000"/>
                </a:srgbClr>
              </a:clrFrom>
              <a:clrTo>
                <a:srgbClr val="FFFFFF">
                  <a:alpha val="100000"/>
                  <a:alpha val="0"/>
                </a:srgbClr>
              </a:clrTo>
            </a:clrChange>
          </a:blip>
          <a:stretch>
            <a:fillRect/>
          </a:stretch>
        </p:blipFill>
        <p:spPr>
          <a:xfrm>
            <a:off x="709930" y="1461770"/>
            <a:ext cx="4926965" cy="2776855"/>
          </a:xfrm>
          <a:prstGeom prst="rect">
            <a:avLst/>
          </a:prstGeom>
        </p:spPr>
      </p:pic>
      <p:pic>
        <p:nvPicPr>
          <p:cNvPr id="2" name="图片 1"/>
          <p:cNvPicPr/>
          <p:nvPr/>
        </p:nvPicPr>
        <p:blipFill>
          <a:blip r:embed="rId4">
            <a:clrChange>
              <a:clrFrom>
                <a:srgbClr val="FFFFFF">
                  <a:alpha val="100000"/>
                </a:srgbClr>
              </a:clrFrom>
              <a:clrTo>
                <a:srgbClr val="FFFFFF">
                  <a:alpha val="100000"/>
                  <a:alpha val="0"/>
                </a:srgbClr>
              </a:clrTo>
            </a:clrChange>
          </a:blip>
          <a:stretch>
            <a:fillRect/>
          </a:stretch>
        </p:blipFill>
        <p:spPr>
          <a:xfrm>
            <a:off x="539750" y="4238625"/>
            <a:ext cx="5009515" cy="2568575"/>
          </a:xfrm>
          <a:prstGeom prst="rect">
            <a:avLst/>
          </a:prstGeom>
        </p:spPr>
      </p:pic>
      <p:pic>
        <p:nvPicPr>
          <p:cNvPr id="3" name="图片 2"/>
          <p:cNvPicPr/>
          <p:nvPr/>
        </p:nvPicPr>
        <p:blipFill>
          <a:blip r:embed="rId5">
            <a:clrChange>
              <a:clrFrom>
                <a:srgbClr val="FFFFFF">
                  <a:alpha val="100000"/>
                </a:srgbClr>
              </a:clrFrom>
              <a:clrTo>
                <a:srgbClr val="FFFFFF">
                  <a:alpha val="100000"/>
                  <a:alpha val="0"/>
                </a:srgbClr>
              </a:clrTo>
            </a:clrChange>
          </a:blip>
          <a:stretch>
            <a:fillRect/>
          </a:stretch>
        </p:blipFill>
        <p:spPr>
          <a:xfrm>
            <a:off x="6012180" y="1356360"/>
            <a:ext cx="4990465" cy="2644140"/>
          </a:xfrm>
          <a:prstGeom prst="rect">
            <a:avLst/>
          </a:prstGeom>
        </p:spPr>
      </p:pic>
      <p:sp>
        <p:nvSpPr>
          <p:cNvPr id="10" name="矩形 9"/>
          <p:cNvSpPr/>
          <p:nvPr/>
        </p:nvSpPr>
        <p:spPr>
          <a:xfrm>
            <a:off x="6012180" y="4646295"/>
            <a:ext cx="5275580" cy="1753235"/>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对于模型的优化，我们先建立了简单指数平滑，通过自动建模和建立ARFIMA模型的对比，我们发现ARFIMA模型的预测结果有了明显的趋势，但是整体预测精度还不尽如意，有待继续探索。</a:t>
            </a:r>
            <a:endParaRPr lang="zh-CN" altLang="en-US" sz="1800" dirty="0">
              <a:solidFill>
                <a:srgbClr val="595959"/>
              </a:solidFill>
              <a:latin typeface="方正静蕾简体"/>
              <a:ea typeface="方正静蕾简体"/>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文本框 420"/>
          <p:cNvSpPr txBox="1"/>
          <p:nvPr/>
        </p:nvSpPr>
        <p:spPr>
          <a:xfrm>
            <a:off x="1183005" y="349885"/>
            <a:ext cx="4366260" cy="583565"/>
          </a:xfrm>
          <a:prstGeom prst="rect">
            <a:avLst/>
          </a:prstGeom>
          <a:solidFill>
            <a:srgbClr val="EFF0F2"/>
          </a:solidFill>
        </p:spPr>
        <p:txBody>
          <a:bodyPr wrap="square" rtlCol="0">
            <a:spAutoFit/>
          </a:bodyPr>
          <a:lstStyle/>
          <a:p>
            <a:r>
              <a:rPr lang="en-US" altLang="zh-CN" sz="3200" b="1" dirty="0">
                <a:solidFill>
                  <a:srgbClr val="0F863B"/>
                </a:solidFill>
                <a:latin typeface="黑体" panose="02010609060101010101" charset="-122"/>
                <a:ea typeface="黑体" panose="02010609060101010101" charset="-122"/>
              </a:rPr>
              <a:t>04 </a:t>
            </a:r>
            <a:r>
              <a:rPr lang="zh-CN" altLang="en-US" sz="3200" b="1" dirty="0">
                <a:solidFill>
                  <a:srgbClr val="0F863B"/>
                </a:solidFill>
                <a:latin typeface="黑体" panose="02010609060101010101" charset="-122"/>
                <a:ea typeface="黑体" panose="02010609060101010101" charset="-122"/>
              </a:rPr>
              <a:t>结论和建议</a:t>
            </a:r>
          </a:p>
        </p:txBody>
      </p:sp>
      <p:sp>
        <p:nvSpPr>
          <p:cNvPr id="10" name="矩形 9"/>
          <p:cNvSpPr/>
          <p:nvPr/>
        </p:nvSpPr>
        <p:spPr>
          <a:xfrm>
            <a:off x="1865448" y="1779331"/>
            <a:ext cx="8461104" cy="4613892"/>
          </a:xfrm>
          <a:prstGeom prst="rect">
            <a:avLst/>
          </a:prstGeom>
        </p:spPr>
        <p:txBody>
          <a:bodyPr wrap="square">
            <a:spAutoFit/>
          </a:bodyPr>
          <a:lstStyle/>
          <a:p>
            <a:pPr indent="304800" algn="just">
              <a:lnSpc>
                <a:spcPct val="150000"/>
              </a:lnSpc>
            </a:pPr>
            <a:r>
              <a:rPr lang="zh-CN" altLang="en-US" dirty="0">
                <a:solidFill>
                  <a:srgbClr val="595959"/>
                </a:solidFill>
                <a:latin typeface="方正静蕾简体"/>
                <a:ea typeface="方正静蕾简体"/>
                <a:cs typeface="+mn-ea"/>
              </a:rPr>
              <a:t> 我们基于对华兴玻璃场废弃排放检测数据数据的探索，通过二氧化硫、氮氧化物和烟尘</a:t>
            </a:r>
            <a:r>
              <a:rPr lang="en-US" altLang="zh-CN" dirty="0">
                <a:solidFill>
                  <a:srgbClr val="595959"/>
                </a:solidFill>
                <a:latin typeface="方正静蕾简体"/>
                <a:ea typeface="方正静蕾简体"/>
                <a:cs typeface="+mn-ea"/>
              </a:rPr>
              <a:t>3</a:t>
            </a:r>
            <a:r>
              <a:rPr lang="zh-CN" altLang="en-US" dirty="0">
                <a:solidFill>
                  <a:srgbClr val="595959"/>
                </a:solidFill>
                <a:latin typeface="方正静蕾简体"/>
                <a:ea typeface="方正静蕾简体"/>
                <a:cs typeface="+mn-ea"/>
              </a:rPr>
              <a:t>个主流污染物的可视化因子分析，发现二氧化硫的污染权重最大，于是我们对二氧化硫进行了一系列的描述性分析，选取其日数据进行建模预测和优化调整，应用于环保数据趋势预测，帮助企业更好的实行污染治理和预测提供指导，把控生产排放，以实现在符合法律要求的前提下利润最大。</a:t>
            </a:r>
            <a:endParaRPr lang="en-US" altLang="zh-CN" dirty="0">
              <a:solidFill>
                <a:srgbClr val="595959"/>
              </a:solidFill>
              <a:latin typeface="方正静蕾简体"/>
              <a:ea typeface="方正静蕾简体"/>
              <a:cs typeface="+mn-ea"/>
            </a:endParaRPr>
          </a:p>
          <a:p>
            <a:pPr indent="304800" algn="just">
              <a:lnSpc>
                <a:spcPct val="150000"/>
              </a:lnSpc>
            </a:pPr>
            <a:r>
              <a:rPr lang="zh-CN" altLang="en-US" dirty="0">
                <a:solidFill>
                  <a:srgbClr val="595959"/>
                </a:solidFill>
                <a:latin typeface="方正静蕾简体"/>
                <a:ea typeface="方正静蕾简体"/>
                <a:cs typeface="+mn-ea"/>
              </a:rPr>
              <a:t> 建议：基于二氧化硫指标，企业可能需要更关注</a:t>
            </a:r>
            <a:r>
              <a:rPr lang="en-US" altLang="zh-CN" dirty="0">
                <a:solidFill>
                  <a:srgbClr val="595959"/>
                </a:solidFill>
                <a:latin typeface="方正静蕾简体"/>
                <a:ea typeface="方正静蕾简体"/>
                <a:cs typeface="+mn-ea"/>
              </a:rPr>
              <a:t>5</a:t>
            </a:r>
            <a:r>
              <a:rPr lang="zh-CN" altLang="en-US" dirty="0">
                <a:solidFill>
                  <a:srgbClr val="595959"/>
                </a:solidFill>
                <a:latin typeface="方正静蕾简体"/>
                <a:ea typeface="方正静蕾简体"/>
                <a:cs typeface="+mn-ea"/>
              </a:rPr>
              <a:t>月和</a:t>
            </a:r>
            <a:r>
              <a:rPr lang="en-US" altLang="zh-CN" dirty="0">
                <a:solidFill>
                  <a:srgbClr val="595959"/>
                </a:solidFill>
                <a:latin typeface="方正静蕾简体"/>
                <a:ea typeface="方正静蕾简体"/>
                <a:cs typeface="+mn-ea"/>
              </a:rPr>
              <a:t>9</a:t>
            </a:r>
            <a:r>
              <a:rPr lang="zh-CN" altLang="en-US" dirty="0">
                <a:solidFill>
                  <a:srgbClr val="595959"/>
                </a:solidFill>
                <a:latin typeface="方正静蕾简体"/>
                <a:ea typeface="方正静蕾简体"/>
                <a:cs typeface="+mn-ea"/>
              </a:rPr>
              <a:t>月的排放，合理控制调整，二氧化硫和氮氧化物相关性非常高，可以利用他们的练习相互牵制。在获取到数据之后与测时训练前一周的数据即可获得相对可观的参考，数据一般是不平稳的，建模之前记得差分。然后呢，预测不准是常态，出于的地球母亲的尊重和责任，企业还是要严格的管理好生产排放，以便可持续发展！</a:t>
            </a:r>
            <a:endParaRPr lang="en-US" altLang="zh-CN" dirty="0">
              <a:solidFill>
                <a:srgbClr val="595959"/>
              </a:solidFill>
              <a:latin typeface="方正静蕾简体"/>
              <a:ea typeface="方正静蕾简体"/>
              <a:cs typeface="+mn-ea"/>
            </a:endParaRPr>
          </a:p>
          <a:p>
            <a:pPr indent="304800" algn="just">
              <a:lnSpc>
                <a:spcPct val="150000"/>
              </a:lnSpc>
            </a:pPr>
            <a:endParaRPr lang="en-US" altLang="zh-CN" sz="1800" dirty="0">
              <a:solidFill>
                <a:srgbClr val="595959"/>
              </a:solidFill>
              <a:latin typeface="方正静蕾简体"/>
              <a:ea typeface="方正静蕾简体"/>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形 14"/>
          <p:cNvPicPr>
            <a:picLocks noChangeAspect="1"/>
          </p:cNvPicPr>
          <p:nvPr/>
        </p:nvPicPr>
        <p:blipFill>
          <a:blip r:embed="rId3"/>
          <a:stretch>
            <a:fillRect/>
          </a:stretch>
        </p:blipFill>
        <p:spPr>
          <a:xfrm>
            <a:off x="10434637" y="4025126"/>
            <a:ext cx="763588" cy="763588"/>
          </a:xfrm>
          <a:prstGeom prst="rect">
            <a:avLst/>
          </a:prstGeom>
        </p:spPr>
      </p:pic>
      <p:pic>
        <p:nvPicPr>
          <p:cNvPr id="9" name="图形 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13" y="1041400"/>
            <a:ext cx="5114987" cy="5156200"/>
          </a:xfrm>
          <a:prstGeom prst="rect">
            <a:avLst/>
          </a:prstGeom>
        </p:spPr>
      </p:pic>
      <p:pic>
        <p:nvPicPr>
          <p:cNvPr id="11" name="图形 10"/>
          <p:cNvPicPr>
            <a:picLocks noChangeAspect="1"/>
          </p:cNvPicPr>
          <p:nvPr/>
        </p:nvPicPr>
        <p:blipFill>
          <a:blip r:embed="rId6"/>
          <a:stretch>
            <a:fillRect/>
          </a:stretch>
        </p:blipFill>
        <p:spPr>
          <a:xfrm>
            <a:off x="8086008" y="1645607"/>
            <a:ext cx="1203326" cy="970424"/>
          </a:xfrm>
          <a:prstGeom prst="rect">
            <a:avLst/>
          </a:prstGeom>
        </p:spPr>
      </p:pic>
      <p:sp>
        <p:nvSpPr>
          <p:cNvPr id="12" name="文本框 11"/>
          <p:cNvSpPr txBox="1"/>
          <p:nvPr/>
        </p:nvSpPr>
        <p:spPr>
          <a:xfrm>
            <a:off x="6747624" y="2921168"/>
            <a:ext cx="3880094" cy="1015663"/>
          </a:xfrm>
          <a:prstGeom prst="rect">
            <a:avLst/>
          </a:prstGeom>
          <a:noFill/>
        </p:spPr>
        <p:txBody>
          <a:bodyPr wrap="square" rtlCol="0">
            <a:spAutoFit/>
          </a:bodyPr>
          <a:lstStyle/>
          <a:p>
            <a:pPr algn="dist"/>
            <a:r>
              <a:rPr lang="zh-CN" altLang="en-US" sz="6000" dirty="0">
                <a:blipFill>
                  <a:blip r:embed="rId7"/>
                  <a:stretch>
                    <a:fillRect/>
                  </a:stretch>
                </a:blipFill>
                <a:latin typeface="方正综艺简体" panose="02010601030101010101" pitchFamily="2" charset="-122"/>
                <a:ea typeface="方正综艺简体" panose="02010601030101010101" pitchFamily="2" charset="-122"/>
              </a:rPr>
              <a:t>谢谢观看</a:t>
            </a:r>
          </a:p>
        </p:txBody>
      </p:sp>
      <p:pic>
        <p:nvPicPr>
          <p:cNvPr id="17" name="图形 1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80950" y="655637"/>
            <a:ext cx="495300" cy="771525"/>
          </a:xfrm>
          <a:prstGeom prst="rect">
            <a:avLst/>
          </a:prstGeom>
        </p:spPr>
      </p:pic>
      <p:pic>
        <p:nvPicPr>
          <p:cNvPr id="19" name="图形 18"/>
          <p:cNvPicPr>
            <a:picLocks noChangeAspect="1"/>
          </p:cNvPicPr>
          <p:nvPr/>
        </p:nvPicPr>
        <p:blipFill>
          <a:blip r:embed="rId10"/>
          <a:stretch>
            <a:fillRect/>
          </a:stretch>
        </p:blipFill>
        <p:spPr>
          <a:xfrm>
            <a:off x="13466762" y="3803481"/>
            <a:ext cx="581025" cy="647700"/>
          </a:xfrm>
          <a:prstGeom prst="rect">
            <a:avLst/>
          </a:prstGeom>
        </p:spPr>
      </p:pic>
      <p:pic>
        <p:nvPicPr>
          <p:cNvPr id="20" name="图形 19"/>
          <p:cNvPicPr>
            <a:picLocks noChangeAspect="1"/>
          </p:cNvPicPr>
          <p:nvPr/>
        </p:nvPicPr>
        <p:blipFill>
          <a:blip r:embed="rId11"/>
          <a:stretch>
            <a:fillRect/>
          </a:stretch>
        </p:blipFill>
        <p:spPr>
          <a:xfrm>
            <a:off x="12976224" y="2082631"/>
            <a:ext cx="981075" cy="533400"/>
          </a:xfrm>
          <a:prstGeom prst="rect">
            <a:avLst/>
          </a:prstGeom>
        </p:spPr>
      </p:pic>
      <p:pic>
        <p:nvPicPr>
          <p:cNvPr id="29" name="图片 28"/>
          <p:cNvPicPr>
            <a:picLocks noChangeAspect="1"/>
          </p:cNvPicPr>
          <p:nvPr/>
        </p:nvPicPr>
        <p:blipFill>
          <a:blip r:embed="rId12"/>
          <a:stretch>
            <a:fillRect/>
          </a:stretch>
        </p:blipFill>
        <p:spPr>
          <a:xfrm>
            <a:off x="-3347779" y="1428138"/>
            <a:ext cx="3042168" cy="963251"/>
          </a:xfrm>
          <a:prstGeom prst="rect">
            <a:avLst/>
          </a:prstGeom>
        </p:spPr>
      </p:pic>
      <p:grpSp>
        <p:nvGrpSpPr>
          <p:cNvPr id="33" name="组合 32"/>
          <p:cNvGrpSpPr/>
          <p:nvPr/>
        </p:nvGrpSpPr>
        <p:grpSpPr>
          <a:xfrm>
            <a:off x="10884464" y="5702172"/>
            <a:ext cx="627521" cy="401735"/>
            <a:chOff x="10682682" y="5470524"/>
            <a:chExt cx="1334089" cy="854076"/>
          </a:xfrm>
        </p:grpSpPr>
        <p:pic>
          <p:nvPicPr>
            <p:cNvPr id="16" name="图形 15"/>
            <p:cNvPicPr>
              <a:picLocks noChangeAspect="1"/>
            </p:cNvPicPr>
            <p:nvPr/>
          </p:nvPicPr>
          <p:blipFill>
            <a:blip r:embed="rId13"/>
            <a:stretch>
              <a:fillRect/>
            </a:stretch>
          </p:blipFill>
          <p:spPr>
            <a:xfrm rot="19154618">
              <a:off x="11162695" y="5470524"/>
              <a:ext cx="854076" cy="854076"/>
            </a:xfrm>
            <a:prstGeom prst="rect">
              <a:avLst/>
            </a:prstGeom>
          </p:spPr>
        </p:pic>
        <p:pic>
          <p:nvPicPr>
            <p:cNvPr id="32" name="图形 31"/>
            <p:cNvPicPr>
              <a:picLocks noChangeAspect="1"/>
            </p:cNvPicPr>
            <p:nvPr/>
          </p:nvPicPr>
          <p:blipFill>
            <a:blip r:embed="rId14"/>
            <a:stretch>
              <a:fillRect/>
            </a:stretch>
          </p:blipFill>
          <p:spPr>
            <a:xfrm rot="16200000">
              <a:off x="11139555" y="5382465"/>
              <a:ext cx="117339" cy="1031085"/>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649"/>
                            </p:stCondLst>
                            <p:childTnLst>
                              <p:par>
                                <p:cTn id="10" presetID="2" presetClass="entr" presetSubtype="2" fill="hold" nodeType="afterEffect">
                                  <p:stCondLst>
                                    <p:cond delay="0"/>
                                  </p:stCondLst>
                                  <p:iterate type="lt">
                                    <p:tmPct val="10000"/>
                                  </p:iterate>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1149"/>
                            </p:stCondLst>
                            <p:childTnLst>
                              <p:par>
                                <p:cTn id="15" presetID="2" presetClass="entr" presetSubtype="2" fill="hold" nodeType="afterEffect">
                                  <p:stCondLst>
                                    <p:cond delay="0"/>
                                  </p:stCondLst>
                                  <p:iterate type="lt">
                                    <p:tmPct val="10000"/>
                                  </p:iterate>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1+#ppt_w/2"/>
                                          </p:val>
                                        </p:tav>
                                        <p:tav tm="100000">
                                          <p:val>
                                            <p:strVal val="#ppt_x"/>
                                          </p:val>
                                        </p:tav>
                                      </p:tavLst>
                                    </p:anim>
                                    <p:anim calcmode="lin" valueType="num">
                                      <p:cBhvr additive="base">
                                        <p:cTn id="18" dur="500" fill="hold"/>
                                        <p:tgtEl>
                                          <p:spTgt spid="15"/>
                                        </p:tgtEl>
                                        <p:attrNameLst>
                                          <p:attrName>ppt_y</p:attrName>
                                        </p:attrNameLst>
                                      </p:cBhvr>
                                      <p:tavLst>
                                        <p:tav tm="0">
                                          <p:val>
                                            <p:strVal val="#ppt_y"/>
                                          </p:val>
                                        </p:tav>
                                        <p:tav tm="100000">
                                          <p:val>
                                            <p:strVal val="#ppt_y"/>
                                          </p:val>
                                        </p:tav>
                                      </p:tavLst>
                                    </p:anim>
                                  </p:childTnLst>
                                </p:cTn>
                              </p:par>
                            </p:childTnLst>
                          </p:cTn>
                        </p:par>
                        <p:par>
                          <p:cTn id="19" fill="hold">
                            <p:stCondLst>
                              <p:cond delay="1649"/>
                            </p:stCondLst>
                            <p:childTnLst>
                              <p:par>
                                <p:cTn id="20" presetID="12" presetClass="entr" presetSubtype="8"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 calcmode="lin" valueType="num">
                                      <p:cBhvr additive="base">
                                        <p:cTn id="22" dur="500"/>
                                        <p:tgtEl>
                                          <p:spTgt spid="33"/>
                                        </p:tgtEl>
                                        <p:attrNameLst>
                                          <p:attrName>ppt_x</p:attrName>
                                        </p:attrNameLst>
                                      </p:cBhvr>
                                      <p:tavLst>
                                        <p:tav tm="0">
                                          <p:val>
                                            <p:strVal val="#ppt_x-#ppt_w*1.125000"/>
                                          </p:val>
                                        </p:tav>
                                        <p:tav tm="100000">
                                          <p:val>
                                            <p:strVal val="#ppt_x"/>
                                          </p:val>
                                        </p:tav>
                                      </p:tavLst>
                                    </p:anim>
                                    <p:animEffect transition="in" filter="wipe(right)">
                                      <p:cBhvr>
                                        <p:cTn id="2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4fb922a-fcfa-4d7a-b0c0-430c0b1fd41a}"/>
  <p:tag name="TABLE_ENDDRAG_ORIGIN_RECT" val="613*302"/>
  <p:tag name="TABLE_ENDDRAG_RECT" val="175*201*613*302"/>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a1f5b208-542e-492b-8a2a-bdf07306484b}"/>
  <p:tag name="TABLE_ENDDRAG_ORIGIN_RECT" val="563*283"/>
  <p:tag name="TABLE_ENDDRAG_RECT" val="203*209*563*283"/>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0f4dc28c-8dea-4aea-a0a3-6388236be106}"/>
  <p:tag name="TABLE_ENDDRAG_ORIGIN_RECT" val="329*104"/>
  <p:tag name="TABLE_ENDDRAG_RECT" val="70*349*329*10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1665</Words>
  <Application>Microsoft Office PowerPoint</Application>
  <PresentationFormat>宽屏</PresentationFormat>
  <Paragraphs>242</Paragraphs>
  <Slides>34</Slides>
  <Notes>34</Notes>
  <HiddenSlides>0</HiddenSlides>
  <MMClips>0</MMClips>
  <ScaleCrop>false</ScaleCrop>
  <HeadingPairs>
    <vt:vector size="6" baseType="variant">
      <vt:variant>
        <vt:lpstr>已用的字体</vt:lpstr>
      </vt:variant>
      <vt:variant>
        <vt:i4>6</vt:i4>
      </vt:variant>
      <vt:variant>
        <vt:lpstr>主题</vt:lpstr>
      </vt:variant>
      <vt:variant>
        <vt:i4>6</vt:i4>
      </vt:variant>
      <vt:variant>
        <vt:lpstr>幻灯片标题</vt:lpstr>
      </vt:variant>
      <vt:variant>
        <vt:i4>34</vt:i4>
      </vt:variant>
    </vt:vector>
  </HeadingPairs>
  <TitlesOfParts>
    <vt:vector size="46" baseType="lpstr">
      <vt:lpstr>等线</vt:lpstr>
      <vt:lpstr>等线 Light</vt:lpstr>
      <vt:lpstr>方正静蕾简体</vt:lpstr>
      <vt:lpstr>方正综艺简体</vt:lpstr>
      <vt:lpstr>黑体</vt:lpstr>
      <vt:lpstr>Arial</vt:lpstr>
      <vt:lpstr>Office 主题​​</vt:lpstr>
      <vt:lpstr>1_Office 主题​​</vt:lpstr>
      <vt:lpstr>2_Office 主题​​</vt:lpstr>
      <vt:lpstr>3_Office 主题​​</vt:lpstr>
      <vt:lpstr>4_Office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嘉玲</dc:creator>
  <cp:keywords>http:/www.ypppt.com</cp:keywords>
  <dc:description>http://www.ypppt.com/</dc:description>
  <cp:lastModifiedBy>刘 嘉玲</cp:lastModifiedBy>
  <cp:revision>77</cp:revision>
  <dcterms:created xsi:type="dcterms:W3CDTF">2017-09-18T02:05:00Z</dcterms:created>
  <dcterms:modified xsi:type="dcterms:W3CDTF">2020-12-30T06:46:32Z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